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2.svg" ContentType="image/svg+xml"/>
  <Override PartName="/ppt/media/image5.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5"/>
  </p:notesMasterIdLst>
  <p:handoutMasterIdLst>
    <p:handoutMasterId r:id="rId16"/>
  </p:handoutMasterIdLst>
  <p:sldIdLst>
    <p:sldId id="256" r:id="rId12"/>
    <p:sldId id="257" r:id="rId13"/>
    <p:sldId id="258" r:id="rId14"/>
    <p:sldId id="259" r:id="rId11"/>
    <p:sldId id="260" r:id="rId10"/>
    <p:sldId id="261" r:id="rId9"/>
    <p:sldId id="262" r:id="rId8"/>
    <p:sldId id="263" r:id="rId7"/>
    <p:sldId id="268" r:id="rId24"/>
    <p:sldId id="264" r:id="rId6"/>
    <p:sldId id="265" r:id="rId5"/>
    <p:sldId id="266" r:id="rId22"/>
    <p:sldId id="267"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eneral" id="{3927EA50-879B-4E90-A9DB-7AB28537D351}">
          <p14:sldIdLst>
            <p14:sldId id="350"/>
            <p14:sldId id="2147482579"/>
            <p14:sldId id="2147482576"/>
            <p14:sldId id="265"/>
            <p14:sldId id="266"/>
            <p14:sldId id="267"/>
            <p14:sldId id="2147482578"/>
            <p14:sldId id="264"/>
            <p14:sldId id="268"/>
            <p14:sldId id="351"/>
          </p14:sldIdLst>
        </p14:section>
        <p14:section name="Healthcare" id="{3AE5AF61-99EA-4707-AB2D-BB61243398A9}">
          <p14:sldIdLst/>
        </p14:section>
        <p14:section name="Supply Chain" id="{9C0D1CC4-5250-414E-AAF2-4EFD5BD2A6A4}">
          <p14:sldIdLst/>
        </p14:section>
        <p14:section name="Financial Services" id="{7172AF39-0811-404A-85CC-737CA482F004}">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C0B2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DCAF9ED-07DC-4A11-8D7F-57B35C25682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017" autoAdjust="0"/>
    <p:restoredTop sz="94660"/>
  </p:normalViewPr>
  <p:slideViewPr>
    <p:cSldViewPr snapToGrid="0">
      <p:cViewPr varScale="1">
        <p:scale>
          <a:sx n="55" d="100"/>
          <a:sy n="55" d="100"/>
        </p:scale>
        <p:origin x="1212" y="44"/>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1.xml"/><Relationship Id="rId6" Type="http://schemas.openxmlformats.org/officeDocument/2006/relationships/slide" Target="slides/slide10.xml"/><Relationship Id="rId7" Type="http://schemas.openxmlformats.org/officeDocument/2006/relationships/slide" Target="slides/slide8.xml"/><Relationship Id="rId8" Type="http://schemas.openxmlformats.org/officeDocument/2006/relationships/slide" Target="slides/slide7.xml"/><Relationship Id="rId9" Type="http://schemas.openxmlformats.org/officeDocument/2006/relationships/slide" Target="slides/slide6.xml"/><Relationship Id="rId10" Type="http://schemas.openxmlformats.org/officeDocument/2006/relationships/slide" Target="slides/slide5.xml"/><Relationship Id="rId11" Type="http://schemas.openxmlformats.org/officeDocument/2006/relationships/slide" Target="slides/slide4.xml"/><Relationship Id="rId12" Type="http://schemas.openxmlformats.org/officeDocument/2006/relationships/slide" Target="slides/slide1.xml"/><Relationship Id="rId13" Type="http://schemas.openxmlformats.org/officeDocument/2006/relationships/slide" Target="slides/slide2.xml"/><Relationship Id="rId14" Type="http://schemas.openxmlformats.org/officeDocument/2006/relationships/slide" Target="slides/slide3.xml"/><Relationship Id="rId15" Type="http://schemas.openxmlformats.org/officeDocument/2006/relationships/notesMaster" Target="notesMasters/notesMaster1.xml"/><Relationship Id="rId16" Type="http://schemas.openxmlformats.org/officeDocument/2006/relationships/handoutMaster" Target="handoutMasters/handout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microsoft.com/office/2016/11/relationships/changesInfo" Target="changesInfos/changesInfo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ureen Flaherty" userId="055b12fd-78f6-4183-897c-96a66f2a3408" providerId="ADAL" clId="{074C1450-733E-4CCC-B3A7-CEE09C44B484}"/>
    <pc:docChg chg="undo custSel addSld delSld modSld sldOrd modSection">
      <pc:chgData name="Maureen Flaherty" userId="055b12fd-78f6-4183-897c-96a66f2a3408" providerId="ADAL" clId="{074C1450-733E-4CCC-B3A7-CEE09C44B484}" dt="2026-01-14T15:54:29.673" v="99" actId="2696"/>
      <pc:docMkLst>
        <pc:docMk/>
      </pc:docMkLst>
      <pc:sldChg chg="del">
        <pc:chgData name="Maureen Flaherty" userId="055b12fd-78f6-4183-897c-96a66f2a3408" providerId="ADAL" clId="{074C1450-733E-4CCC-B3A7-CEE09C44B484}" dt="2026-01-14T15:50:32.825" v="31" actId="2696"/>
        <pc:sldMkLst>
          <pc:docMk/>
          <pc:sldMk cId="4177900411" sldId="263"/>
        </pc:sldMkLst>
      </pc:sldChg>
      <pc:sldChg chg="add ord modTransition">
        <pc:chgData name="Maureen Flaherty" userId="055b12fd-78f6-4183-897c-96a66f2a3408" providerId="ADAL" clId="{074C1450-733E-4CCC-B3A7-CEE09C44B484}" dt="2026-01-14T15:49:56.641" v="27"/>
        <pc:sldMkLst>
          <pc:docMk/>
          <pc:sldMk cId="2616464984" sldId="264"/>
        </pc:sldMkLst>
      </pc:sldChg>
      <pc:sldChg chg="add del ord modTransition">
        <pc:chgData name="Maureen Flaherty" userId="055b12fd-78f6-4183-897c-96a66f2a3408" providerId="ADAL" clId="{074C1450-733E-4CCC-B3A7-CEE09C44B484}" dt="2026-01-14T15:48:32.819" v="17"/>
        <pc:sldMkLst>
          <pc:docMk/>
          <pc:sldMk cId="4057676558" sldId="265"/>
        </pc:sldMkLst>
      </pc:sldChg>
      <pc:sldChg chg="add ord modTransition">
        <pc:chgData name="Maureen Flaherty" userId="055b12fd-78f6-4183-897c-96a66f2a3408" providerId="ADAL" clId="{074C1450-733E-4CCC-B3A7-CEE09C44B484}" dt="2026-01-14T15:48:58.107" v="20"/>
        <pc:sldMkLst>
          <pc:docMk/>
          <pc:sldMk cId="1294954264" sldId="266"/>
        </pc:sldMkLst>
      </pc:sldChg>
      <pc:sldChg chg="add ord modTransition">
        <pc:chgData name="Maureen Flaherty" userId="055b12fd-78f6-4183-897c-96a66f2a3408" providerId="ADAL" clId="{074C1450-733E-4CCC-B3A7-CEE09C44B484}" dt="2026-01-14T15:49:19.903" v="23"/>
        <pc:sldMkLst>
          <pc:docMk/>
          <pc:sldMk cId="467167481" sldId="267"/>
        </pc:sldMkLst>
      </pc:sldChg>
      <pc:sldChg chg="add ord modTransition">
        <pc:chgData name="Maureen Flaherty" userId="055b12fd-78f6-4183-897c-96a66f2a3408" providerId="ADAL" clId="{074C1450-733E-4CCC-B3A7-CEE09C44B484}" dt="2026-01-14T15:52:00.704" v="43"/>
        <pc:sldMkLst>
          <pc:docMk/>
          <pc:sldMk cId="3555468210" sldId="268"/>
        </pc:sldMkLst>
      </pc:sldChg>
      <pc:sldChg chg="del">
        <pc:chgData name="Maureen Flaherty" userId="055b12fd-78f6-4183-897c-96a66f2a3408" providerId="ADAL" clId="{074C1450-733E-4CCC-B3A7-CEE09C44B484}" dt="2026-01-14T15:50:29.650" v="30" actId="2696"/>
        <pc:sldMkLst>
          <pc:docMk/>
          <pc:sldMk cId="354110261" sldId="269"/>
        </pc:sldMkLst>
      </pc:sldChg>
      <pc:sldChg chg="del">
        <pc:chgData name="Maureen Flaherty" userId="055b12fd-78f6-4183-897c-96a66f2a3408" providerId="ADAL" clId="{074C1450-733E-4CCC-B3A7-CEE09C44B484}" dt="2026-01-14T15:51:12.531" v="40" actId="2696"/>
        <pc:sldMkLst>
          <pc:docMk/>
          <pc:sldMk cId="1906609640" sldId="286"/>
        </pc:sldMkLst>
      </pc:sldChg>
      <pc:sldChg chg="del">
        <pc:chgData name="Maureen Flaherty" userId="055b12fd-78f6-4183-897c-96a66f2a3408" providerId="ADAL" clId="{074C1450-733E-4CCC-B3A7-CEE09C44B484}" dt="2026-01-14T15:51:03.124" v="37" actId="2696"/>
        <pc:sldMkLst>
          <pc:docMk/>
          <pc:sldMk cId="2500609656" sldId="333"/>
        </pc:sldMkLst>
      </pc:sldChg>
      <pc:sldChg chg="del">
        <pc:chgData name="Maureen Flaherty" userId="055b12fd-78f6-4183-897c-96a66f2a3408" providerId="ADAL" clId="{074C1450-733E-4CCC-B3A7-CEE09C44B484}" dt="2026-01-14T15:51:00.309" v="36" actId="2696"/>
        <pc:sldMkLst>
          <pc:docMk/>
          <pc:sldMk cId="3127931206" sldId="334"/>
        </pc:sldMkLst>
      </pc:sldChg>
      <pc:sldChg chg="del">
        <pc:chgData name="Maureen Flaherty" userId="055b12fd-78f6-4183-897c-96a66f2a3408" providerId="ADAL" clId="{074C1450-733E-4CCC-B3A7-CEE09C44B484}" dt="2026-01-14T15:50:57.776" v="35" actId="2696"/>
        <pc:sldMkLst>
          <pc:docMk/>
          <pc:sldMk cId="586431250" sldId="335"/>
        </pc:sldMkLst>
      </pc:sldChg>
      <pc:sldChg chg="del">
        <pc:chgData name="Maureen Flaherty" userId="055b12fd-78f6-4183-897c-96a66f2a3408" providerId="ADAL" clId="{074C1450-733E-4CCC-B3A7-CEE09C44B484}" dt="2026-01-14T15:50:51.943" v="33" actId="2696"/>
        <pc:sldMkLst>
          <pc:docMk/>
          <pc:sldMk cId="3127295873" sldId="336"/>
        </pc:sldMkLst>
      </pc:sldChg>
      <pc:sldChg chg="del">
        <pc:chgData name="Maureen Flaherty" userId="055b12fd-78f6-4183-897c-96a66f2a3408" providerId="ADAL" clId="{074C1450-733E-4CCC-B3A7-CEE09C44B484}" dt="2026-01-14T15:51:05.975" v="38" actId="2696"/>
        <pc:sldMkLst>
          <pc:docMk/>
          <pc:sldMk cId="3172700914" sldId="338"/>
        </pc:sldMkLst>
      </pc:sldChg>
      <pc:sldChg chg="del">
        <pc:chgData name="Maureen Flaherty" userId="055b12fd-78f6-4183-897c-96a66f2a3408" providerId="ADAL" clId="{074C1450-733E-4CCC-B3A7-CEE09C44B484}" dt="2026-01-14T15:50:55.055" v="34" actId="2696"/>
        <pc:sldMkLst>
          <pc:docMk/>
          <pc:sldMk cId="4198619520" sldId="343"/>
        </pc:sldMkLst>
      </pc:sldChg>
      <pc:sldChg chg="del">
        <pc:chgData name="Maureen Flaherty" userId="055b12fd-78f6-4183-897c-96a66f2a3408" providerId="ADAL" clId="{074C1450-733E-4CCC-B3A7-CEE09C44B484}" dt="2026-01-14T15:53:07.555" v="52" actId="2696"/>
        <pc:sldMkLst>
          <pc:docMk/>
          <pc:sldMk cId="1434865658" sldId="344"/>
        </pc:sldMkLst>
      </pc:sldChg>
      <pc:sldChg chg="del">
        <pc:chgData name="Maureen Flaherty" userId="055b12fd-78f6-4183-897c-96a66f2a3408" providerId="ADAL" clId="{074C1450-733E-4CCC-B3A7-CEE09C44B484}" dt="2026-01-14T15:53:04.969" v="51" actId="2696"/>
        <pc:sldMkLst>
          <pc:docMk/>
          <pc:sldMk cId="2007471362" sldId="345"/>
        </pc:sldMkLst>
      </pc:sldChg>
      <pc:sldChg chg="del">
        <pc:chgData name="Maureen Flaherty" userId="055b12fd-78f6-4183-897c-96a66f2a3408" providerId="ADAL" clId="{074C1450-733E-4CCC-B3A7-CEE09C44B484}" dt="2026-01-14T15:51:08.480" v="39" actId="2696"/>
        <pc:sldMkLst>
          <pc:docMk/>
          <pc:sldMk cId="143120318" sldId="346"/>
        </pc:sldMkLst>
      </pc:sldChg>
      <pc:sldChg chg="del">
        <pc:chgData name="Maureen Flaherty" userId="055b12fd-78f6-4183-897c-96a66f2a3408" providerId="ADAL" clId="{074C1450-733E-4CCC-B3A7-CEE09C44B484}" dt="2026-01-14T15:53:10.166" v="53" actId="2696"/>
        <pc:sldMkLst>
          <pc:docMk/>
          <pc:sldMk cId="202729952" sldId="347"/>
        </pc:sldMkLst>
      </pc:sldChg>
      <pc:sldChg chg="del">
        <pc:chgData name="Maureen Flaherty" userId="055b12fd-78f6-4183-897c-96a66f2a3408" providerId="ADAL" clId="{074C1450-733E-4CCC-B3A7-CEE09C44B484}" dt="2026-01-14T15:53:12.719" v="54" actId="2696"/>
        <pc:sldMkLst>
          <pc:docMk/>
          <pc:sldMk cId="4071881337" sldId="348"/>
        </pc:sldMkLst>
      </pc:sldChg>
      <pc:sldChg chg="del">
        <pc:chgData name="Maureen Flaherty" userId="055b12fd-78f6-4183-897c-96a66f2a3408" providerId="ADAL" clId="{074C1450-733E-4CCC-B3A7-CEE09C44B484}" dt="2026-01-14T15:51:16.506" v="41" actId="2696"/>
        <pc:sldMkLst>
          <pc:docMk/>
          <pc:sldMk cId="4149104644" sldId="349"/>
        </pc:sldMkLst>
      </pc:sldChg>
      <pc:sldChg chg="del">
        <pc:chgData name="Maureen Flaherty" userId="055b12fd-78f6-4183-897c-96a66f2a3408" providerId="ADAL" clId="{074C1450-733E-4CCC-B3A7-CEE09C44B484}" dt="2026-01-14T15:50:27.207" v="29" actId="2696"/>
        <pc:sldMkLst>
          <pc:docMk/>
          <pc:sldMk cId="67067238" sldId="350"/>
        </pc:sldMkLst>
      </pc:sldChg>
      <pc:sldChg chg="add ord">
        <pc:chgData name="Maureen Flaherty" userId="055b12fd-78f6-4183-897c-96a66f2a3408" providerId="ADAL" clId="{074C1450-733E-4CCC-B3A7-CEE09C44B484}" dt="2026-01-14T15:52:57.791" v="50"/>
        <pc:sldMkLst>
          <pc:docMk/>
          <pc:sldMk cId="170486214" sldId="350"/>
        </pc:sldMkLst>
      </pc:sldChg>
      <pc:sldChg chg="del">
        <pc:chgData name="Maureen Flaherty" userId="055b12fd-78f6-4183-897c-96a66f2a3408" providerId="ADAL" clId="{074C1450-733E-4CCC-B3A7-CEE09C44B484}" dt="2026-01-14T15:50:37.399" v="32" actId="2696"/>
        <pc:sldMkLst>
          <pc:docMk/>
          <pc:sldMk cId="3826232374" sldId="2147482574"/>
        </pc:sldMkLst>
      </pc:sldChg>
      <pc:sldChg chg="addSp delSp new del mod">
        <pc:chgData name="Maureen Flaherty" userId="055b12fd-78f6-4183-897c-96a66f2a3408" providerId="ADAL" clId="{074C1450-733E-4CCC-B3A7-CEE09C44B484}" dt="2026-01-14T15:53:39.007" v="79" actId="2696"/>
        <pc:sldMkLst>
          <pc:docMk/>
          <pc:sldMk cId="2239458667" sldId="2147482575"/>
        </pc:sldMkLst>
        <pc:spChg chg="add del">
          <ac:chgData name="Maureen Flaherty" userId="055b12fd-78f6-4183-897c-96a66f2a3408" providerId="ADAL" clId="{074C1450-733E-4CCC-B3A7-CEE09C44B484}" dt="2026-01-14T15:45:46.491" v="2" actId="22"/>
          <ac:spMkLst>
            <pc:docMk/>
            <pc:sldMk cId="2239458667" sldId="2147482575"/>
            <ac:spMk id="3" creationId="{1F867704-4414-AD83-76AD-CCD90C78164E}"/>
          </ac:spMkLst>
        </pc:spChg>
        <pc:spChg chg="add del">
          <ac:chgData name="Maureen Flaherty" userId="055b12fd-78f6-4183-897c-96a66f2a3408" providerId="ADAL" clId="{074C1450-733E-4CCC-B3A7-CEE09C44B484}" dt="2026-01-14T15:46:10.045" v="4" actId="22"/>
          <ac:spMkLst>
            <pc:docMk/>
            <pc:sldMk cId="2239458667" sldId="2147482575"/>
            <ac:spMk id="5" creationId="{386CB2BC-A219-0AE0-9D9A-102D3A0367C5}"/>
          </ac:spMkLst>
        </pc:spChg>
      </pc:sldChg>
      <pc:sldChg chg="add modTransition">
        <pc:chgData name="Maureen Flaherty" userId="055b12fd-78f6-4183-897c-96a66f2a3408" providerId="ADAL" clId="{074C1450-733E-4CCC-B3A7-CEE09C44B484}" dt="2026-01-14T15:46:42.007" v="5"/>
        <pc:sldMkLst>
          <pc:docMk/>
          <pc:sldMk cId="2144865671" sldId="2147482576"/>
        </pc:sldMkLst>
      </pc:sldChg>
      <pc:sldChg chg="add del ord modTransition">
        <pc:chgData name="Maureen Flaherty" userId="055b12fd-78f6-4183-897c-96a66f2a3408" providerId="ADAL" clId="{074C1450-733E-4CCC-B3A7-CEE09C44B484}" dt="2026-01-14T15:54:29.673" v="99" actId="2696"/>
        <pc:sldMkLst>
          <pc:docMk/>
          <pc:sldMk cId="2325918813" sldId="2147482577"/>
        </pc:sldMkLst>
      </pc:sldChg>
      <pc:sldChg chg="add del ord modTransition">
        <pc:chgData name="Maureen Flaherty" userId="055b12fd-78f6-4183-897c-96a66f2a3408" providerId="ADAL" clId="{074C1450-733E-4CCC-B3A7-CEE09C44B484}" dt="2026-01-14T15:52:21.539" v="47"/>
        <pc:sldMkLst>
          <pc:docMk/>
          <pc:sldMk cId="3440816997" sldId="2147482578"/>
        </pc:sldMkLst>
      </pc:sldChg>
      <pc:sldChg chg="add del">
        <pc:chgData name="Maureen Flaherty" userId="055b12fd-78f6-4183-897c-96a66f2a3408" providerId="ADAL" clId="{074C1450-733E-4CCC-B3A7-CEE09C44B484}" dt="2026-01-14T15:47:36.797" v="13" actId="2696"/>
        <pc:sldMkLst>
          <pc:docMk/>
          <pc:sldMk cId="3927385267" sldId="2147482578"/>
        </pc:sldMkLst>
      </pc:sldChg>
      <pc:sldChg chg="modSp new mod">
        <pc:chgData name="Maureen Flaherty" userId="055b12fd-78f6-4183-897c-96a66f2a3408" providerId="ADAL" clId="{074C1450-733E-4CCC-B3A7-CEE09C44B484}" dt="2026-01-14T15:53:48.217" v="98" actId="20577"/>
        <pc:sldMkLst>
          <pc:docMk/>
          <pc:sldMk cId="3108834502" sldId="2147482579"/>
        </pc:sldMkLst>
        <pc:spChg chg="mod">
          <ac:chgData name="Maureen Flaherty" userId="055b12fd-78f6-4183-897c-96a66f2a3408" providerId="ADAL" clId="{074C1450-733E-4CCC-B3A7-CEE09C44B484}" dt="2026-01-14T15:53:29.549" v="67" actId="20577"/>
          <ac:spMkLst>
            <pc:docMk/>
            <pc:sldMk cId="3108834502" sldId="2147482579"/>
            <ac:spMk id="2" creationId="{D43FC9FF-31D1-B4E5-A783-7937B912F6E7}"/>
          </ac:spMkLst>
        </pc:spChg>
        <pc:spChg chg="mod">
          <ac:chgData name="Maureen Flaherty" userId="055b12fd-78f6-4183-897c-96a66f2a3408" providerId="ADAL" clId="{074C1450-733E-4CCC-B3A7-CEE09C44B484}" dt="2026-01-14T15:53:48.217" v="98" actId="20577"/>
          <ac:spMkLst>
            <pc:docMk/>
            <pc:sldMk cId="3108834502" sldId="2147482579"/>
            <ac:spMk id="3" creationId="{259C3FD2-EDBC-6C08-0F4F-353B36D85594}"/>
          </ac:spMkLst>
        </pc:spChg>
        <pc:spChg chg="mod">
          <ac:chgData name="Maureen Flaherty" userId="055b12fd-78f6-4183-897c-96a66f2a3408" providerId="ADAL" clId="{074C1450-733E-4CCC-B3A7-CEE09C44B484}" dt="2026-01-14T15:53:35.559" v="78" actId="20577"/>
          <ac:spMkLst>
            <pc:docMk/>
            <pc:sldMk cId="3108834502" sldId="2147482579"/>
            <ac:spMk id="4" creationId="{979E122F-9B2B-985C-271C-5B761C1E4914}"/>
          </ac:spMkLst>
        </pc:spChg>
      </pc:sldChg>
      <pc:sldChg chg="add del replId">
        <pc:chgData name="Maureen Flaherty" userId="055b12fd-78f6-4183-897c-96a66f2a3408" providerId="ADAL" clId="{074C1450-733E-4CCC-B3A7-CEE09C44B484}" dt="2026-01-14T15:47:36.797" v="13" actId="2696"/>
        <pc:sldMkLst>
          <pc:docMk/>
          <pc:sldMk cId="4085798608" sldId="2147482579"/>
        </pc:sldMkLst>
      </pc:sldChg>
    </pc:docChg>
  </pc:docChgLst>
  <pc:docChgLst>
    <pc:chgData name="Nistha Shrestha" userId="816a85c9-1e66-4691-a829-470ff6605901" providerId="ADAL" clId="{02F060A3-1420-4DD9-8BE8-0A6F9EE89773}"/>
    <pc:docChg chg="custSel modSld">
      <pc:chgData name="Nistha Shrestha" userId="816a85c9-1e66-4691-a829-470ff6605901" providerId="ADAL" clId="{02F060A3-1420-4DD9-8BE8-0A6F9EE89773}" dt="2026-01-05T14:39:55.729" v="393" actId="207"/>
      <pc:docMkLst>
        <pc:docMk/>
      </pc:docMkLst>
      <pc:sldChg chg="addSp modSp mod">
        <pc:chgData name="Nistha Shrestha" userId="816a85c9-1e66-4691-a829-470ff6605901" providerId="ADAL" clId="{02F060A3-1420-4DD9-8BE8-0A6F9EE89773}" dt="2026-01-05T14:39:55.729" v="393" actId="207"/>
        <pc:sldMkLst>
          <pc:docMk/>
          <pc:sldMk cId="3127931206" sldId="334"/>
        </pc:sldMkLst>
      </pc:sldChg>
      <pc:sldChg chg="addSp delSp modSp mod">
        <pc:chgData name="Nistha Shrestha" userId="816a85c9-1e66-4691-a829-470ff6605901" providerId="ADAL" clId="{02F060A3-1420-4DD9-8BE8-0A6F9EE89773}" dt="2026-01-05T14:39:49.974" v="392"/>
        <pc:sldMkLst>
          <pc:docMk/>
          <pc:sldMk cId="2007471362" sldId="345"/>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0" name="Group 4">
            <a:extLst>
              <a:ext uri="{FF2B5EF4-FFF2-40B4-BE49-F238E27FC236}">
                <a16:creationId xmlns:a16="http://schemas.microsoft.com/office/drawing/2014/main" id="{51B58981-2159-1AA1-695E-8F8B9C3449FC}"/>
              </a:ext>
              <a:ext uri="{C183D7F6-B498-43B3-948B-1728B52AA6E4}">
                <adec:decorative xmlns:adec="http://schemas.microsoft.com/office/drawing/2017/decorative" val="1"/>
              </a:ext>
            </a:extLst>
          </p:cNvPr>
          <p:cNvGrpSpPr>
            <a:grpSpLocks noChangeAspect="1"/>
          </p:cNvGrpSpPr>
          <p:nvPr/>
        </p:nvGrpSpPr>
        <p:grpSpPr bwMode="auto">
          <a:xfrm>
            <a:off x="6146800" y="508571"/>
            <a:ext cx="165100" cy="442087"/>
            <a:chOff x="4249" y="1683"/>
            <a:chExt cx="695" cy="1861"/>
          </a:xfrm>
        </p:grpSpPr>
        <p:sp>
          <p:nvSpPr>
            <p:cNvPr id="11" name="Freeform 5">
              <a:extLst>
                <a:ext uri="{FF2B5EF4-FFF2-40B4-BE49-F238E27FC236}">
                  <a16:creationId xmlns:a16="http://schemas.microsoft.com/office/drawing/2014/main" id="{FE0A70A1-BEE8-1F7B-C7FC-1C7514692CF1}"/>
                </a:ext>
              </a:extLst>
            </p:cNvPr>
            <p:cNvSpPr>
              <a:spLocks/>
            </p:cNvSpPr>
            <p:nvPr userDrawn="1"/>
          </p:nvSpPr>
          <p:spPr bwMode="auto">
            <a:xfrm>
              <a:off x="4249" y="1824"/>
              <a:ext cx="463" cy="1720"/>
            </a:xfrm>
            <a:custGeom>
              <a:avLst/>
              <a:gdLst>
                <a:gd name="T0" fmla="*/ 232 w 463"/>
                <a:gd name="T1" fmla="*/ 116 h 1720"/>
                <a:gd name="T2" fmla="*/ 0 w 463"/>
                <a:gd name="T3" fmla="*/ 0 h 1720"/>
                <a:gd name="T4" fmla="*/ 0 w 463"/>
                <a:gd name="T5" fmla="*/ 1487 h 1720"/>
                <a:gd name="T6" fmla="*/ 463 w 463"/>
                <a:gd name="T7" fmla="*/ 1720 h 1720"/>
                <a:gd name="T8" fmla="*/ 463 w 463"/>
                <a:gd name="T9" fmla="*/ 1463 h 1720"/>
                <a:gd name="T10" fmla="*/ 232 w 463"/>
                <a:gd name="T11" fmla="*/ 1346 h 1720"/>
                <a:gd name="T12" fmla="*/ 232 w 463"/>
                <a:gd name="T13" fmla="*/ 116 h 1720"/>
              </a:gdLst>
              <a:ahLst/>
              <a:cxnLst>
                <a:cxn ang="0">
                  <a:pos x="T0" y="T1"/>
                </a:cxn>
                <a:cxn ang="0">
                  <a:pos x="T2" y="T3"/>
                </a:cxn>
                <a:cxn ang="0">
                  <a:pos x="T4" y="T5"/>
                </a:cxn>
                <a:cxn ang="0">
                  <a:pos x="T6" y="T7"/>
                </a:cxn>
                <a:cxn ang="0">
                  <a:pos x="T8" y="T9"/>
                </a:cxn>
                <a:cxn ang="0">
                  <a:pos x="T10" y="T11"/>
                </a:cxn>
                <a:cxn ang="0">
                  <a:pos x="T12" y="T13"/>
                </a:cxn>
              </a:cxnLst>
              <a:rect l="0" t="0" r="r" b="b"/>
              <a:pathLst>
                <a:path w="463" h="1720">
                  <a:moveTo>
                    <a:pt x="232" y="116"/>
                  </a:moveTo>
                  <a:lnTo>
                    <a:pt x="0" y="0"/>
                  </a:lnTo>
                  <a:lnTo>
                    <a:pt x="0" y="1487"/>
                  </a:lnTo>
                  <a:lnTo>
                    <a:pt x="463" y="1720"/>
                  </a:lnTo>
                  <a:lnTo>
                    <a:pt x="463" y="1463"/>
                  </a:lnTo>
                  <a:lnTo>
                    <a:pt x="232" y="1346"/>
                  </a:lnTo>
                  <a:lnTo>
                    <a:pt x="232" y="116"/>
                  </a:lnTo>
                  <a:close/>
                </a:path>
              </a:pathLst>
            </a:custGeom>
            <a:solidFill>
              <a:srgbClr val="2F2A95"/>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F3541"/>
                </a:solidFill>
                <a:effectLst/>
                <a:uLnTx/>
                <a:uFillTx/>
                <a:latin typeface="Verdana"/>
                <a:ea typeface="+mn-ea"/>
                <a:cs typeface="+mn-cs"/>
              </a:endParaRPr>
            </a:p>
          </p:txBody>
        </p:sp>
        <p:sp>
          <p:nvSpPr>
            <p:cNvPr id="12" name="Freeform 6">
              <a:extLst>
                <a:ext uri="{FF2B5EF4-FFF2-40B4-BE49-F238E27FC236}">
                  <a16:creationId xmlns:a16="http://schemas.microsoft.com/office/drawing/2014/main" id="{B130AAC8-DE99-DA56-70EF-5233EC260C3B}"/>
                </a:ext>
              </a:extLst>
            </p:cNvPr>
            <p:cNvSpPr>
              <a:spLocks/>
            </p:cNvSpPr>
            <p:nvPr userDrawn="1"/>
          </p:nvSpPr>
          <p:spPr bwMode="auto">
            <a:xfrm>
              <a:off x="4481" y="1683"/>
              <a:ext cx="463" cy="1720"/>
            </a:xfrm>
            <a:custGeom>
              <a:avLst/>
              <a:gdLst>
                <a:gd name="T0" fmla="*/ 231 w 463"/>
                <a:gd name="T1" fmla="*/ 1604 h 1720"/>
                <a:gd name="T2" fmla="*/ 463 w 463"/>
                <a:gd name="T3" fmla="*/ 1720 h 1720"/>
                <a:gd name="T4" fmla="*/ 463 w 463"/>
                <a:gd name="T5" fmla="*/ 233 h 1720"/>
                <a:gd name="T6" fmla="*/ 0 w 463"/>
                <a:gd name="T7" fmla="*/ 0 h 1720"/>
                <a:gd name="T8" fmla="*/ 0 w 463"/>
                <a:gd name="T9" fmla="*/ 257 h 1720"/>
                <a:gd name="T10" fmla="*/ 231 w 463"/>
                <a:gd name="T11" fmla="*/ 374 h 1720"/>
                <a:gd name="T12" fmla="*/ 231 w 463"/>
                <a:gd name="T13" fmla="*/ 1604 h 1720"/>
              </a:gdLst>
              <a:ahLst/>
              <a:cxnLst>
                <a:cxn ang="0">
                  <a:pos x="T0" y="T1"/>
                </a:cxn>
                <a:cxn ang="0">
                  <a:pos x="T2" y="T3"/>
                </a:cxn>
                <a:cxn ang="0">
                  <a:pos x="T4" y="T5"/>
                </a:cxn>
                <a:cxn ang="0">
                  <a:pos x="T6" y="T7"/>
                </a:cxn>
                <a:cxn ang="0">
                  <a:pos x="T8" y="T9"/>
                </a:cxn>
                <a:cxn ang="0">
                  <a:pos x="T10" y="T11"/>
                </a:cxn>
                <a:cxn ang="0">
                  <a:pos x="T12" y="T13"/>
                </a:cxn>
              </a:cxnLst>
              <a:rect l="0" t="0" r="r" b="b"/>
              <a:pathLst>
                <a:path w="463" h="1720">
                  <a:moveTo>
                    <a:pt x="231" y="1604"/>
                  </a:moveTo>
                  <a:lnTo>
                    <a:pt x="463" y="1720"/>
                  </a:lnTo>
                  <a:lnTo>
                    <a:pt x="463" y="233"/>
                  </a:lnTo>
                  <a:lnTo>
                    <a:pt x="0" y="0"/>
                  </a:lnTo>
                  <a:lnTo>
                    <a:pt x="0" y="257"/>
                  </a:lnTo>
                  <a:lnTo>
                    <a:pt x="231" y="374"/>
                  </a:lnTo>
                  <a:lnTo>
                    <a:pt x="231" y="1604"/>
                  </a:lnTo>
                  <a:close/>
                </a:path>
              </a:pathLst>
            </a:custGeom>
            <a:solidFill>
              <a:srgbClr val="00B2A9"/>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F3541"/>
                </a:solidFill>
                <a:effectLst/>
                <a:uLnTx/>
                <a:uFillTx/>
                <a:latin typeface="Verdana"/>
                <a:ea typeface="+mn-ea"/>
                <a:cs typeface="+mn-cs"/>
              </a:endParaRPr>
            </a:p>
          </p:txBody>
        </p:sp>
      </p:grpSp>
      <p:sp>
        <p:nvSpPr>
          <p:cNvPr id="5" name="Slide Number Placeholder 4">
            <a:extLst>
              <a:ext uri="{FF2B5EF4-FFF2-40B4-BE49-F238E27FC236}">
                <a16:creationId xmlns:a16="http://schemas.microsoft.com/office/drawing/2014/main" id="{83E02122-5AEC-C96D-5281-C64DAEAF89AF}"/>
              </a:ext>
            </a:extLst>
          </p:cNvPr>
          <p:cNvSpPr>
            <a:spLocks noGrp="1"/>
          </p:cNvSpPr>
          <p:nvPr>
            <p:ph type="sldNum" sz="quarter" idx="3"/>
          </p:nvPr>
        </p:nvSpPr>
        <p:spPr>
          <a:xfrm>
            <a:off x="5834063" y="8358188"/>
            <a:ext cx="476250" cy="239712"/>
          </a:xfrm>
          <a:prstGeom prst="rect">
            <a:avLst/>
          </a:prstGeom>
        </p:spPr>
        <p:txBody>
          <a:bodyPr vert="horz" lIns="0" tIns="0" rIns="0" bIns="0" rtlCol="0" anchor="ctr"/>
          <a:lstStyle>
            <a:lvl1pPr algn="r">
              <a:defRPr sz="1200"/>
            </a:lvl1pPr>
          </a:lstStyle>
          <a:p>
            <a:fld id="{06D3F74B-83E5-4D53-ADBD-DB4E587BA0A8}" type="slidenum">
              <a:rPr lang="en-US" smtClean="0">
                <a:latin typeface="Verdana" panose="020B0604030504040204" pitchFamily="34" charset="0"/>
              </a:rPr>
              <a:t>‹#›</a:t>
            </a:fld>
            <a:endParaRPr lang="en-US">
              <a:latin typeface="Verdana" panose="020B0604030504040204" pitchFamily="34" charset="0"/>
            </a:endParaRPr>
          </a:p>
        </p:txBody>
      </p:sp>
      <p:sp>
        <p:nvSpPr>
          <p:cNvPr id="4" name="Footer Placeholder 3">
            <a:extLst>
              <a:ext uri="{FF2B5EF4-FFF2-40B4-BE49-F238E27FC236}">
                <a16:creationId xmlns:a16="http://schemas.microsoft.com/office/drawing/2014/main" id="{FAC0D8ED-AA8D-7AE3-DB3B-61F95FFD4CD0}"/>
              </a:ext>
            </a:extLst>
          </p:cNvPr>
          <p:cNvSpPr>
            <a:spLocks noGrp="1"/>
          </p:cNvSpPr>
          <p:nvPr>
            <p:ph type="ftr" sz="quarter" idx="2"/>
          </p:nvPr>
        </p:nvSpPr>
        <p:spPr>
          <a:xfrm>
            <a:off x="550863" y="8358188"/>
            <a:ext cx="5230812" cy="239712"/>
          </a:xfrm>
          <a:prstGeom prst="rect">
            <a:avLst/>
          </a:prstGeom>
        </p:spPr>
        <p:txBody>
          <a:bodyPr vert="horz" lIns="0" tIns="0" rIns="0" bIns="0" rtlCol="0" anchor="ctr"/>
          <a:lstStyle>
            <a:lvl1pPr algn="l">
              <a:defRPr sz="1200"/>
            </a:lvl1pPr>
          </a:lstStyle>
          <a:p>
            <a:endParaRPr lang="en-US">
              <a:latin typeface="Verdana" panose="020B0604030504040204" pitchFamily="34" charset="0"/>
            </a:endParaRPr>
          </a:p>
        </p:txBody>
      </p:sp>
      <p:sp>
        <p:nvSpPr>
          <p:cNvPr id="2" name="Header Placeholder 1">
            <a:extLst>
              <a:ext uri="{FF2B5EF4-FFF2-40B4-BE49-F238E27FC236}">
                <a16:creationId xmlns:a16="http://schemas.microsoft.com/office/drawing/2014/main" id="{621BB591-39E6-0954-8EF9-581F8FF1D2FF}"/>
              </a:ext>
            </a:extLst>
          </p:cNvPr>
          <p:cNvSpPr>
            <a:spLocks noGrp="1"/>
          </p:cNvSpPr>
          <p:nvPr>
            <p:ph type="hdr" sz="quarter"/>
          </p:nvPr>
        </p:nvSpPr>
        <p:spPr>
          <a:xfrm>
            <a:off x="550862" y="557530"/>
            <a:ext cx="5405437" cy="344170"/>
          </a:xfrm>
          <a:prstGeom prst="rect">
            <a:avLst/>
          </a:prstGeom>
        </p:spPr>
        <p:txBody>
          <a:bodyPr vert="horz" lIns="0" tIns="0" rIns="0" bIns="0" rtlCol="0" anchor="ctr"/>
          <a:lstStyle>
            <a:lvl1pPr algn="l">
              <a:defRPr sz="1200"/>
            </a:lvl1pPr>
          </a:lstStyle>
          <a:p>
            <a:endParaRPr lang="en-US">
              <a:latin typeface="+mj-lt"/>
            </a:endParaRPr>
          </a:p>
        </p:txBody>
      </p:sp>
    </p:spTree>
    <p:extLst>
      <p:ext uri="{BB962C8B-B14F-4D97-AF65-F5344CB8AC3E}">
        <p14:creationId xmlns:p14="http://schemas.microsoft.com/office/powerpoint/2010/main" val="4233618977"/>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346" userDrawn="1">
          <p15:clr>
            <a:srgbClr val="F26B43"/>
          </p15:clr>
        </p15:guide>
        <p15:guide id="2" pos="3976" userDrawn="1">
          <p15:clr>
            <a:srgbClr val="F26B43"/>
          </p15:clr>
        </p15:guide>
        <p15:guide id="3" pos="347"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546100" y="1064419"/>
            <a:ext cx="5765800" cy="3243262"/>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46100" y="4400550"/>
            <a:ext cx="57658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0" name="Group 4">
            <a:extLst>
              <a:ext uri="{FF2B5EF4-FFF2-40B4-BE49-F238E27FC236}">
                <a16:creationId xmlns:a16="http://schemas.microsoft.com/office/drawing/2014/main" id="{51B58981-2159-1AA1-695E-8F8B9C3449FC}"/>
              </a:ext>
              <a:ext uri="{C183D7F6-B498-43B3-948B-1728B52AA6E4}">
                <adec:decorative xmlns:adec="http://schemas.microsoft.com/office/drawing/2017/decorative" val="1"/>
              </a:ext>
            </a:extLst>
          </p:cNvPr>
          <p:cNvGrpSpPr>
            <a:grpSpLocks noChangeAspect="1"/>
          </p:cNvGrpSpPr>
          <p:nvPr/>
        </p:nvGrpSpPr>
        <p:grpSpPr bwMode="auto">
          <a:xfrm>
            <a:off x="6146800" y="508571"/>
            <a:ext cx="165100" cy="442087"/>
            <a:chOff x="4249" y="1683"/>
            <a:chExt cx="695" cy="1861"/>
          </a:xfrm>
        </p:grpSpPr>
        <p:sp>
          <p:nvSpPr>
            <p:cNvPr id="11" name="Freeform 5">
              <a:extLst>
                <a:ext uri="{FF2B5EF4-FFF2-40B4-BE49-F238E27FC236}">
                  <a16:creationId xmlns:a16="http://schemas.microsoft.com/office/drawing/2014/main" id="{FE0A70A1-BEE8-1F7B-C7FC-1C7514692CF1}"/>
                </a:ext>
              </a:extLst>
            </p:cNvPr>
            <p:cNvSpPr>
              <a:spLocks/>
            </p:cNvSpPr>
            <p:nvPr userDrawn="1"/>
          </p:nvSpPr>
          <p:spPr bwMode="auto">
            <a:xfrm>
              <a:off x="4249" y="1824"/>
              <a:ext cx="463" cy="1720"/>
            </a:xfrm>
            <a:custGeom>
              <a:avLst/>
              <a:gdLst>
                <a:gd name="T0" fmla="*/ 232 w 463"/>
                <a:gd name="T1" fmla="*/ 116 h 1720"/>
                <a:gd name="T2" fmla="*/ 0 w 463"/>
                <a:gd name="T3" fmla="*/ 0 h 1720"/>
                <a:gd name="T4" fmla="*/ 0 w 463"/>
                <a:gd name="T5" fmla="*/ 1487 h 1720"/>
                <a:gd name="T6" fmla="*/ 463 w 463"/>
                <a:gd name="T7" fmla="*/ 1720 h 1720"/>
                <a:gd name="T8" fmla="*/ 463 w 463"/>
                <a:gd name="T9" fmla="*/ 1463 h 1720"/>
                <a:gd name="T10" fmla="*/ 232 w 463"/>
                <a:gd name="T11" fmla="*/ 1346 h 1720"/>
                <a:gd name="T12" fmla="*/ 232 w 463"/>
                <a:gd name="T13" fmla="*/ 116 h 1720"/>
              </a:gdLst>
              <a:ahLst/>
              <a:cxnLst>
                <a:cxn ang="0">
                  <a:pos x="T0" y="T1"/>
                </a:cxn>
                <a:cxn ang="0">
                  <a:pos x="T2" y="T3"/>
                </a:cxn>
                <a:cxn ang="0">
                  <a:pos x="T4" y="T5"/>
                </a:cxn>
                <a:cxn ang="0">
                  <a:pos x="T6" y="T7"/>
                </a:cxn>
                <a:cxn ang="0">
                  <a:pos x="T8" y="T9"/>
                </a:cxn>
                <a:cxn ang="0">
                  <a:pos x="T10" y="T11"/>
                </a:cxn>
                <a:cxn ang="0">
                  <a:pos x="T12" y="T13"/>
                </a:cxn>
              </a:cxnLst>
              <a:rect l="0" t="0" r="r" b="b"/>
              <a:pathLst>
                <a:path w="463" h="1720">
                  <a:moveTo>
                    <a:pt x="232" y="116"/>
                  </a:moveTo>
                  <a:lnTo>
                    <a:pt x="0" y="0"/>
                  </a:lnTo>
                  <a:lnTo>
                    <a:pt x="0" y="1487"/>
                  </a:lnTo>
                  <a:lnTo>
                    <a:pt x="463" y="1720"/>
                  </a:lnTo>
                  <a:lnTo>
                    <a:pt x="463" y="1463"/>
                  </a:lnTo>
                  <a:lnTo>
                    <a:pt x="232" y="1346"/>
                  </a:lnTo>
                  <a:lnTo>
                    <a:pt x="232" y="116"/>
                  </a:lnTo>
                  <a:close/>
                </a:path>
              </a:pathLst>
            </a:custGeom>
            <a:solidFill>
              <a:srgbClr val="2F2A95"/>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F3541"/>
                </a:solidFill>
                <a:effectLst/>
                <a:uLnTx/>
                <a:uFillTx/>
                <a:latin typeface="Verdana"/>
                <a:ea typeface="+mn-ea"/>
                <a:cs typeface="+mn-cs"/>
              </a:endParaRPr>
            </a:p>
          </p:txBody>
        </p:sp>
        <p:sp>
          <p:nvSpPr>
            <p:cNvPr id="12" name="Freeform 6">
              <a:extLst>
                <a:ext uri="{FF2B5EF4-FFF2-40B4-BE49-F238E27FC236}">
                  <a16:creationId xmlns:a16="http://schemas.microsoft.com/office/drawing/2014/main" id="{B130AAC8-DE99-DA56-70EF-5233EC260C3B}"/>
                </a:ext>
              </a:extLst>
            </p:cNvPr>
            <p:cNvSpPr>
              <a:spLocks/>
            </p:cNvSpPr>
            <p:nvPr userDrawn="1"/>
          </p:nvSpPr>
          <p:spPr bwMode="auto">
            <a:xfrm>
              <a:off x="4481" y="1683"/>
              <a:ext cx="463" cy="1720"/>
            </a:xfrm>
            <a:custGeom>
              <a:avLst/>
              <a:gdLst>
                <a:gd name="T0" fmla="*/ 231 w 463"/>
                <a:gd name="T1" fmla="*/ 1604 h 1720"/>
                <a:gd name="T2" fmla="*/ 463 w 463"/>
                <a:gd name="T3" fmla="*/ 1720 h 1720"/>
                <a:gd name="T4" fmla="*/ 463 w 463"/>
                <a:gd name="T5" fmla="*/ 233 h 1720"/>
                <a:gd name="T6" fmla="*/ 0 w 463"/>
                <a:gd name="T7" fmla="*/ 0 h 1720"/>
                <a:gd name="T8" fmla="*/ 0 w 463"/>
                <a:gd name="T9" fmla="*/ 257 h 1720"/>
                <a:gd name="T10" fmla="*/ 231 w 463"/>
                <a:gd name="T11" fmla="*/ 374 h 1720"/>
                <a:gd name="T12" fmla="*/ 231 w 463"/>
                <a:gd name="T13" fmla="*/ 1604 h 1720"/>
              </a:gdLst>
              <a:ahLst/>
              <a:cxnLst>
                <a:cxn ang="0">
                  <a:pos x="T0" y="T1"/>
                </a:cxn>
                <a:cxn ang="0">
                  <a:pos x="T2" y="T3"/>
                </a:cxn>
                <a:cxn ang="0">
                  <a:pos x="T4" y="T5"/>
                </a:cxn>
                <a:cxn ang="0">
                  <a:pos x="T6" y="T7"/>
                </a:cxn>
                <a:cxn ang="0">
                  <a:pos x="T8" y="T9"/>
                </a:cxn>
                <a:cxn ang="0">
                  <a:pos x="T10" y="T11"/>
                </a:cxn>
                <a:cxn ang="0">
                  <a:pos x="T12" y="T13"/>
                </a:cxn>
              </a:cxnLst>
              <a:rect l="0" t="0" r="r" b="b"/>
              <a:pathLst>
                <a:path w="463" h="1720">
                  <a:moveTo>
                    <a:pt x="231" y="1604"/>
                  </a:moveTo>
                  <a:lnTo>
                    <a:pt x="463" y="1720"/>
                  </a:lnTo>
                  <a:lnTo>
                    <a:pt x="463" y="233"/>
                  </a:lnTo>
                  <a:lnTo>
                    <a:pt x="0" y="0"/>
                  </a:lnTo>
                  <a:lnTo>
                    <a:pt x="0" y="257"/>
                  </a:lnTo>
                  <a:lnTo>
                    <a:pt x="231" y="374"/>
                  </a:lnTo>
                  <a:lnTo>
                    <a:pt x="231" y="1604"/>
                  </a:lnTo>
                  <a:close/>
                </a:path>
              </a:pathLst>
            </a:custGeom>
            <a:solidFill>
              <a:srgbClr val="00B2A9"/>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F3541"/>
                </a:solidFill>
                <a:effectLst/>
                <a:uLnTx/>
                <a:uFillTx/>
                <a:latin typeface="Verdana"/>
                <a:ea typeface="+mn-ea"/>
                <a:cs typeface="+mn-cs"/>
              </a:endParaRPr>
            </a:p>
          </p:txBody>
        </p:sp>
      </p:grpSp>
      <p:sp>
        <p:nvSpPr>
          <p:cNvPr id="7" name="Slide Number Placeholder 6"/>
          <p:cNvSpPr>
            <a:spLocks noGrp="1"/>
          </p:cNvSpPr>
          <p:nvPr>
            <p:ph type="sldNum" sz="quarter" idx="5"/>
          </p:nvPr>
        </p:nvSpPr>
        <p:spPr>
          <a:xfrm>
            <a:off x="5834063" y="8358188"/>
            <a:ext cx="476250" cy="239712"/>
          </a:xfrm>
          <a:prstGeom prst="rect">
            <a:avLst/>
          </a:prstGeom>
        </p:spPr>
        <p:txBody>
          <a:bodyPr vert="horz" lIns="0" tIns="0" rIns="0" bIns="0" rtlCol="0" anchor="ctr"/>
          <a:lstStyle>
            <a:lvl1pPr algn="r">
              <a:defRPr sz="1200">
                <a:latin typeface="Verdana" panose="020B0604030504040204" pitchFamily="34" charset="0"/>
              </a:defRPr>
            </a:lvl1pPr>
          </a:lstStyle>
          <a:p>
            <a:fld id="{D29A23D1-645A-47C4-AAAF-6F2DE82A7D33}" type="slidenum">
              <a:rPr lang="en-US" smtClean="0"/>
              <a:pPr/>
              <a:t>‹#›</a:t>
            </a:fld>
            <a:endParaRPr lang="en-US"/>
          </a:p>
        </p:txBody>
      </p:sp>
      <p:sp>
        <p:nvSpPr>
          <p:cNvPr id="6" name="Footer Placeholder 5"/>
          <p:cNvSpPr>
            <a:spLocks noGrp="1"/>
          </p:cNvSpPr>
          <p:nvPr>
            <p:ph type="ftr" sz="quarter" idx="4"/>
          </p:nvPr>
        </p:nvSpPr>
        <p:spPr>
          <a:xfrm>
            <a:off x="550863" y="8358188"/>
            <a:ext cx="5230812" cy="239712"/>
          </a:xfrm>
          <a:prstGeom prst="rect">
            <a:avLst/>
          </a:prstGeom>
        </p:spPr>
        <p:txBody>
          <a:bodyPr vert="horz" lIns="0" tIns="0" rIns="0" bIns="0" rtlCol="0" anchor="ctr"/>
          <a:lstStyle>
            <a:lvl1pPr algn="l">
              <a:defRPr sz="1200">
                <a:latin typeface="Verdana" panose="020B0604030504040204" pitchFamily="34" charset="0"/>
              </a:defRPr>
            </a:lvl1pPr>
          </a:lstStyle>
          <a:p>
            <a:endParaRPr lang="en-US"/>
          </a:p>
        </p:txBody>
      </p:sp>
      <p:sp>
        <p:nvSpPr>
          <p:cNvPr id="2" name="Header Placeholder 1"/>
          <p:cNvSpPr>
            <a:spLocks noGrp="1"/>
          </p:cNvSpPr>
          <p:nvPr>
            <p:ph type="hdr" sz="quarter"/>
          </p:nvPr>
        </p:nvSpPr>
        <p:spPr>
          <a:xfrm>
            <a:off x="550862" y="557530"/>
            <a:ext cx="5405437" cy="344170"/>
          </a:xfrm>
          <a:prstGeom prst="rect">
            <a:avLst/>
          </a:prstGeom>
        </p:spPr>
        <p:txBody>
          <a:bodyPr vert="horz" lIns="0" tIns="0" rIns="0" bIns="0" rtlCol="0" anchor="ctr"/>
          <a:lstStyle>
            <a:lvl1pPr algn="l">
              <a:defRPr sz="1200">
                <a:latin typeface="+mj-lt"/>
              </a:defRPr>
            </a:lvl1pPr>
          </a:lstStyle>
          <a:p>
            <a:endParaRPr lang="en-US"/>
          </a:p>
        </p:txBody>
      </p:sp>
    </p:spTree>
    <p:extLst>
      <p:ext uri="{BB962C8B-B14F-4D97-AF65-F5344CB8AC3E}">
        <p14:creationId xmlns:p14="http://schemas.microsoft.com/office/powerpoint/2010/main" val="3035826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Verdana" panose="020B0604030504040204" pitchFamily="34" charset="0"/>
        <a:ea typeface="+mn-ea"/>
        <a:cs typeface="+mn-cs"/>
      </a:defRPr>
    </a:lvl1pPr>
    <a:lvl2pPr marL="457200" algn="l" defTabSz="914400" rtl="0" eaLnBrk="1" latinLnBrk="0" hangingPunct="1">
      <a:defRPr sz="1200" kern="1200">
        <a:solidFill>
          <a:schemeClr val="tx1"/>
        </a:solidFill>
        <a:latin typeface="Verdana" panose="020B0604030504040204" pitchFamily="34" charset="0"/>
        <a:ea typeface="+mn-ea"/>
        <a:cs typeface="+mn-cs"/>
      </a:defRPr>
    </a:lvl2pPr>
    <a:lvl3pPr marL="914400" algn="l" defTabSz="914400" rtl="0" eaLnBrk="1" latinLnBrk="0" hangingPunct="1">
      <a:defRPr sz="1200" kern="1200">
        <a:solidFill>
          <a:schemeClr val="tx1"/>
        </a:solidFill>
        <a:latin typeface="Verdana" panose="020B0604030504040204" pitchFamily="34" charset="0"/>
        <a:ea typeface="+mn-ea"/>
        <a:cs typeface="+mn-cs"/>
      </a:defRPr>
    </a:lvl3pPr>
    <a:lvl4pPr marL="1371600" algn="l" defTabSz="914400" rtl="0" eaLnBrk="1" latinLnBrk="0" hangingPunct="1">
      <a:defRPr sz="1200" kern="1200">
        <a:solidFill>
          <a:schemeClr val="tx1"/>
        </a:solidFill>
        <a:latin typeface="Verdana" panose="020B0604030504040204" pitchFamily="34" charset="0"/>
        <a:ea typeface="+mn-ea"/>
        <a:cs typeface="+mn-cs"/>
      </a:defRPr>
    </a:lvl4pPr>
    <a:lvl5pPr marL="1828800" algn="l" defTabSz="914400" rtl="0" eaLnBrk="1" latinLnBrk="0" hangingPunct="1">
      <a:defRPr sz="1200" kern="1200">
        <a:solidFill>
          <a:schemeClr val="tx1"/>
        </a:solidFill>
        <a:latin typeface="Verdana" panose="020B060403050404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346" userDrawn="1">
          <p15:clr>
            <a:srgbClr val="F26B43"/>
          </p15:clr>
        </p15:guide>
        <p15:guide id="2" pos="347" userDrawn="1">
          <p15:clr>
            <a:srgbClr val="F26B43"/>
          </p15:clr>
        </p15:guide>
        <p15:guide id="3" pos="3976" userDrawn="1">
          <p15:clr>
            <a:srgbClr val="F26B43"/>
          </p15:clr>
        </p15:guide>
      </p15:sldGuideLst>
    </p:ext>
  </p:extLst>
</p:notesMaster>
</file>

<file path=ppt/slideLayouts/_rels/slideLayout1.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Master" Target="../slideMasters/slideMaster1.xml"/><Relationship Id="rId3" Type="http://schemas.openxmlformats.org/officeDocument/2006/relationships/image" Target="../media/image1.png"/><Relationship Id="rId4"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Master" Target="../slideMasters/slideMaster1.xml"/><Relationship Id="rId3" Type="http://schemas.openxmlformats.org/officeDocument/2006/relationships/image" Target="../media/image1.png"/><Relationship Id="rId4" Type="http://schemas.openxmlformats.org/officeDocument/2006/relationships/image" Target="../media/image2.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9.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1.xml"/><Relationship Id="rId3" Type="http://schemas.openxmlformats.org/officeDocument/2006/relationships/image" Target="../media/image1.png"/><Relationship Id="rId4" Type="http://schemas.openxmlformats.org/officeDocument/2006/relationships/image" Target="../media/image2.svg"/></Relationships>
</file>

<file path=ppt/slideLayouts/_rels/slideLayout20.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1.xml"/><Relationship Id="rId3" Type="http://schemas.openxmlformats.org/officeDocument/2006/relationships/image" Target="../media/image1.png"/><Relationship Id="rId4" Type="http://schemas.openxmlformats.org/officeDocument/2006/relationships/image" Target="../media/image2.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41" name="Graphic 40" descr="InterSystems: Creative data technology">
            <a:extLst>
              <a:ext uri="{FF2B5EF4-FFF2-40B4-BE49-F238E27FC236}">
                <a16:creationId xmlns:a16="http://schemas.microsoft.com/office/drawing/2014/main" id="{6D1F4415-3901-E314-2AC4-920569B1FA27}"/>
              </a:ext>
            </a:extLst>
          </p:cNvPr>
          <p:cNvPicPr>
            <a:picLocks noChangeAspect="1"/>
          </p:cNvPicPr>
          <p:nvPr userDrawn="1">
            <p:custDataLst>
              <p:tags r:id="rId1"/>
            </p:custDataLst>
          </p:nvPr>
        </p:nvPicPr>
        <p:blipFill rotWithShape="1">
          <a:blip r:embed="rId3">
            <a:extLst>
              <a:ext uri="{96DAC541-7B7A-43D3-8B79-37D633B846F1}">
                <asvg:svgBlip xmlns:asvg="http://schemas.microsoft.com/office/drawing/2016/SVG/main" r:embed="rId4"/>
              </a:ext>
            </a:extLst>
          </a:blip>
          <a:srcRect l="-1" r="-7033"/>
          <a:stretch/>
        </p:blipFill>
        <p:spPr>
          <a:xfrm>
            <a:off x="570977" y="459740"/>
            <a:ext cx="2375423" cy="591820"/>
          </a:xfrm>
          <a:prstGeom prst="rect">
            <a:avLst/>
          </a:prstGeom>
        </p:spPr>
      </p:pic>
      <p:sp>
        <p:nvSpPr>
          <p:cNvPr id="3" name="Picture Placeholder 11">
            <a:extLst>
              <a:ext uri="{FF2B5EF4-FFF2-40B4-BE49-F238E27FC236}">
                <a16:creationId xmlns:a16="http://schemas.microsoft.com/office/drawing/2014/main" id="{D9EDAB84-7CD5-33C6-2CD8-F5E79A4E6346}"/>
              </a:ext>
            </a:extLst>
          </p:cNvPr>
          <p:cNvSpPr>
            <a:spLocks noGrp="1"/>
          </p:cNvSpPr>
          <p:nvPr>
            <p:ph type="pic" sz="quarter" idx="10" hasCustomPrompt="1"/>
          </p:nvPr>
        </p:nvSpPr>
        <p:spPr>
          <a:xfrm>
            <a:off x="3352801" y="355600"/>
            <a:ext cx="2679700" cy="787400"/>
          </a:xfrm>
        </p:spPr>
        <p:txBody>
          <a:bodyPr anchor="ctr">
            <a:noAutofit/>
          </a:bodyPr>
          <a:lstStyle>
            <a:lvl1pPr marL="0" indent="0" algn="ctr">
              <a:buNone/>
              <a:defRPr sz="1400"/>
            </a:lvl1pPr>
          </a:lstStyle>
          <a:p>
            <a:r>
              <a:rPr lang="en-US"/>
              <a:t>Click icon to add</a:t>
            </a:r>
            <a:br>
              <a:rPr lang="en-US"/>
            </a:br>
            <a:r>
              <a:rPr lang="en-US"/>
              <a:t>additional logo</a:t>
            </a:r>
          </a:p>
        </p:txBody>
      </p:sp>
      <p:sp>
        <p:nvSpPr>
          <p:cNvPr id="2" name="Title 1">
            <a:extLst>
              <a:ext uri="{FF2B5EF4-FFF2-40B4-BE49-F238E27FC236}">
                <a16:creationId xmlns:a16="http://schemas.microsoft.com/office/drawing/2014/main" id="{1D2C2119-78F4-9184-FB31-A0593C55D7AD}"/>
              </a:ext>
            </a:extLst>
          </p:cNvPr>
          <p:cNvSpPr>
            <a:spLocks noGrp="1"/>
          </p:cNvSpPr>
          <p:nvPr>
            <p:ph type="ctrTitle" hasCustomPrompt="1"/>
          </p:nvPr>
        </p:nvSpPr>
        <p:spPr>
          <a:xfrm>
            <a:off x="546100" y="1524001"/>
            <a:ext cx="7023100" cy="2317750"/>
          </a:xfrm>
        </p:spPr>
        <p:txBody>
          <a:bodyPr vert="horz" lIns="0" tIns="0" rIns="72000" bIns="0" rtlCol="0" anchor="b" anchorCtr="0">
            <a:normAutofit/>
          </a:bodyPr>
          <a:lstStyle>
            <a:lvl1pPr>
              <a:defRPr lang="en-US" sz="4400" dirty="0">
                <a:solidFill>
                  <a:schemeClr val="accent2"/>
                </a:solidFill>
                <a:ea typeface="+mn-ea"/>
                <a:cs typeface="+mn-cs"/>
              </a:defRPr>
            </a:lvl1pPr>
          </a:lstStyle>
          <a:p>
            <a:pPr lvl="0">
              <a:spcAft>
                <a:spcPts val="0"/>
              </a:spcAft>
              <a:buClrTx/>
              <a:buSzTx/>
              <a:buFontTx/>
            </a:pPr>
            <a:r>
              <a:rPr lang="en-US" dirty="0"/>
              <a:t>Click to Add Title, Use Font Size 44, Title Case</a:t>
            </a:r>
          </a:p>
        </p:txBody>
      </p:sp>
      <p:sp>
        <p:nvSpPr>
          <p:cNvPr id="8" name="Subtitle 2">
            <a:extLst>
              <a:ext uri="{FF2B5EF4-FFF2-40B4-BE49-F238E27FC236}">
                <a16:creationId xmlns:a16="http://schemas.microsoft.com/office/drawing/2014/main" id="{9E8C6115-E794-4726-A3EE-ED83C2ACA1AC}"/>
              </a:ext>
            </a:extLst>
          </p:cNvPr>
          <p:cNvSpPr>
            <a:spLocks noGrp="1"/>
          </p:cNvSpPr>
          <p:nvPr>
            <p:ph type="subTitle" idx="1" hasCustomPrompt="1"/>
          </p:nvPr>
        </p:nvSpPr>
        <p:spPr>
          <a:xfrm>
            <a:off x="546100" y="3967163"/>
            <a:ext cx="7023100" cy="1224466"/>
          </a:xfrm>
        </p:spPr>
        <p:txBody>
          <a:bodyPr vert="horz" lIns="0" tIns="0" rIns="0" bIns="0" rtlCol="0" anchor="t" anchorCtr="0">
            <a:normAutofit/>
          </a:bodyPr>
          <a:lstStyle>
            <a:lvl1pPr marL="0" indent="0">
              <a:buNone/>
              <a:defRPr lang="en-US" sz="1800" baseline="0"/>
            </a:lvl1pPr>
          </a:lstStyle>
          <a:p>
            <a:pPr lvl="0"/>
            <a:r>
              <a:rPr lang="en-US"/>
              <a:t>Click to add subtitle, use font size 18, sentence case</a:t>
            </a:r>
          </a:p>
        </p:txBody>
      </p:sp>
      <p:sp>
        <p:nvSpPr>
          <p:cNvPr id="10" name="Freeform: Shape 9">
            <a:extLst>
              <a:ext uri="{FF2B5EF4-FFF2-40B4-BE49-F238E27FC236}">
                <a16:creationId xmlns:a16="http://schemas.microsoft.com/office/drawing/2014/main" id="{AF43FD7D-CE39-27E7-6D95-D23E9A2C753F}"/>
              </a:ext>
              <a:ext uri="{C183D7F6-B498-43B3-948B-1728B52AA6E4}">
                <adec:decorative xmlns:adec="http://schemas.microsoft.com/office/drawing/2017/decorative" val="1"/>
              </a:ext>
            </a:extLst>
          </p:cNvPr>
          <p:cNvSpPr>
            <a:spLocks noChangeAspect="1"/>
          </p:cNvSpPr>
          <p:nvPr userDrawn="1"/>
        </p:nvSpPr>
        <p:spPr>
          <a:xfrm>
            <a:off x="11636180" y="2608096"/>
            <a:ext cx="784673" cy="2986532"/>
          </a:xfrm>
          <a:custGeom>
            <a:avLst/>
            <a:gdLst>
              <a:gd name="connsiteX0" fmla="*/ 0 w 784673"/>
              <a:gd name="connsiteY0" fmla="*/ 0 h 2986532"/>
              <a:gd name="connsiteX1" fmla="*/ 784673 w 784673"/>
              <a:gd name="connsiteY1" fmla="*/ 389357 h 2986532"/>
              <a:gd name="connsiteX2" fmla="*/ 784673 w 784673"/>
              <a:gd name="connsiteY2" fmla="*/ 515309 h 2986532"/>
              <a:gd name="connsiteX3" fmla="*/ 784673 w 784673"/>
              <a:gd name="connsiteY3" fmla="*/ 2860580 h 2986532"/>
              <a:gd name="connsiteX4" fmla="*/ 784673 w 784673"/>
              <a:gd name="connsiteY4" fmla="*/ 2986532 h 2986532"/>
              <a:gd name="connsiteX5" fmla="*/ 0 w 784673"/>
              <a:gd name="connsiteY5" fmla="*/ 2597175 h 2986532"/>
              <a:gd name="connsiteX6" fmla="*/ 0 w 784673"/>
              <a:gd name="connsiteY6" fmla="*/ 2471223 h 2986532"/>
              <a:gd name="connsiteX7" fmla="*/ 0 w 784673"/>
              <a:gd name="connsiteY7" fmla="*/ 125952 h 298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4673" h="2986532">
                <a:moveTo>
                  <a:pt x="0" y="0"/>
                </a:moveTo>
                <a:lnTo>
                  <a:pt x="784673" y="389357"/>
                </a:lnTo>
                <a:lnTo>
                  <a:pt x="784673" y="515309"/>
                </a:lnTo>
                <a:lnTo>
                  <a:pt x="784673" y="2860580"/>
                </a:lnTo>
                <a:lnTo>
                  <a:pt x="784673" y="2986532"/>
                </a:lnTo>
                <a:lnTo>
                  <a:pt x="0" y="2597175"/>
                </a:lnTo>
                <a:lnTo>
                  <a:pt x="0" y="2471223"/>
                </a:lnTo>
                <a:lnTo>
                  <a:pt x="0" y="125952"/>
                </a:lnTo>
                <a:close/>
              </a:path>
            </a:pathLst>
          </a:custGeom>
          <a:noFill/>
          <a:ln w="19050" cap="flat">
            <a:gradFill flip="none" rotWithShape="1">
              <a:gsLst>
                <a:gs pos="59600">
                  <a:srgbClr val="92C0E9">
                    <a:alpha val="37000"/>
                  </a:srgbClr>
                </a:gs>
                <a:gs pos="0">
                  <a:srgbClr val="FFFFFF">
                    <a:alpha val="11000"/>
                  </a:srgbClr>
                </a:gs>
                <a:gs pos="100000">
                  <a:srgbClr val="2F2A95">
                    <a:alpha val="6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12" name="Freeform: Shape 11">
            <a:extLst>
              <a:ext uri="{FF2B5EF4-FFF2-40B4-BE49-F238E27FC236}">
                <a16:creationId xmlns:a16="http://schemas.microsoft.com/office/drawing/2014/main" id="{F94F5C06-FEDE-105B-2FD8-53788273D327}"/>
              </a:ext>
              <a:ext uri="{C183D7F6-B498-43B3-948B-1728B52AA6E4}">
                <adec:decorative xmlns:adec="http://schemas.microsoft.com/office/drawing/2017/decorative" val="1"/>
              </a:ext>
            </a:extLst>
          </p:cNvPr>
          <p:cNvSpPr>
            <a:spLocks noChangeAspect="1"/>
          </p:cNvSpPr>
          <p:nvPr userDrawn="1"/>
        </p:nvSpPr>
        <p:spPr>
          <a:xfrm>
            <a:off x="11243843" y="2846440"/>
            <a:ext cx="784673" cy="2986532"/>
          </a:xfrm>
          <a:custGeom>
            <a:avLst/>
            <a:gdLst>
              <a:gd name="connsiteX0" fmla="*/ 0 w 784673"/>
              <a:gd name="connsiteY0" fmla="*/ 0 h 2986532"/>
              <a:gd name="connsiteX1" fmla="*/ 784673 w 784673"/>
              <a:gd name="connsiteY1" fmla="*/ 389357 h 2986532"/>
              <a:gd name="connsiteX2" fmla="*/ 784673 w 784673"/>
              <a:gd name="connsiteY2" fmla="*/ 515309 h 2986532"/>
              <a:gd name="connsiteX3" fmla="*/ 784673 w 784673"/>
              <a:gd name="connsiteY3" fmla="*/ 2860580 h 2986532"/>
              <a:gd name="connsiteX4" fmla="*/ 784673 w 784673"/>
              <a:gd name="connsiteY4" fmla="*/ 2986532 h 2986532"/>
              <a:gd name="connsiteX5" fmla="*/ 0 w 784673"/>
              <a:gd name="connsiteY5" fmla="*/ 2597175 h 2986532"/>
              <a:gd name="connsiteX6" fmla="*/ 0 w 784673"/>
              <a:gd name="connsiteY6" fmla="*/ 2471223 h 2986532"/>
              <a:gd name="connsiteX7" fmla="*/ 0 w 784673"/>
              <a:gd name="connsiteY7" fmla="*/ 125952 h 298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4673" h="2986532">
                <a:moveTo>
                  <a:pt x="0" y="0"/>
                </a:moveTo>
                <a:lnTo>
                  <a:pt x="784673" y="389357"/>
                </a:lnTo>
                <a:lnTo>
                  <a:pt x="784673" y="515309"/>
                </a:lnTo>
                <a:lnTo>
                  <a:pt x="784673" y="2860580"/>
                </a:lnTo>
                <a:lnTo>
                  <a:pt x="784673" y="2986532"/>
                </a:lnTo>
                <a:lnTo>
                  <a:pt x="0" y="2597175"/>
                </a:lnTo>
                <a:lnTo>
                  <a:pt x="0" y="2471223"/>
                </a:lnTo>
                <a:lnTo>
                  <a:pt x="0" y="125952"/>
                </a:lnTo>
                <a:close/>
              </a:path>
            </a:pathLst>
          </a:custGeom>
          <a:noFill/>
          <a:ln w="19050" cap="flat">
            <a:gradFill flip="none" rotWithShape="1">
              <a:gsLst>
                <a:gs pos="59600">
                  <a:srgbClr val="92C0E9">
                    <a:alpha val="37000"/>
                  </a:srgbClr>
                </a:gs>
                <a:gs pos="0">
                  <a:srgbClr val="FFFFFF">
                    <a:alpha val="11000"/>
                  </a:srgbClr>
                </a:gs>
                <a:gs pos="100000">
                  <a:srgbClr val="2F2A95">
                    <a:alpha val="6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42" name="Freeform: Shape 41">
            <a:extLst>
              <a:ext uri="{FF2B5EF4-FFF2-40B4-BE49-F238E27FC236}">
                <a16:creationId xmlns:a16="http://schemas.microsoft.com/office/drawing/2014/main" id="{33717308-8D15-459A-3F39-8058FF2178B8}"/>
              </a:ext>
              <a:ext uri="{C183D7F6-B498-43B3-948B-1728B52AA6E4}">
                <adec:decorative xmlns:adec="http://schemas.microsoft.com/office/drawing/2017/decorative" val="1"/>
              </a:ext>
            </a:extLst>
          </p:cNvPr>
          <p:cNvSpPr>
            <a:spLocks noChangeAspect="1"/>
          </p:cNvSpPr>
          <p:nvPr userDrawn="1"/>
        </p:nvSpPr>
        <p:spPr>
          <a:xfrm>
            <a:off x="10851507" y="3084784"/>
            <a:ext cx="784673" cy="2986532"/>
          </a:xfrm>
          <a:custGeom>
            <a:avLst/>
            <a:gdLst>
              <a:gd name="connsiteX0" fmla="*/ 0 w 784673"/>
              <a:gd name="connsiteY0" fmla="*/ 0 h 2986532"/>
              <a:gd name="connsiteX1" fmla="*/ 784673 w 784673"/>
              <a:gd name="connsiteY1" fmla="*/ 389357 h 2986532"/>
              <a:gd name="connsiteX2" fmla="*/ 784673 w 784673"/>
              <a:gd name="connsiteY2" fmla="*/ 515309 h 2986532"/>
              <a:gd name="connsiteX3" fmla="*/ 784673 w 784673"/>
              <a:gd name="connsiteY3" fmla="*/ 2860580 h 2986532"/>
              <a:gd name="connsiteX4" fmla="*/ 784673 w 784673"/>
              <a:gd name="connsiteY4" fmla="*/ 2986532 h 2986532"/>
              <a:gd name="connsiteX5" fmla="*/ 0 w 784673"/>
              <a:gd name="connsiteY5" fmla="*/ 2597175 h 2986532"/>
              <a:gd name="connsiteX6" fmla="*/ 0 w 784673"/>
              <a:gd name="connsiteY6" fmla="*/ 2471223 h 2986532"/>
              <a:gd name="connsiteX7" fmla="*/ 0 w 784673"/>
              <a:gd name="connsiteY7" fmla="*/ 125952 h 298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4673" h="2986532">
                <a:moveTo>
                  <a:pt x="0" y="0"/>
                </a:moveTo>
                <a:lnTo>
                  <a:pt x="784673" y="389357"/>
                </a:lnTo>
                <a:lnTo>
                  <a:pt x="784673" y="515309"/>
                </a:lnTo>
                <a:lnTo>
                  <a:pt x="784673" y="2860580"/>
                </a:lnTo>
                <a:lnTo>
                  <a:pt x="784673" y="2986532"/>
                </a:lnTo>
                <a:lnTo>
                  <a:pt x="0" y="2597175"/>
                </a:lnTo>
                <a:lnTo>
                  <a:pt x="0" y="2471223"/>
                </a:lnTo>
                <a:lnTo>
                  <a:pt x="0" y="125952"/>
                </a:lnTo>
                <a:close/>
              </a:path>
            </a:pathLst>
          </a:custGeom>
          <a:gradFill flip="none" rotWithShape="1">
            <a:gsLst>
              <a:gs pos="0">
                <a:srgbClr val="78E3DE">
                  <a:alpha val="32000"/>
                </a:srgbClr>
              </a:gs>
              <a:gs pos="100000">
                <a:srgbClr val="00B2A9">
                  <a:alpha val="51000"/>
                </a:srgbClr>
              </a:gs>
            </a:gsLst>
            <a:lin ang="6900000" scaled="0"/>
            <a:tileRect/>
          </a:gradFill>
          <a:ln w="19050" cap="flat">
            <a:gradFill>
              <a:gsLst>
                <a:gs pos="0">
                  <a:srgbClr val="00B2A9">
                    <a:alpha val="66000"/>
                  </a:srgbClr>
                </a:gs>
                <a:gs pos="100000">
                  <a:srgbClr val="00B2A9">
                    <a:lumMod val="50000"/>
                  </a:srgbClr>
                </a:gs>
              </a:gsLst>
              <a:lin ang="5400000" scaled="1"/>
            </a:gradFill>
            <a:prstDash val="solid"/>
            <a:miter/>
          </a:ln>
          <a:effectLst>
            <a:outerShdw blurRad="190500" algn="ctr" rotWithShape="0">
              <a:prstClr val="black">
                <a:alpha val="25000"/>
              </a:prstClr>
            </a:outerShdw>
          </a:effectLst>
        </p:spPr>
        <p:txBody>
          <a:bodyPr wrap="square" rtlCol="0" anchor="ctr">
            <a:noAutofit/>
          </a:bodyPr>
          <a:lstStyle/>
          <a:p>
            <a:pPr marR="0" lvl="0" indent="0" defTabSz="2665918" fontAlgn="auto">
              <a:lnSpc>
                <a:spcPct val="100000"/>
              </a:lnSpc>
              <a:spcBef>
                <a:spcPts val="2918"/>
              </a:spcBef>
              <a:spcAft>
                <a:spcPts val="0"/>
              </a:spcAft>
              <a:buClr>
                <a:srgbClr val="F2F2F2"/>
              </a:buClr>
              <a:buSzTx/>
              <a:buFontTx/>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43" name="Freeform: Shape 42">
            <a:extLst>
              <a:ext uri="{FF2B5EF4-FFF2-40B4-BE49-F238E27FC236}">
                <a16:creationId xmlns:a16="http://schemas.microsoft.com/office/drawing/2014/main" id="{14763475-1F08-FAF5-B43C-5E3D6B958B6A}"/>
              </a:ext>
              <a:ext uri="{C183D7F6-B498-43B3-948B-1728B52AA6E4}">
                <adec:decorative xmlns:adec="http://schemas.microsoft.com/office/drawing/2017/decorative" val="1"/>
              </a:ext>
            </a:extLst>
          </p:cNvPr>
          <p:cNvSpPr>
            <a:spLocks noChangeAspect="1"/>
          </p:cNvSpPr>
          <p:nvPr userDrawn="1"/>
        </p:nvSpPr>
        <p:spPr>
          <a:xfrm>
            <a:off x="10459170" y="3323128"/>
            <a:ext cx="784673" cy="2986532"/>
          </a:xfrm>
          <a:custGeom>
            <a:avLst/>
            <a:gdLst>
              <a:gd name="connsiteX0" fmla="*/ 0 w 784673"/>
              <a:gd name="connsiteY0" fmla="*/ 0 h 2986532"/>
              <a:gd name="connsiteX1" fmla="*/ 784673 w 784673"/>
              <a:gd name="connsiteY1" fmla="*/ 389357 h 2986532"/>
              <a:gd name="connsiteX2" fmla="*/ 784673 w 784673"/>
              <a:gd name="connsiteY2" fmla="*/ 515309 h 2986532"/>
              <a:gd name="connsiteX3" fmla="*/ 784673 w 784673"/>
              <a:gd name="connsiteY3" fmla="*/ 2860580 h 2986532"/>
              <a:gd name="connsiteX4" fmla="*/ 784673 w 784673"/>
              <a:gd name="connsiteY4" fmla="*/ 2986532 h 2986532"/>
              <a:gd name="connsiteX5" fmla="*/ 0 w 784673"/>
              <a:gd name="connsiteY5" fmla="*/ 2597175 h 2986532"/>
              <a:gd name="connsiteX6" fmla="*/ 0 w 784673"/>
              <a:gd name="connsiteY6" fmla="*/ 2471223 h 2986532"/>
              <a:gd name="connsiteX7" fmla="*/ 0 w 784673"/>
              <a:gd name="connsiteY7" fmla="*/ 125952 h 298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4673" h="2986532">
                <a:moveTo>
                  <a:pt x="0" y="0"/>
                </a:moveTo>
                <a:lnTo>
                  <a:pt x="784673" y="389357"/>
                </a:lnTo>
                <a:lnTo>
                  <a:pt x="784673" y="515309"/>
                </a:lnTo>
                <a:lnTo>
                  <a:pt x="784673" y="2860580"/>
                </a:lnTo>
                <a:lnTo>
                  <a:pt x="784673" y="2986532"/>
                </a:lnTo>
                <a:lnTo>
                  <a:pt x="0" y="2597175"/>
                </a:lnTo>
                <a:lnTo>
                  <a:pt x="0" y="2471223"/>
                </a:lnTo>
                <a:lnTo>
                  <a:pt x="0" y="125952"/>
                </a:lnTo>
                <a:close/>
              </a:path>
            </a:pathLst>
          </a:custGeom>
          <a:noFill/>
          <a:ln w="19050" cap="flat">
            <a:gradFill flip="none" rotWithShape="1">
              <a:gsLst>
                <a:gs pos="59600">
                  <a:srgbClr val="92C0E9">
                    <a:alpha val="37000"/>
                  </a:srgbClr>
                </a:gs>
                <a:gs pos="0">
                  <a:srgbClr val="FFFFFF">
                    <a:alpha val="11000"/>
                  </a:srgbClr>
                </a:gs>
                <a:gs pos="100000">
                  <a:srgbClr val="2F2A95">
                    <a:alpha val="6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44" name="Freeform: Shape 43">
            <a:extLst>
              <a:ext uri="{FF2B5EF4-FFF2-40B4-BE49-F238E27FC236}">
                <a16:creationId xmlns:a16="http://schemas.microsoft.com/office/drawing/2014/main" id="{C1DE8F84-6043-E703-4A8E-6E13F57032D3}"/>
              </a:ext>
              <a:ext uri="{C183D7F6-B498-43B3-948B-1728B52AA6E4}">
                <adec:decorative xmlns:adec="http://schemas.microsoft.com/office/drawing/2017/decorative" val="1"/>
              </a:ext>
            </a:extLst>
          </p:cNvPr>
          <p:cNvSpPr>
            <a:spLocks noChangeAspect="1"/>
          </p:cNvSpPr>
          <p:nvPr userDrawn="1"/>
        </p:nvSpPr>
        <p:spPr>
          <a:xfrm>
            <a:off x="10066834" y="3561472"/>
            <a:ext cx="784673" cy="2986532"/>
          </a:xfrm>
          <a:custGeom>
            <a:avLst/>
            <a:gdLst>
              <a:gd name="connsiteX0" fmla="*/ 0 w 784673"/>
              <a:gd name="connsiteY0" fmla="*/ 0 h 2986532"/>
              <a:gd name="connsiteX1" fmla="*/ 784673 w 784673"/>
              <a:gd name="connsiteY1" fmla="*/ 389357 h 2986532"/>
              <a:gd name="connsiteX2" fmla="*/ 784673 w 784673"/>
              <a:gd name="connsiteY2" fmla="*/ 515309 h 2986532"/>
              <a:gd name="connsiteX3" fmla="*/ 784673 w 784673"/>
              <a:gd name="connsiteY3" fmla="*/ 2860580 h 2986532"/>
              <a:gd name="connsiteX4" fmla="*/ 784673 w 784673"/>
              <a:gd name="connsiteY4" fmla="*/ 2986532 h 2986532"/>
              <a:gd name="connsiteX5" fmla="*/ 0 w 784673"/>
              <a:gd name="connsiteY5" fmla="*/ 2597175 h 2986532"/>
              <a:gd name="connsiteX6" fmla="*/ 0 w 784673"/>
              <a:gd name="connsiteY6" fmla="*/ 2471223 h 2986532"/>
              <a:gd name="connsiteX7" fmla="*/ 0 w 784673"/>
              <a:gd name="connsiteY7" fmla="*/ 125952 h 298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4673" h="2986532">
                <a:moveTo>
                  <a:pt x="0" y="0"/>
                </a:moveTo>
                <a:lnTo>
                  <a:pt x="784673" y="389357"/>
                </a:lnTo>
                <a:lnTo>
                  <a:pt x="784673" y="515309"/>
                </a:lnTo>
                <a:lnTo>
                  <a:pt x="784673" y="2860580"/>
                </a:lnTo>
                <a:lnTo>
                  <a:pt x="784673" y="2986532"/>
                </a:lnTo>
                <a:lnTo>
                  <a:pt x="0" y="2597175"/>
                </a:lnTo>
                <a:lnTo>
                  <a:pt x="0" y="2471223"/>
                </a:lnTo>
                <a:lnTo>
                  <a:pt x="0" y="125952"/>
                </a:lnTo>
                <a:close/>
              </a:path>
            </a:pathLst>
          </a:custGeom>
          <a:noFill/>
          <a:ln w="19050" cap="flat">
            <a:gradFill flip="none" rotWithShape="1">
              <a:gsLst>
                <a:gs pos="15000">
                  <a:srgbClr val="D8E8F7">
                    <a:alpha val="26000"/>
                  </a:srgbClr>
                </a:gs>
                <a:gs pos="59600">
                  <a:srgbClr val="92C0E9">
                    <a:alpha val="50000"/>
                  </a:srgbClr>
                </a:gs>
                <a:gs pos="0">
                  <a:srgbClr val="FFFFFF">
                    <a:alpha val="80000"/>
                  </a:srgbClr>
                </a:gs>
                <a:gs pos="100000">
                  <a:srgbClr val="2F2A95">
                    <a:alpha val="6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45" name="Freeform: Shape 44">
            <a:extLst>
              <a:ext uri="{FF2B5EF4-FFF2-40B4-BE49-F238E27FC236}">
                <a16:creationId xmlns:a16="http://schemas.microsoft.com/office/drawing/2014/main" id="{51F6E0A0-7644-DFF3-4E2E-4188B0BF327C}"/>
              </a:ext>
              <a:ext uri="{C183D7F6-B498-43B3-948B-1728B52AA6E4}">
                <adec:decorative xmlns:adec="http://schemas.microsoft.com/office/drawing/2017/decorative" val="1"/>
              </a:ext>
            </a:extLst>
          </p:cNvPr>
          <p:cNvSpPr>
            <a:spLocks noChangeAspect="1"/>
          </p:cNvSpPr>
          <p:nvPr userDrawn="1"/>
        </p:nvSpPr>
        <p:spPr>
          <a:xfrm>
            <a:off x="9674497" y="3799816"/>
            <a:ext cx="784673" cy="2986532"/>
          </a:xfrm>
          <a:custGeom>
            <a:avLst/>
            <a:gdLst>
              <a:gd name="connsiteX0" fmla="*/ 0 w 784673"/>
              <a:gd name="connsiteY0" fmla="*/ 0 h 2986532"/>
              <a:gd name="connsiteX1" fmla="*/ 784673 w 784673"/>
              <a:gd name="connsiteY1" fmla="*/ 389357 h 2986532"/>
              <a:gd name="connsiteX2" fmla="*/ 784673 w 784673"/>
              <a:gd name="connsiteY2" fmla="*/ 515309 h 2986532"/>
              <a:gd name="connsiteX3" fmla="*/ 784673 w 784673"/>
              <a:gd name="connsiteY3" fmla="*/ 2860580 h 2986532"/>
              <a:gd name="connsiteX4" fmla="*/ 784673 w 784673"/>
              <a:gd name="connsiteY4" fmla="*/ 2986532 h 2986532"/>
              <a:gd name="connsiteX5" fmla="*/ 0 w 784673"/>
              <a:gd name="connsiteY5" fmla="*/ 2597175 h 2986532"/>
              <a:gd name="connsiteX6" fmla="*/ 0 w 784673"/>
              <a:gd name="connsiteY6" fmla="*/ 2471223 h 2986532"/>
              <a:gd name="connsiteX7" fmla="*/ 0 w 784673"/>
              <a:gd name="connsiteY7" fmla="*/ 125952 h 298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4673" h="2986532">
                <a:moveTo>
                  <a:pt x="0" y="0"/>
                </a:moveTo>
                <a:lnTo>
                  <a:pt x="784673" y="389357"/>
                </a:lnTo>
                <a:lnTo>
                  <a:pt x="784673" y="515309"/>
                </a:lnTo>
                <a:lnTo>
                  <a:pt x="784673" y="2860580"/>
                </a:lnTo>
                <a:lnTo>
                  <a:pt x="784673" y="2986532"/>
                </a:lnTo>
                <a:lnTo>
                  <a:pt x="0" y="2597175"/>
                </a:lnTo>
                <a:lnTo>
                  <a:pt x="0" y="2471223"/>
                </a:lnTo>
                <a:lnTo>
                  <a:pt x="0" y="125952"/>
                </a:lnTo>
                <a:close/>
              </a:path>
            </a:pathLst>
          </a:custGeom>
          <a:gradFill flip="none" rotWithShape="1">
            <a:gsLst>
              <a:gs pos="100000">
                <a:srgbClr val="2F2A95">
                  <a:alpha val="90000"/>
                </a:srgbClr>
              </a:gs>
              <a:gs pos="0">
                <a:srgbClr val="92C0E9">
                  <a:alpha val="50000"/>
                </a:srgbClr>
              </a:gs>
              <a:gs pos="64198">
                <a:srgbClr val="C5B4E2">
                  <a:alpha val="61000"/>
                </a:srgbClr>
              </a:gs>
              <a:gs pos="33000">
                <a:srgbClr val="92C0E9">
                  <a:alpha val="65000"/>
                </a:srgbClr>
              </a:gs>
            </a:gsLst>
            <a:lin ang="6900000" scaled="0"/>
            <a:tileRect/>
          </a:gradFill>
          <a:ln w="19050" cap="flat">
            <a:gradFill>
              <a:gsLst>
                <a:gs pos="0">
                  <a:srgbClr val="92C0E9">
                    <a:lumMod val="75000"/>
                    <a:alpha val="39000"/>
                  </a:srgbClr>
                </a:gs>
                <a:gs pos="100000">
                  <a:srgbClr val="2F2A95">
                    <a:alpha val="75000"/>
                  </a:srgbClr>
                </a:gs>
              </a:gsLst>
              <a:lin ang="5400000" scaled="1"/>
            </a:gradFill>
            <a:prstDash val="solid"/>
            <a:miter/>
          </a:ln>
          <a:effectLst>
            <a:outerShdw blurRad="190500" algn="ctr" rotWithShape="0">
              <a:prstClr val="black">
                <a:alpha val="25000"/>
              </a:prstClr>
            </a:outerShdw>
          </a:effectLst>
        </p:spPr>
        <p:txBody>
          <a:bodyPr wrap="square" rtlCol="0" anchor="ctr">
            <a:noAutofit/>
          </a:bodyPr>
          <a:lstStyle/>
          <a:p>
            <a:pPr marR="0" lvl="0" indent="0" defTabSz="2665918" fontAlgn="auto">
              <a:lnSpc>
                <a:spcPct val="100000"/>
              </a:lnSpc>
              <a:spcBef>
                <a:spcPts val="2918"/>
              </a:spcBef>
              <a:spcAft>
                <a:spcPts val="0"/>
              </a:spcAft>
              <a:buClr>
                <a:srgbClr val="F2F2F2"/>
              </a:buClr>
              <a:buSzTx/>
              <a:buFontTx/>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46" name="Freeform: Shape 45">
            <a:extLst>
              <a:ext uri="{FF2B5EF4-FFF2-40B4-BE49-F238E27FC236}">
                <a16:creationId xmlns:a16="http://schemas.microsoft.com/office/drawing/2014/main" id="{307C5875-3058-EE75-9A38-BCE8F741DBBB}"/>
              </a:ext>
              <a:ext uri="{C183D7F6-B498-43B3-948B-1728B52AA6E4}">
                <adec:decorative xmlns:adec="http://schemas.microsoft.com/office/drawing/2017/decorative" val="1"/>
              </a:ext>
            </a:extLst>
          </p:cNvPr>
          <p:cNvSpPr>
            <a:spLocks noChangeAspect="1"/>
          </p:cNvSpPr>
          <p:nvPr userDrawn="1"/>
        </p:nvSpPr>
        <p:spPr>
          <a:xfrm>
            <a:off x="9282161" y="4038160"/>
            <a:ext cx="784673" cy="2986532"/>
          </a:xfrm>
          <a:custGeom>
            <a:avLst/>
            <a:gdLst>
              <a:gd name="connsiteX0" fmla="*/ 0 w 784673"/>
              <a:gd name="connsiteY0" fmla="*/ 0 h 2986532"/>
              <a:gd name="connsiteX1" fmla="*/ 784673 w 784673"/>
              <a:gd name="connsiteY1" fmla="*/ 389357 h 2986532"/>
              <a:gd name="connsiteX2" fmla="*/ 784673 w 784673"/>
              <a:gd name="connsiteY2" fmla="*/ 515309 h 2986532"/>
              <a:gd name="connsiteX3" fmla="*/ 784673 w 784673"/>
              <a:gd name="connsiteY3" fmla="*/ 2860580 h 2986532"/>
              <a:gd name="connsiteX4" fmla="*/ 784673 w 784673"/>
              <a:gd name="connsiteY4" fmla="*/ 2986532 h 2986532"/>
              <a:gd name="connsiteX5" fmla="*/ 0 w 784673"/>
              <a:gd name="connsiteY5" fmla="*/ 2597175 h 2986532"/>
              <a:gd name="connsiteX6" fmla="*/ 0 w 784673"/>
              <a:gd name="connsiteY6" fmla="*/ 2471223 h 2986532"/>
              <a:gd name="connsiteX7" fmla="*/ 0 w 784673"/>
              <a:gd name="connsiteY7" fmla="*/ 125952 h 298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4673" h="2986532">
                <a:moveTo>
                  <a:pt x="0" y="0"/>
                </a:moveTo>
                <a:lnTo>
                  <a:pt x="784673" y="389357"/>
                </a:lnTo>
                <a:lnTo>
                  <a:pt x="784673" y="515309"/>
                </a:lnTo>
                <a:lnTo>
                  <a:pt x="784673" y="2860580"/>
                </a:lnTo>
                <a:lnTo>
                  <a:pt x="784673" y="2986532"/>
                </a:lnTo>
                <a:lnTo>
                  <a:pt x="0" y="2597175"/>
                </a:lnTo>
                <a:lnTo>
                  <a:pt x="0" y="2471223"/>
                </a:lnTo>
                <a:lnTo>
                  <a:pt x="0" y="125952"/>
                </a:lnTo>
                <a:close/>
              </a:path>
            </a:pathLst>
          </a:custGeom>
          <a:noFill/>
          <a:ln w="19050" cap="flat">
            <a:gradFill flip="none" rotWithShape="1">
              <a:gsLst>
                <a:gs pos="33000">
                  <a:srgbClr val="D8E8F7">
                    <a:alpha val="0"/>
                  </a:srgbClr>
                </a:gs>
                <a:gs pos="59600">
                  <a:srgbClr val="92C0E9">
                    <a:alpha val="50000"/>
                  </a:srgbClr>
                </a:gs>
                <a:gs pos="0">
                  <a:srgbClr val="FFFFFF">
                    <a:alpha val="47000"/>
                  </a:srgbClr>
                </a:gs>
                <a:gs pos="100000">
                  <a:srgbClr val="2F2A95">
                    <a:alpha val="6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47" name="Freeform: Shape 46">
            <a:extLst>
              <a:ext uri="{FF2B5EF4-FFF2-40B4-BE49-F238E27FC236}">
                <a16:creationId xmlns:a16="http://schemas.microsoft.com/office/drawing/2014/main" id="{5EE34391-C9CE-183A-62C3-E387A224028B}"/>
              </a:ext>
              <a:ext uri="{C183D7F6-B498-43B3-948B-1728B52AA6E4}">
                <adec:decorative xmlns:adec="http://schemas.microsoft.com/office/drawing/2017/decorative" val="1"/>
              </a:ext>
            </a:extLst>
          </p:cNvPr>
          <p:cNvSpPr>
            <a:spLocks noChangeAspect="1"/>
          </p:cNvSpPr>
          <p:nvPr userDrawn="1"/>
        </p:nvSpPr>
        <p:spPr>
          <a:xfrm>
            <a:off x="8889824" y="4276504"/>
            <a:ext cx="784673" cy="2986532"/>
          </a:xfrm>
          <a:custGeom>
            <a:avLst/>
            <a:gdLst>
              <a:gd name="connsiteX0" fmla="*/ 0 w 784673"/>
              <a:gd name="connsiteY0" fmla="*/ 0 h 2986532"/>
              <a:gd name="connsiteX1" fmla="*/ 784673 w 784673"/>
              <a:gd name="connsiteY1" fmla="*/ 389357 h 2986532"/>
              <a:gd name="connsiteX2" fmla="*/ 784673 w 784673"/>
              <a:gd name="connsiteY2" fmla="*/ 515309 h 2986532"/>
              <a:gd name="connsiteX3" fmla="*/ 784673 w 784673"/>
              <a:gd name="connsiteY3" fmla="*/ 2860580 h 2986532"/>
              <a:gd name="connsiteX4" fmla="*/ 784673 w 784673"/>
              <a:gd name="connsiteY4" fmla="*/ 2986532 h 2986532"/>
              <a:gd name="connsiteX5" fmla="*/ 0 w 784673"/>
              <a:gd name="connsiteY5" fmla="*/ 2597175 h 2986532"/>
              <a:gd name="connsiteX6" fmla="*/ 0 w 784673"/>
              <a:gd name="connsiteY6" fmla="*/ 2471223 h 2986532"/>
              <a:gd name="connsiteX7" fmla="*/ 0 w 784673"/>
              <a:gd name="connsiteY7" fmla="*/ 125952 h 298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4673" h="2986532">
                <a:moveTo>
                  <a:pt x="0" y="0"/>
                </a:moveTo>
                <a:lnTo>
                  <a:pt x="784673" y="389357"/>
                </a:lnTo>
                <a:lnTo>
                  <a:pt x="784673" y="515309"/>
                </a:lnTo>
                <a:lnTo>
                  <a:pt x="784673" y="2860580"/>
                </a:lnTo>
                <a:lnTo>
                  <a:pt x="784673" y="2986532"/>
                </a:lnTo>
                <a:lnTo>
                  <a:pt x="0" y="2597175"/>
                </a:lnTo>
                <a:lnTo>
                  <a:pt x="0" y="2471223"/>
                </a:lnTo>
                <a:lnTo>
                  <a:pt x="0" y="125952"/>
                </a:lnTo>
                <a:close/>
              </a:path>
            </a:pathLst>
          </a:custGeom>
          <a:gradFill>
            <a:gsLst>
              <a:gs pos="49500">
                <a:srgbClr val="92C0E9">
                  <a:lumMod val="95000"/>
                  <a:alpha val="66000"/>
                </a:srgbClr>
              </a:gs>
              <a:gs pos="0">
                <a:srgbClr val="00B2A9">
                  <a:alpha val="47000"/>
                </a:srgbClr>
              </a:gs>
              <a:gs pos="100000">
                <a:srgbClr val="C5B4E2">
                  <a:alpha val="70000"/>
                </a:srgbClr>
              </a:gs>
            </a:gsLst>
            <a:lin ang="6900000" scaled="0"/>
          </a:gradFill>
          <a:ln w="19050" cap="flat">
            <a:gradFill flip="none" rotWithShape="1">
              <a:gsLst>
                <a:gs pos="27000">
                  <a:srgbClr val="00B2A9"/>
                </a:gs>
                <a:gs pos="100000">
                  <a:srgbClr val="C5B4E2"/>
                </a:gs>
                <a:gs pos="0">
                  <a:srgbClr val="006990"/>
                </a:gs>
              </a:gsLst>
              <a:lin ang="5400000" scaled="1"/>
              <a:tileRect/>
            </a:gradFill>
            <a:prstDash val="solid"/>
            <a:miter/>
          </a:ln>
          <a:effectLst>
            <a:outerShdw blurRad="190500" algn="ctr" rotWithShape="0">
              <a:prstClr val="black">
                <a:alpha val="25000"/>
              </a:prstClr>
            </a:outerShdw>
          </a:effectLst>
        </p:spPr>
        <p:txBody>
          <a:bodyPr wrap="square" rtlCol="0" anchor="ctr">
            <a:noAutofit/>
          </a:bodyPr>
          <a:lstStyle/>
          <a:p>
            <a:pPr marR="0" lvl="0" indent="0" defTabSz="2665918" fontAlgn="auto">
              <a:lnSpc>
                <a:spcPct val="100000"/>
              </a:lnSpc>
              <a:spcBef>
                <a:spcPts val="2918"/>
              </a:spcBef>
              <a:spcAft>
                <a:spcPts val="0"/>
              </a:spcAft>
              <a:buClr>
                <a:srgbClr val="F2F2F2"/>
              </a:buClr>
              <a:buSzTx/>
              <a:buFontTx/>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48" name="Freeform: Shape 47">
            <a:extLst>
              <a:ext uri="{FF2B5EF4-FFF2-40B4-BE49-F238E27FC236}">
                <a16:creationId xmlns:a16="http://schemas.microsoft.com/office/drawing/2014/main" id="{98EBD83E-5008-67F9-47C6-A2418698204B}"/>
              </a:ext>
              <a:ext uri="{C183D7F6-B498-43B3-948B-1728B52AA6E4}">
                <adec:decorative xmlns:adec="http://schemas.microsoft.com/office/drawing/2017/decorative" val="1"/>
              </a:ext>
            </a:extLst>
          </p:cNvPr>
          <p:cNvSpPr>
            <a:spLocks noChangeAspect="1"/>
          </p:cNvSpPr>
          <p:nvPr userDrawn="1"/>
        </p:nvSpPr>
        <p:spPr>
          <a:xfrm>
            <a:off x="8497488" y="4514848"/>
            <a:ext cx="784673" cy="2986532"/>
          </a:xfrm>
          <a:custGeom>
            <a:avLst/>
            <a:gdLst>
              <a:gd name="connsiteX0" fmla="*/ 0 w 784673"/>
              <a:gd name="connsiteY0" fmla="*/ 0 h 2986532"/>
              <a:gd name="connsiteX1" fmla="*/ 784673 w 784673"/>
              <a:gd name="connsiteY1" fmla="*/ 389357 h 2986532"/>
              <a:gd name="connsiteX2" fmla="*/ 784673 w 784673"/>
              <a:gd name="connsiteY2" fmla="*/ 515309 h 2986532"/>
              <a:gd name="connsiteX3" fmla="*/ 784673 w 784673"/>
              <a:gd name="connsiteY3" fmla="*/ 2860580 h 2986532"/>
              <a:gd name="connsiteX4" fmla="*/ 784673 w 784673"/>
              <a:gd name="connsiteY4" fmla="*/ 2986532 h 2986532"/>
              <a:gd name="connsiteX5" fmla="*/ 0 w 784673"/>
              <a:gd name="connsiteY5" fmla="*/ 2597175 h 2986532"/>
              <a:gd name="connsiteX6" fmla="*/ 0 w 784673"/>
              <a:gd name="connsiteY6" fmla="*/ 2471223 h 2986532"/>
              <a:gd name="connsiteX7" fmla="*/ 0 w 784673"/>
              <a:gd name="connsiteY7" fmla="*/ 125952 h 298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4673" h="2986532">
                <a:moveTo>
                  <a:pt x="0" y="0"/>
                </a:moveTo>
                <a:lnTo>
                  <a:pt x="784673" y="389357"/>
                </a:lnTo>
                <a:lnTo>
                  <a:pt x="784673" y="515309"/>
                </a:lnTo>
                <a:lnTo>
                  <a:pt x="784673" y="2860580"/>
                </a:lnTo>
                <a:lnTo>
                  <a:pt x="784673" y="2986532"/>
                </a:lnTo>
                <a:lnTo>
                  <a:pt x="0" y="2597175"/>
                </a:lnTo>
                <a:lnTo>
                  <a:pt x="0" y="2471223"/>
                </a:lnTo>
                <a:lnTo>
                  <a:pt x="0" y="125952"/>
                </a:lnTo>
                <a:close/>
              </a:path>
            </a:pathLst>
          </a:custGeom>
          <a:noFill/>
          <a:ln w="19050" cap="flat">
            <a:gradFill flip="none" rotWithShape="1">
              <a:gsLst>
                <a:gs pos="15000">
                  <a:srgbClr val="D8E8F7">
                    <a:alpha val="26000"/>
                  </a:srgbClr>
                </a:gs>
                <a:gs pos="59600">
                  <a:srgbClr val="92C0E9">
                    <a:alpha val="50000"/>
                  </a:srgbClr>
                </a:gs>
                <a:gs pos="0">
                  <a:srgbClr val="FFFFFF">
                    <a:alpha val="80000"/>
                  </a:srgbClr>
                </a:gs>
                <a:gs pos="100000">
                  <a:srgbClr val="2F2A95">
                    <a:alpha val="6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49" name="Freeform: Shape 48">
            <a:extLst>
              <a:ext uri="{FF2B5EF4-FFF2-40B4-BE49-F238E27FC236}">
                <a16:creationId xmlns:a16="http://schemas.microsoft.com/office/drawing/2014/main" id="{F028EB46-72F6-B968-F138-F976DC500FF7}"/>
              </a:ext>
              <a:ext uri="{C183D7F6-B498-43B3-948B-1728B52AA6E4}">
                <adec:decorative xmlns:adec="http://schemas.microsoft.com/office/drawing/2017/decorative" val="1"/>
              </a:ext>
            </a:extLst>
          </p:cNvPr>
          <p:cNvSpPr/>
          <p:nvPr userDrawn="1"/>
        </p:nvSpPr>
        <p:spPr>
          <a:xfrm>
            <a:off x="8121224" y="4753193"/>
            <a:ext cx="768600" cy="2978557"/>
          </a:xfrm>
          <a:custGeom>
            <a:avLst/>
            <a:gdLst>
              <a:gd name="connsiteX0" fmla="*/ 0 w 768600"/>
              <a:gd name="connsiteY0" fmla="*/ 0 h 2978557"/>
              <a:gd name="connsiteX1" fmla="*/ 768600 w 768600"/>
              <a:gd name="connsiteY1" fmla="*/ 381382 h 2978557"/>
              <a:gd name="connsiteX2" fmla="*/ 768600 w 768600"/>
              <a:gd name="connsiteY2" fmla="*/ 507334 h 2978557"/>
              <a:gd name="connsiteX3" fmla="*/ 768600 w 768600"/>
              <a:gd name="connsiteY3" fmla="*/ 2852605 h 2978557"/>
              <a:gd name="connsiteX4" fmla="*/ 768600 w 768600"/>
              <a:gd name="connsiteY4" fmla="*/ 2978557 h 2978557"/>
              <a:gd name="connsiteX5" fmla="*/ 0 w 768600"/>
              <a:gd name="connsiteY5" fmla="*/ 2597175 h 2978557"/>
              <a:gd name="connsiteX6" fmla="*/ 0 w 768600"/>
              <a:gd name="connsiteY6" fmla="*/ 2471223 h 2978557"/>
              <a:gd name="connsiteX7" fmla="*/ 0 w 768600"/>
              <a:gd name="connsiteY7" fmla="*/ 125952 h 2978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8600" h="2978557">
                <a:moveTo>
                  <a:pt x="0" y="0"/>
                </a:moveTo>
                <a:lnTo>
                  <a:pt x="768600" y="381382"/>
                </a:lnTo>
                <a:lnTo>
                  <a:pt x="768600" y="507334"/>
                </a:lnTo>
                <a:lnTo>
                  <a:pt x="768600" y="2852605"/>
                </a:lnTo>
                <a:lnTo>
                  <a:pt x="768600" y="2978557"/>
                </a:lnTo>
                <a:lnTo>
                  <a:pt x="0" y="2597175"/>
                </a:lnTo>
                <a:lnTo>
                  <a:pt x="0" y="2471223"/>
                </a:lnTo>
                <a:lnTo>
                  <a:pt x="0" y="125952"/>
                </a:lnTo>
                <a:close/>
              </a:path>
            </a:pathLst>
          </a:custGeom>
          <a:noFill/>
          <a:ln w="19050" cap="flat">
            <a:gradFill flip="none" rotWithShape="1">
              <a:gsLst>
                <a:gs pos="33000">
                  <a:srgbClr val="D8E8F7">
                    <a:alpha val="0"/>
                  </a:srgbClr>
                </a:gs>
                <a:gs pos="59600">
                  <a:srgbClr val="92C0E9">
                    <a:alpha val="50000"/>
                  </a:srgbClr>
                </a:gs>
                <a:gs pos="0">
                  <a:srgbClr val="FFFFFF">
                    <a:alpha val="21000"/>
                  </a:srgbClr>
                </a:gs>
                <a:gs pos="100000">
                  <a:srgbClr val="2F2A95">
                    <a:alpha val="6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50" name="Freeform: Shape 49">
            <a:extLst>
              <a:ext uri="{FF2B5EF4-FFF2-40B4-BE49-F238E27FC236}">
                <a16:creationId xmlns:a16="http://schemas.microsoft.com/office/drawing/2014/main" id="{3D626CEF-7941-ECF8-D70B-E38E9834CABA}"/>
              </a:ext>
              <a:ext uri="{C183D7F6-B498-43B3-948B-1728B52AA6E4}">
                <adec:decorative xmlns:adec="http://schemas.microsoft.com/office/drawing/2017/decorative" val="1"/>
              </a:ext>
            </a:extLst>
          </p:cNvPr>
          <p:cNvSpPr>
            <a:spLocks noChangeAspect="1"/>
          </p:cNvSpPr>
          <p:nvPr userDrawn="1"/>
        </p:nvSpPr>
        <p:spPr>
          <a:xfrm>
            <a:off x="7714910" y="4987549"/>
            <a:ext cx="782578" cy="2978557"/>
          </a:xfrm>
          <a:custGeom>
            <a:avLst/>
            <a:gdLst>
              <a:gd name="connsiteX0" fmla="*/ 0 w 784673"/>
              <a:gd name="connsiteY0" fmla="*/ 0 h 2986532"/>
              <a:gd name="connsiteX1" fmla="*/ 784673 w 784673"/>
              <a:gd name="connsiteY1" fmla="*/ 389357 h 2986532"/>
              <a:gd name="connsiteX2" fmla="*/ 784673 w 784673"/>
              <a:gd name="connsiteY2" fmla="*/ 515309 h 2986532"/>
              <a:gd name="connsiteX3" fmla="*/ 784673 w 784673"/>
              <a:gd name="connsiteY3" fmla="*/ 2860580 h 2986532"/>
              <a:gd name="connsiteX4" fmla="*/ 784673 w 784673"/>
              <a:gd name="connsiteY4" fmla="*/ 2986532 h 2986532"/>
              <a:gd name="connsiteX5" fmla="*/ 0 w 784673"/>
              <a:gd name="connsiteY5" fmla="*/ 2597175 h 2986532"/>
              <a:gd name="connsiteX6" fmla="*/ 0 w 784673"/>
              <a:gd name="connsiteY6" fmla="*/ 2471223 h 2986532"/>
              <a:gd name="connsiteX7" fmla="*/ 0 w 784673"/>
              <a:gd name="connsiteY7" fmla="*/ 125952 h 298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4673" h="2986532">
                <a:moveTo>
                  <a:pt x="0" y="0"/>
                </a:moveTo>
                <a:lnTo>
                  <a:pt x="784673" y="389357"/>
                </a:lnTo>
                <a:lnTo>
                  <a:pt x="784673" y="515309"/>
                </a:lnTo>
                <a:lnTo>
                  <a:pt x="784673" y="2860580"/>
                </a:lnTo>
                <a:lnTo>
                  <a:pt x="784673" y="2986532"/>
                </a:lnTo>
                <a:lnTo>
                  <a:pt x="0" y="2597175"/>
                </a:lnTo>
                <a:lnTo>
                  <a:pt x="0" y="2471223"/>
                </a:lnTo>
                <a:lnTo>
                  <a:pt x="0" y="125952"/>
                </a:lnTo>
                <a:close/>
              </a:path>
            </a:pathLst>
          </a:custGeom>
          <a:gradFill>
            <a:gsLst>
              <a:gs pos="100000">
                <a:srgbClr val="C5B4E2">
                  <a:lumMod val="75000"/>
                  <a:alpha val="98000"/>
                </a:srgbClr>
              </a:gs>
              <a:gs pos="0">
                <a:srgbClr val="92C0E9">
                  <a:alpha val="47000"/>
                </a:srgbClr>
              </a:gs>
              <a:gs pos="61000">
                <a:srgbClr val="2F2A95">
                  <a:alpha val="80000"/>
                </a:srgbClr>
              </a:gs>
            </a:gsLst>
            <a:lin ang="6900000" scaled="0"/>
          </a:gradFill>
          <a:ln w="19050" cap="flat">
            <a:gradFill flip="none" rotWithShape="1">
              <a:gsLst>
                <a:gs pos="0">
                  <a:srgbClr val="92C0E9">
                    <a:alpha val="27000"/>
                  </a:srgbClr>
                </a:gs>
                <a:gs pos="100000">
                  <a:srgbClr val="C5B4E2">
                    <a:lumMod val="50000"/>
                    <a:alpha val="65000"/>
                  </a:srgbClr>
                </a:gs>
              </a:gsLst>
              <a:lin ang="5400000" scaled="1"/>
              <a:tileRect/>
            </a:gradFill>
            <a:prstDash val="solid"/>
            <a:miter/>
          </a:ln>
          <a:effectLst>
            <a:outerShdw blurRad="190500" algn="ctr" rotWithShape="0">
              <a:prstClr val="black">
                <a:alpha val="25000"/>
              </a:prstClr>
            </a:outerShdw>
          </a:effectLst>
        </p:spPr>
        <p:txBody>
          <a:bodyPr wrap="square" rtlCol="0" anchor="ctr">
            <a:noAutofit/>
          </a:bodyPr>
          <a:lstStyle/>
          <a:p>
            <a:pPr marR="0" lvl="0" indent="0" defTabSz="2665918" fontAlgn="auto">
              <a:lnSpc>
                <a:spcPct val="100000"/>
              </a:lnSpc>
              <a:spcBef>
                <a:spcPts val="2918"/>
              </a:spcBef>
              <a:spcAft>
                <a:spcPts val="0"/>
              </a:spcAft>
              <a:buClr>
                <a:srgbClr val="F2F2F2"/>
              </a:buClr>
              <a:buSzTx/>
              <a:buFontTx/>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51" name="Freeform: Shape 50">
            <a:extLst>
              <a:ext uri="{FF2B5EF4-FFF2-40B4-BE49-F238E27FC236}">
                <a16:creationId xmlns:a16="http://schemas.microsoft.com/office/drawing/2014/main" id="{15A3BFB1-B5B6-9BF8-417C-4DB104022A9A}"/>
              </a:ext>
              <a:ext uri="{C183D7F6-B498-43B3-948B-1728B52AA6E4}">
                <adec:decorative xmlns:adec="http://schemas.microsoft.com/office/drawing/2017/decorative" val="1"/>
              </a:ext>
            </a:extLst>
          </p:cNvPr>
          <p:cNvSpPr>
            <a:spLocks noChangeAspect="1"/>
          </p:cNvSpPr>
          <p:nvPr userDrawn="1"/>
        </p:nvSpPr>
        <p:spPr>
          <a:xfrm>
            <a:off x="7338646" y="5225894"/>
            <a:ext cx="782578" cy="2978557"/>
          </a:xfrm>
          <a:custGeom>
            <a:avLst/>
            <a:gdLst>
              <a:gd name="connsiteX0" fmla="*/ 0 w 784673"/>
              <a:gd name="connsiteY0" fmla="*/ 0 h 2986532"/>
              <a:gd name="connsiteX1" fmla="*/ 784673 w 784673"/>
              <a:gd name="connsiteY1" fmla="*/ 389357 h 2986532"/>
              <a:gd name="connsiteX2" fmla="*/ 784673 w 784673"/>
              <a:gd name="connsiteY2" fmla="*/ 515309 h 2986532"/>
              <a:gd name="connsiteX3" fmla="*/ 784673 w 784673"/>
              <a:gd name="connsiteY3" fmla="*/ 2860580 h 2986532"/>
              <a:gd name="connsiteX4" fmla="*/ 784673 w 784673"/>
              <a:gd name="connsiteY4" fmla="*/ 2986532 h 2986532"/>
              <a:gd name="connsiteX5" fmla="*/ 0 w 784673"/>
              <a:gd name="connsiteY5" fmla="*/ 2597175 h 2986532"/>
              <a:gd name="connsiteX6" fmla="*/ 0 w 784673"/>
              <a:gd name="connsiteY6" fmla="*/ 2471223 h 2986532"/>
              <a:gd name="connsiteX7" fmla="*/ 0 w 784673"/>
              <a:gd name="connsiteY7" fmla="*/ 125952 h 298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4673" h="2986532">
                <a:moveTo>
                  <a:pt x="0" y="0"/>
                </a:moveTo>
                <a:lnTo>
                  <a:pt x="784673" y="389357"/>
                </a:lnTo>
                <a:lnTo>
                  <a:pt x="784673" y="515309"/>
                </a:lnTo>
                <a:lnTo>
                  <a:pt x="784673" y="2860580"/>
                </a:lnTo>
                <a:lnTo>
                  <a:pt x="784673" y="2986532"/>
                </a:lnTo>
                <a:lnTo>
                  <a:pt x="0" y="2597175"/>
                </a:lnTo>
                <a:lnTo>
                  <a:pt x="0" y="2471223"/>
                </a:lnTo>
                <a:lnTo>
                  <a:pt x="0" y="125952"/>
                </a:lnTo>
                <a:close/>
              </a:path>
            </a:pathLst>
          </a:custGeom>
          <a:noFill/>
          <a:ln w="19050" cap="flat">
            <a:gradFill flip="none" rotWithShape="1">
              <a:gsLst>
                <a:gs pos="33000">
                  <a:srgbClr val="D8E8F7">
                    <a:alpha val="0"/>
                  </a:srgbClr>
                </a:gs>
                <a:gs pos="59600">
                  <a:srgbClr val="92C0E9">
                    <a:alpha val="50000"/>
                  </a:srgbClr>
                </a:gs>
                <a:gs pos="0">
                  <a:srgbClr val="FFFFFF">
                    <a:alpha val="21000"/>
                  </a:srgbClr>
                </a:gs>
                <a:gs pos="100000">
                  <a:srgbClr val="2F2A95">
                    <a:alpha val="6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52" name="Freeform: Shape 51">
            <a:extLst>
              <a:ext uri="{FF2B5EF4-FFF2-40B4-BE49-F238E27FC236}">
                <a16:creationId xmlns:a16="http://schemas.microsoft.com/office/drawing/2014/main" id="{DA69C7CD-E587-9A47-D77D-2E3927ED1011}"/>
              </a:ext>
              <a:ext uri="{C183D7F6-B498-43B3-948B-1728B52AA6E4}">
                <adec:decorative xmlns:adec="http://schemas.microsoft.com/office/drawing/2017/decorative" val="1"/>
              </a:ext>
            </a:extLst>
          </p:cNvPr>
          <p:cNvSpPr>
            <a:spLocks noChangeAspect="1"/>
          </p:cNvSpPr>
          <p:nvPr userDrawn="1"/>
        </p:nvSpPr>
        <p:spPr>
          <a:xfrm>
            <a:off x="6932332" y="5464237"/>
            <a:ext cx="782578" cy="2978557"/>
          </a:xfrm>
          <a:custGeom>
            <a:avLst/>
            <a:gdLst>
              <a:gd name="connsiteX0" fmla="*/ 0 w 784673"/>
              <a:gd name="connsiteY0" fmla="*/ 0 h 2986532"/>
              <a:gd name="connsiteX1" fmla="*/ 784673 w 784673"/>
              <a:gd name="connsiteY1" fmla="*/ 389357 h 2986532"/>
              <a:gd name="connsiteX2" fmla="*/ 784673 w 784673"/>
              <a:gd name="connsiteY2" fmla="*/ 515309 h 2986532"/>
              <a:gd name="connsiteX3" fmla="*/ 784673 w 784673"/>
              <a:gd name="connsiteY3" fmla="*/ 2860580 h 2986532"/>
              <a:gd name="connsiteX4" fmla="*/ 784673 w 784673"/>
              <a:gd name="connsiteY4" fmla="*/ 2986532 h 2986532"/>
              <a:gd name="connsiteX5" fmla="*/ 0 w 784673"/>
              <a:gd name="connsiteY5" fmla="*/ 2597175 h 2986532"/>
              <a:gd name="connsiteX6" fmla="*/ 0 w 784673"/>
              <a:gd name="connsiteY6" fmla="*/ 2471223 h 2986532"/>
              <a:gd name="connsiteX7" fmla="*/ 0 w 784673"/>
              <a:gd name="connsiteY7" fmla="*/ 125952 h 298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4673" h="2986532">
                <a:moveTo>
                  <a:pt x="0" y="0"/>
                </a:moveTo>
                <a:lnTo>
                  <a:pt x="784673" y="389357"/>
                </a:lnTo>
                <a:lnTo>
                  <a:pt x="784673" y="515309"/>
                </a:lnTo>
                <a:lnTo>
                  <a:pt x="784673" y="2860580"/>
                </a:lnTo>
                <a:lnTo>
                  <a:pt x="784673" y="2986532"/>
                </a:lnTo>
                <a:lnTo>
                  <a:pt x="0" y="2597175"/>
                </a:lnTo>
                <a:lnTo>
                  <a:pt x="0" y="2471223"/>
                </a:lnTo>
                <a:lnTo>
                  <a:pt x="0" y="125952"/>
                </a:lnTo>
                <a:close/>
              </a:path>
            </a:pathLst>
          </a:custGeom>
          <a:noFill/>
          <a:ln w="19050" cap="flat">
            <a:gradFill flip="none" rotWithShape="1">
              <a:gsLst>
                <a:gs pos="59600">
                  <a:srgbClr val="92C0E9">
                    <a:alpha val="17000"/>
                  </a:srgbClr>
                </a:gs>
                <a:gs pos="0">
                  <a:srgbClr val="FFFFFF">
                    <a:alpha val="12000"/>
                  </a:srgbClr>
                </a:gs>
                <a:gs pos="100000">
                  <a:srgbClr val="2F2A95">
                    <a:alpha val="11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53" name="Freeform: Shape 52">
            <a:extLst>
              <a:ext uri="{FF2B5EF4-FFF2-40B4-BE49-F238E27FC236}">
                <a16:creationId xmlns:a16="http://schemas.microsoft.com/office/drawing/2014/main" id="{4F9F84A0-C9F5-7C3D-6C06-A598FD79394A}"/>
              </a:ext>
              <a:ext uri="{C183D7F6-B498-43B3-948B-1728B52AA6E4}">
                <adec:decorative xmlns:adec="http://schemas.microsoft.com/office/drawing/2017/decorative" val="1"/>
              </a:ext>
            </a:extLst>
          </p:cNvPr>
          <p:cNvSpPr/>
          <p:nvPr userDrawn="1"/>
        </p:nvSpPr>
        <p:spPr>
          <a:xfrm>
            <a:off x="6570045" y="5698595"/>
            <a:ext cx="768600" cy="2978557"/>
          </a:xfrm>
          <a:custGeom>
            <a:avLst/>
            <a:gdLst>
              <a:gd name="connsiteX0" fmla="*/ 0 w 768600"/>
              <a:gd name="connsiteY0" fmla="*/ 0 h 2978557"/>
              <a:gd name="connsiteX1" fmla="*/ 768600 w 768600"/>
              <a:gd name="connsiteY1" fmla="*/ 381382 h 2978557"/>
              <a:gd name="connsiteX2" fmla="*/ 768600 w 768600"/>
              <a:gd name="connsiteY2" fmla="*/ 507334 h 2978557"/>
              <a:gd name="connsiteX3" fmla="*/ 768600 w 768600"/>
              <a:gd name="connsiteY3" fmla="*/ 2852605 h 2978557"/>
              <a:gd name="connsiteX4" fmla="*/ 768600 w 768600"/>
              <a:gd name="connsiteY4" fmla="*/ 2978557 h 2978557"/>
              <a:gd name="connsiteX5" fmla="*/ 0 w 768600"/>
              <a:gd name="connsiteY5" fmla="*/ 2597175 h 2978557"/>
              <a:gd name="connsiteX6" fmla="*/ 0 w 768600"/>
              <a:gd name="connsiteY6" fmla="*/ 2471223 h 2978557"/>
              <a:gd name="connsiteX7" fmla="*/ 0 w 768600"/>
              <a:gd name="connsiteY7" fmla="*/ 125952 h 2978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8600" h="2978557">
                <a:moveTo>
                  <a:pt x="0" y="0"/>
                </a:moveTo>
                <a:lnTo>
                  <a:pt x="768600" y="381382"/>
                </a:lnTo>
                <a:lnTo>
                  <a:pt x="768600" y="507334"/>
                </a:lnTo>
                <a:lnTo>
                  <a:pt x="768600" y="2852605"/>
                </a:lnTo>
                <a:lnTo>
                  <a:pt x="768600" y="2978557"/>
                </a:lnTo>
                <a:lnTo>
                  <a:pt x="0" y="2597175"/>
                </a:lnTo>
                <a:lnTo>
                  <a:pt x="0" y="2471223"/>
                </a:lnTo>
                <a:lnTo>
                  <a:pt x="0" y="125952"/>
                </a:lnTo>
                <a:close/>
              </a:path>
            </a:pathLst>
          </a:custGeom>
          <a:gradFill flip="none" rotWithShape="1">
            <a:gsLst>
              <a:gs pos="64000">
                <a:srgbClr val="92C0E9">
                  <a:lumMod val="75000"/>
                  <a:alpha val="56000"/>
                </a:srgbClr>
              </a:gs>
              <a:gs pos="0">
                <a:srgbClr val="92C0E9">
                  <a:alpha val="15000"/>
                </a:srgbClr>
              </a:gs>
            </a:gsLst>
            <a:lin ang="6900000" scaled="0"/>
            <a:tileRect/>
          </a:gradFill>
          <a:ln w="19050" cap="flat">
            <a:gradFill>
              <a:gsLst>
                <a:gs pos="0">
                  <a:srgbClr val="92C0E9">
                    <a:alpha val="22000"/>
                  </a:srgbClr>
                </a:gs>
                <a:gs pos="100000">
                  <a:srgbClr val="92C0E9">
                    <a:lumMod val="50000"/>
                    <a:alpha val="25000"/>
                  </a:srgbClr>
                </a:gs>
              </a:gsLst>
              <a:lin ang="5400000" scaled="1"/>
            </a:gradFill>
            <a:prstDash val="solid"/>
            <a:miter/>
          </a:ln>
          <a:effectLst>
            <a:outerShdw blurRad="190500" algn="ctr" rotWithShape="0">
              <a:prstClr val="black">
                <a:alpha val="25000"/>
              </a:prstClr>
            </a:outerShdw>
          </a:effectLst>
        </p:spPr>
        <p:txBody>
          <a:bodyPr wrap="square" rtlCol="0" anchor="ctr">
            <a:noAutofit/>
          </a:bodyPr>
          <a:lstStyle/>
          <a:p>
            <a:pPr marL="0" marR="0" lvl="0" indent="0" defTabSz="2665918" eaLnBrk="1" fontAlgn="auto" latinLnBrk="0" hangingPunct="1">
              <a:lnSpc>
                <a:spcPct val="100000"/>
              </a:lnSpc>
              <a:spcBef>
                <a:spcPts val="2918"/>
              </a:spcBef>
              <a:spcAft>
                <a:spcPts val="0"/>
              </a:spcAft>
              <a:buClr>
                <a:srgbClr val="F2F2F2"/>
              </a:buClr>
              <a:buSzTx/>
              <a:buFontTx/>
              <a:buNone/>
              <a:tabLst/>
              <a:defRPr/>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54" name="Freeform: Shape 53">
            <a:extLst>
              <a:ext uri="{FF2B5EF4-FFF2-40B4-BE49-F238E27FC236}">
                <a16:creationId xmlns:a16="http://schemas.microsoft.com/office/drawing/2014/main" id="{7DE1F186-6015-38D2-7A34-4351842D0A68}"/>
              </a:ext>
              <a:ext uri="{C183D7F6-B498-43B3-948B-1728B52AA6E4}">
                <adec:decorative xmlns:adec="http://schemas.microsoft.com/office/drawing/2017/decorative" val="1"/>
              </a:ext>
            </a:extLst>
          </p:cNvPr>
          <p:cNvSpPr>
            <a:spLocks noChangeAspect="1"/>
          </p:cNvSpPr>
          <p:nvPr userDrawn="1"/>
        </p:nvSpPr>
        <p:spPr>
          <a:xfrm>
            <a:off x="6149754" y="5932951"/>
            <a:ext cx="782578" cy="2978557"/>
          </a:xfrm>
          <a:custGeom>
            <a:avLst/>
            <a:gdLst>
              <a:gd name="connsiteX0" fmla="*/ 0 w 784673"/>
              <a:gd name="connsiteY0" fmla="*/ 0 h 2986532"/>
              <a:gd name="connsiteX1" fmla="*/ 784673 w 784673"/>
              <a:gd name="connsiteY1" fmla="*/ 389357 h 2986532"/>
              <a:gd name="connsiteX2" fmla="*/ 784673 w 784673"/>
              <a:gd name="connsiteY2" fmla="*/ 515309 h 2986532"/>
              <a:gd name="connsiteX3" fmla="*/ 784673 w 784673"/>
              <a:gd name="connsiteY3" fmla="*/ 2860580 h 2986532"/>
              <a:gd name="connsiteX4" fmla="*/ 784673 w 784673"/>
              <a:gd name="connsiteY4" fmla="*/ 2986532 h 2986532"/>
              <a:gd name="connsiteX5" fmla="*/ 0 w 784673"/>
              <a:gd name="connsiteY5" fmla="*/ 2597175 h 2986532"/>
              <a:gd name="connsiteX6" fmla="*/ 0 w 784673"/>
              <a:gd name="connsiteY6" fmla="*/ 2471223 h 2986532"/>
              <a:gd name="connsiteX7" fmla="*/ 0 w 784673"/>
              <a:gd name="connsiteY7" fmla="*/ 125952 h 298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4673" h="2986532">
                <a:moveTo>
                  <a:pt x="0" y="0"/>
                </a:moveTo>
                <a:lnTo>
                  <a:pt x="784673" y="389357"/>
                </a:lnTo>
                <a:lnTo>
                  <a:pt x="784673" y="515309"/>
                </a:lnTo>
                <a:lnTo>
                  <a:pt x="784673" y="2860580"/>
                </a:lnTo>
                <a:lnTo>
                  <a:pt x="784673" y="2986532"/>
                </a:lnTo>
                <a:lnTo>
                  <a:pt x="0" y="2597175"/>
                </a:lnTo>
                <a:lnTo>
                  <a:pt x="0" y="2471223"/>
                </a:lnTo>
                <a:lnTo>
                  <a:pt x="0" y="125952"/>
                </a:lnTo>
                <a:close/>
              </a:path>
            </a:pathLst>
          </a:custGeom>
          <a:noFill/>
          <a:ln w="19050" cap="flat">
            <a:gradFill flip="none" rotWithShape="1">
              <a:gsLst>
                <a:gs pos="59600">
                  <a:srgbClr val="92C0E9">
                    <a:alpha val="37000"/>
                  </a:srgbClr>
                </a:gs>
                <a:gs pos="0">
                  <a:srgbClr val="FFFFFF">
                    <a:alpha val="11000"/>
                  </a:srgbClr>
                </a:gs>
                <a:gs pos="100000">
                  <a:srgbClr val="2F2A95">
                    <a:alpha val="6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55" name="Freeform: Shape 54">
            <a:extLst>
              <a:ext uri="{FF2B5EF4-FFF2-40B4-BE49-F238E27FC236}">
                <a16:creationId xmlns:a16="http://schemas.microsoft.com/office/drawing/2014/main" id="{90F7E14C-19D3-CCAE-F71C-1AC6C515EF54}"/>
              </a:ext>
              <a:ext uri="{C183D7F6-B498-43B3-948B-1728B52AA6E4}">
                <adec:decorative xmlns:adec="http://schemas.microsoft.com/office/drawing/2017/decorative" val="1"/>
              </a:ext>
            </a:extLst>
          </p:cNvPr>
          <p:cNvSpPr/>
          <p:nvPr userDrawn="1"/>
        </p:nvSpPr>
        <p:spPr>
          <a:xfrm>
            <a:off x="11388052" y="297668"/>
            <a:ext cx="505497" cy="1876119"/>
          </a:xfrm>
          <a:custGeom>
            <a:avLst/>
            <a:gdLst>
              <a:gd name="connsiteX0" fmla="*/ 0 w 846259"/>
              <a:gd name="connsiteY0" fmla="*/ 0 h 3140827"/>
              <a:gd name="connsiteX1" fmla="*/ 846259 w 846259"/>
              <a:gd name="connsiteY1" fmla="*/ 419916 h 3140827"/>
              <a:gd name="connsiteX2" fmla="*/ 846259 w 846259"/>
              <a:gd name="connsiteY2" fmla="*/ 3140827 h 3140827"/>
              <a:gd name="connsiteX3" fmla="*/ 0 w 846259"/>
              <a:gd name="connsiteY3" fmla="*/ 2720911 h 3140827"/>
            </a:gdLst>
            <a:ahLst/>
            <a:cxnLst>
              <a:cxn ang="0">
                <a:pos x="connsiteX0" y="connsiteY0"/>
              </a:cxn>
              <a:cxn ang="0">
                <a:pos x="connsiteX1" y="connsiteY1"/>
              </a:cxn>
              <a:cxn ang="0">
                <a:pos x="connsiteX2" y="connsiteY2"/>
              </a:cxn>
              <a:cxn ang="0">
                <a:pos x="connsiteX3" y="connsiteY3"/>
              </a:cxn>
            </a:cxnLst>
            <a:rect l="l" t="t" r="r" b="b"/>
            <a:pathLst>
              <a:path w="846259" h="3140827">
                <a:moveTo>
                  <a:pt x="0" y="0"/>
                </a:moveTo>
                <a:lnTo>
                  <a:pt x="846259" y="419916"/>
                </a:lnTo>
                <a:lnTo>
                  <a:pt x="846259" y="3140827"/>
                </a:lnTo>
                <a:lnTo>
                  <a:pt x="0" y="2720911"/>
                </a:lnTo>
                <a:close/>
              </a:path>
            </a:pathLst>
          </a:custGeom>
          <a:noFill/>
          <a:ln w="19050" cap="flat">
            <a:gradFill flip="none" rotWithShape="1">
              <a:gsLst>
                <a:gs pos="59600">
                  <a:srgbClr val="92C0E9">
                    <a:alpha val="20000"/>
                  </a:srgbClr>
                </a:gs>
                <a:gs pos="0">
                  <a:srgbClr val="FFFFFF">
                    <a:alpha val="7000"/>
                  </a:srgbClr>
                </a:gs>
                <a:gs pos="100000">
                  <a:srgbClr val="2F2A95">
                    <a:alpha val="6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56" name="Freeform: Shape 55">
            <a:extLst>
              <a:ext uri="{FF2B5EF4-FFF2-40B4-BE49-F238E27FC236}">
                <a16:creationId xmlns:a16="http://schemas.microsoft.com/office/drawing/2014/main" id="{51351FC7-415D-F20A-EA9F-3D22330D4053}"/>
              </a:ext>
              <a:ext uri="{C183D7F6-B498-43B3-948B-1728B52AA6E4}">
                <adec:decorative xmlns:adec="http://schemas.microsoft.com/office/drawing/2017/decorative" val="1"/>
              </a:ext>
            </a:extLst>
          </p:cNvPr>
          <p:cNvSpPr/>
          <p:nvPr userDrawn="1"/>
        </p:nvSpPr>
        <p:spPr>
          <a:xfrm>
            <a:off x="11136184" y="431980"/>
            <a:ext cx="505497" cy="1876119"/>
          </a:xfrm>
          <a:custGeom>
            <a:avLst/>
            <a:gdLst>
              <a:gd name="connsiteX0" fmla="*/ 0 w 846259"/>
              <a:gd name="connsiteY0" fmla="*/ 0 h 3140827"/>
              <a:gd name="connsiteX1" fmla="*/ 846259 w 846259"/>
              <a:gd name="connsiteY1" fmla="*/ 419916 h 3140827"/>
              <a:gd name="connsiteX2" fmla="*/ 846259 w 846259"/>
              <a:gd name="connsiteY2" fmla="*/ 3140827 h 3140827"/>
              <a:gd name="connsiteX3" fmla="*/ 0 w 846259"/>
              <a:gd name="connsiteY3" fmla="*/ 2720911 h 3140827"/>
            </a:gdLst>
            <a:ahLst/>
            <a:cxnLst>
              <a:cxn ang="0">
                <a:pos x="connsiteX0" y="connsiteY0"/>
              </a:cxn>
              <a:cxn ang="0">
                <a:pos x="connsiteX1" y="connsiteY1"/>
              </a:cxn>
              <a:cxn ang="0">
                <a:pos x="connsiteX2" y="connsiteY2"/>
              </a:cxn>
              <a:cxn ang="0">
                <a:pos x="connsiteX3" y="connsiteY3"/>
              </a:cxn>
            </a:cxnLst>
            <a:rect l="l" t="t" r="r" b="b"/>
            <a:pathLst>
              <a:path w="846259" h="3140827">
                <a:moveTo>
                  <a:pt x="0" y="0"/>
                </a:moveTo>
                <a:lnTo>
                  <a:pt x="846259" y="419916"/>
                </a:lnTo>
                <a:lnTo>
                  <a:pt x="846259" y="3140827"/>
                </a:lnTo>
                <a:lnTo>
                  <a:pt x="0" y="2720911"/>
                </a:lnTo>
                <a:close/>
              </a:path>
            </a:pathLst>
          </a:custGeom>
          <a:gradFill flip="none" rotWithShape="1">
            <a:gsLst>
              <a:gs pos="0">
                <a:srgbClr val="78E3DE">
                  <a:lumMod val="94000"/>
                  <a:alpha val="13000"/>
                </a:srgbClr>
              </a:gs>
              <a:gs pos="100000">
                <a:srgbClr val="2F2A95">
                  <a:alpha val="35000"/>
                </a:srgbClr>
              </a:gs>
              <a:gs pos="72000">
                <a:srgbClr val="00B2A9">
                  <a:alpha val="31000"/>
                </a:srgbClr>
              </a:gs>
            </a:gsLst>
            <a:lin ang="6900000" scaled="0"/>
            <a:tileRect/>
          </a:gradFill>
          <a:ln w="19050" cap="flat">
            <a:gradFill>
              <a:gsLst>
                <a:gs pos="0">
                  <a:srgbClr val="00B2A9">
                    <a:alpha val="40000"/>
                  </a:srgbClr>
                </a:gs>
                <a:gs pos="100000">
                  <a:srgbClr val="2F2A95">
                    <a:alpha val="8000"/>
                  </a:srgbClr>
                </a:gs>
              </a:gsLst>
              <a:lin ang="5400000" scaled="1"/>
            </a:gradFill>
            <a:prstDash val="solid"/>
            <a:miter/>
          </a:ln>
          <a:effectLst>
            <a:outerShdw blurRad="190500" algn="ctr" rotWithShape="0">
              <a:prstClr val="black">
                <a:alpha val="25000"/>
              </a:prstClr>
            </a:outerShdw>
          </a:effectLst>
        </p:spPr>
        <p:txBody>
          <a:bodyPr wrap="square" rtlCol="0" anchor="ctr">
            <a:noAutofit/>
          </a:bodyPr>
          <a:lstStyle/>
          <a:p>
            <a:pPr marR="0" lvl="0" indent="0" defTabSz="2665918" fontAlgn="auto">
              <a:lnSpc>
                <a:spcPct val="100000"/>
              </a:lnSpc>
              <a:spcBef>
                <a:spcPts val="2918"/>
              </a:spcBef>
              <a:spcAft>
                <a:spcPts val="0"/>
              </a:spcAft>
              <a:buClr>
                <a:srgbClr val="F2F2F2"/>
              </a:buClr>
              <a:buSzTx/>
              <a:buFontTx/>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57" name="Freeform: Shape 56">
            <a:extLst>
              <a:ext uri="{FF2B5EF4-FFF2-40B4-BE49-F238E27FC236}">
                <a16:creationId xmlns:a16="http://schemas.microsoft.com/office/drawing/2014/main" id="{DBFD5279-F048-99C5-CEF5-52E39BC5FFCF}"/>
              </a:ext>
              <a:ext uri="{C183D7F6-B498-43B3-948B-1728B52AA6E4}">
                <adec:decorative xmlns:adec="http://schemas.microsoft.com/office/drawing/2017/decorative" val="1"/>
              </a:ext>
            </a:extLst>
          </p:cNvPr>
          <p:cNvSpPr/>
          <p:nvPr userDrawn="1"/>
        </p:nvSpPr>
        <p:spPr>
          <a:xfrm>
            <a:off x="10882555" y="583989"/>
            <a:ext cx="505497" cy="1876119"/>
          </a:xfrm>
          <a:custGeom>
            <a:avLst/>
            <a:gdLst>
              <a:gd name="connsiteX0" fmla="*/ 0 w 846259"/>
              <a:gd name="connsiteY0" fmla="*/ 0 h 3140827"/>
              <a:gd name="connsiteX1" fmla="*/ 846259 w 846259"/>
              <a:gd name="connsiteY1" fmla="*/ 419916 h 3140827"/>
              <a:gd name="connsiteX2" fmla="*/ 846259 w 846259"/>
              <a:gd name="connsiteY2" fmla="*/ 3140827 h 3140827"/>
              <a:gd name="connsiteX3" fmla="*/ 0 w 846259"/>
              <a:gd name="connsiteY3" fmla="*/ 2720911 h 3140827"/>
            </a:gdLst>
            <a:ahLst/>
            <a:cxnLst>
              <a:cxn ang="0">
                <a:pos x="connsiteX0" y="connsiteY0"/>
              </a:cxn>
              <a:cxn ang="0">
                <a:pos x="connsiteX1" y="connsiteY1"/>
              </a:cxn>
              <a:cxn ang="0">
                <a:pos x="connsiteX2" y="connsiteY2"/>
              </a:cxn>
              <a:cxn ang="0">
                <a:pos x="connsiteX3" y="connsiteY3"/>
              </a:cxn>
            </a:cxnLst>
            <a:rect l="l" t="t" r="r" b="b"/>
            <a:pathLst>
              <a:path w="846259" h="3140827">
                <a:moveTo>
                  <a:pt x="0" y="0"/>
                </a:moveTo>
                <a:lnTo>
                  <a:pt x="846259" y="419916"/>
                </a:lnTo>
                <a:lnTo>
                  <a:pt x="846259" y="3140827"/>
                </a:lnTo>
                <a:lnTo>
                  <a:pt x="0" y="2720911"/>
                </a:lnTo>
                <a:close/>
              </a:path>
            </a:pathLst>
          </a:custGeom>
          <a:gradFill flip="none" rotWithShape="1">
            <a:gsLst>
              <a:gs pos="0">
                <a:srgbClr val="78E3DE">
                  <a:alpha val="26000"/>
                </a:srgbClr>
              </a:gs>
              <a:gs pos="99000">
                <a:srgbClr val="00B2A9">
                  <a:alpha val="23000"/>
                </a:srgbClr>
              </a:gs>
            </a:gsLst>
            <a:lin ang="6900000" scaled="0"/>
            <a:tileRect/>
          </a:gradFill>
          <a:ln w="19050" cap="flat">
            <a:gradFill>
              <a:gsLst>
                <a:gs pos="0">
                  <a:srgbClr val="00B2A9">
                    <a:lumMod val="99000"/>
                    <a:alpha val="20000"/>
                  </a:srgbClr>
                </a:gs>
                <a:gs pos="100000">
                  <a:srgbClr val="00B2A9">
                    <a:lumMod val="50000"/>
                    <a:alpha val="60000"/>
                  </a:srgbClr>
                </a:gs>
              </a:gsLst>
              <a:lin ang="5400000" scaled="1"/>
            </a:gradFill>
            <a:prstDash val="solid"/>
            <a:miter/>
          </a:ln>
          <a:effectLst>
            <a:outerShdw blurRad="190500" algn="ctr" rotWithShape="0">
              <a:prstClr val="black">
                <a:alpha val="25000"/>
              </a:prstClr>
            </a:outerShdw>
          </a:effectLst>
        </p:spPr>
        <p:txBody>
          <a:bodyPr wrap="square" rtlCol="0" anchor="ctr">
            <a:noAutofit/>
          </a:bodyPr>
          <a:lstStyle/>
          <a:p>
            <a:pPr marR="0" lvl="0" indent="0" defTabSz="2665918" fontAlgn="auto">
              <a:lnSpc>
                <a:spcPct val="100000"/>
              </a:lnSpc>
              <a:spcBef>
                <a:spcPts val="2918"/>
              </a:spcBef>
              <a:spcAft>
                <a:spcPts val="0"/>
              </a:spcAft>
              <a:buClr>
                <a:srgbClr val="F2F2F2"/>
              </a:buClr>
              <a:buSzTx/>
              <a:buFontTx/>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58" name="Freeform: Shape 57">
            <a:extLst>
              <a:ext uri="{FF2B5EF4-FFF2-40B4-BE49-F238E27FC236}">
                <a16:creationId xmlns:a16="http://schemas.microsoft.com/office/drawing/2014/main" id="{E617B0B2-3457-B69E-6E60-6B1C19273AE4}"/>
              </a:ext>
              <a:ext uri="{C183D7F6-B498-43B3-948B-1728B52AA6E4}">
                <adec:decorative xmlns:adec="http://schemas.microsoft.com/office/drawing/2017/decorative" val="1"/>
              </a:ext>
            </a:extLst>
          </p:cNvPr>
          <p:cNvSpPr/>
          <p:nvPr userDrawn="1"/>
        </p:nvSpPr>
        <p:spPr>
          <a:xfrm>
            <a:off x="10630687" y="735998"/>
            <a:ext cx="505497" cy="1876119"/>
          </a:xfrm>
          <a:custGeom>
            <a:avLst/>
            <a:gdLst>
              <a:gd name="connsiteX0" fmla="*/ 0 w 846259"/>
              <a:gd name="connsiteY0" fmla="*/ 0 h 3140827"/>
              <a:gd name="connsiteX1" fmla="*/ 846259 w 846259"/>
              <a:gd name="connsiteY1" fmla="*/ 419916 h 3140827"/>
              <a:gd name="connsiteX2" fmla="*/ 846259 w 846259"/>
              <a:gd name="connsiteY2" fmla="*/ 3140827 h 3140827"/>
              <a:gd name="connsiteX3" fmla="*/ 0 w 846259"/>
              <a:gd name="connsiteY3" fmla="*/ 2720911 h 3140827"/>
            </a:gdLst>
            <a:ahLst/>
            <a:cxnLst>
              <a:cxn ang="0">
                <a:pos x="connsiteX0" y="connsiteY0"/>
              </a:cxn>
              <a:cxn ang="0">
                <a:pos x="connsiteX1" y="connsiteY1"/>
              </a:cxn>
              <a:cxn ang="0">
                <a:pos x="connsiteX2" y="connsiteY2"/>
              </a:cxn>
              <a:cxn ang="0">
                <a:pos x="connsiteX3" y="connsiteY3"/>
              </a:cxn>
            </a:cxnLst>
            <a:rect l="l" t="t" r="r" b="b"/>
            <a:pathLst>
              <a:path w="846259" h="3140827">
                <a:moveTo>
                  <a:pt x="0" y="0"/>
                </a:moveTo>
                <a:lnTo>
                  <a:pt x="846259" y="419916"/>
                </a:lnTo>
                <a:lnTo>
                  <a:pt x="846259" y="3140827"/>
                </a:lnTo>
                <a:lnTo>
                  <a:pt x="0" y="2720911"/>
                </a:lnTo>
                <a:close/>
              </a:path>
            </a:pathLst>
          </a:custGeom>
          <a:gradFill flip="none" rotWithShape="1">
            <a:gsLst>
              <a:gs pos="100000">
                <a:srgbClr val="92C0E9">
                  <a:lumMod val="75000"/>
                  <a:alpha val="37000"/>
                </a:srgbClr>
              </a:gs>
              <a:gs pos="0">
                <a:srgbClr val="92C0E9">
                  <a:alpha val="14000"/>
                </a:srgbClr>
              </a:gs>
            </a:gsLst>
            <a:lin ang="6900000" scaled="0"/>
            <a:tileRect/>
          </a:gradFill>
          <a:ln w="19050" cap="flat">
            <a:gradFill>
              <a:gsLst>
                <a:gs pos="0">
                  <a:srgbClr val="92C0E9">
                    <a:alpha val="20000"/>
                  </a:srgbClr>
                </a:gs>
                <a:gs pos="100000">
                  <a:srgbClr val="92C0E9">
                    <a:lumMod val="50000"/>
                    <a:alpha val="30000"/>
                  </a:srgbClr>
                </a:gs>
              </a:gsLst>
              <a:lin ang="5400000" scaled="1"/>
            </a:gradFill>
            <a:prstDash val="solid"/>
            <a:miter/>
          </a:ln>
          <a:effectLst>
            <a:outerShdw blurRad="190500" algn="ctr" rotWithShape="0">
              <a:prstClr val="black">
                <a:alpha val="25000"/>
              </a:prstClr>
            </a:outerShdw>
          </a:effectLst>
        </p:spPr>
        <p:txBody>
          <a:bodyPr wrap="square" rtlCol="0" anchor="ctr">
            <a:noAutofit/>
          </a:bodyPr>
          <a:lstStyle/>
          <a:p>
            <a:pPr marR="0" lvl="0" indent="0" defTabSz="2665918" fontAlgn="auto">
              <a:lnSpc>
                <a:spcPct val="100000"/>
              </a:lnSpc>
              <a:spcBef>
                <a:spcPts val="2918"/>
              </a:spcBef>
              <a:spcAft>
                <a:spcPts val="0"/>
              </a:spcAft>
              <a:buClr>
                <a:srgbClr val="F2F2F2"/>
              </a:buClr>
              <a:buSzTx/>
              <a:buFontTx/>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59" name="Freeform: Shape 58">
            <a:extLst>
              <a:ext uri="{FF2B5EF4-FFF2-40B4-BE49-F238E27FC236}">
                <a16:creationId xmlns:a16="http://schemas.microsoft.com/office/drawing/2014/main" id="{3D2E3761-EB49-CCF2-C488-2E19DE50CDCA}"/>
              </a:ext>
              <a:ext uri="{C183D7F6-B498-43B3-948B-1728B52AA6E4}">
                <adec:decorative xmlns:adec="http://schemas.microsoft.com/office/drawing/2017/decorative" val="1"/>
              </a:ext>
            </a:extLst>
          </p:cNvPr>
          <p:cNvSpPr/>
          <p:nvPr userDrawn="1"/>
        </p:nvSpPr>
        <p:spPr>
          <a:xfrm>
            <a:off x="10377058" y="888007"/>
            <a:ext cx="505497" cy="1876119"/>
          </a:xfrm>
          <a:custGeom>
            <a:avLst/>
            <a:gdLst>
              <a:gd name="connsiteX0" fmla="*/ 0 w 846259"/>
              <a:gd name="connsiteY0" fmla="*/ 0 h 3140827"/>
              <a:gd name="connsiteX1" fmla="*/ 846259 w 846259"/>
              <a:gd name="connsiteY1" fmla="*/ 419916 h 3140827"/>
              <a:gd name="connsiteX2" fmla="*/ 846259 w 846259"/>
              <a:gd name="connsiteY2" fmla="*/ 3140827 h 3140827"/>
              <a:gd name="connsiteX3" fmla="*/ 0 w 846259"/>
              <a:gd name="connsiteY3" fmla="*/ 2720911 h 3140827"/>
            </a:gdLst>
            <a:ahLst/>
            <a:cxnLst>
              <a:cxn ang="0">
                <a:pos x="connsiteX0" y="connsiteY0"/>
              </a:cxn>
              <a:cxn ang="0">
                <a:pos x="connsiteX1" y="connsiteY1"/>
              </a:cxn>
              <a:cxn ang="0">
                <a:pos x="connsiteX2" y="connsiteY2"/>
              </a:cxn>
              <a:cxn ang="0">
                <a:pos x="connsiteX3" y="connsiteY3"/>
              </a:cxn>
            </a:cxnLst>
            <a:rect l="l" t="t" r="r" b="b"/>
            <a:pathLst>
              <a:path w="846259" h="3140827">
                <a:moveTo>
                  <a:pt x="0" y="0"/>
                </a:moveTo>
                <a:lnTo>
                  <a:pt x="846259" y="419916"/>
                </a:lnTo>
                <a:lnTo>
                  <a:pt x="846259" y="3140827"/>
                </a:lnTo>
                <a:lnTo>
                  <a:pt x="0" y="2720911"/>
                </a:lnTo>
                <a:close/>
              </a:path>
            </a:pathLst>
          </a:custGeom>
          <a:noFill/>
          <a:ln w="19050" cap="flat">
            <a:gradFill flip="none" rotWithShape="1">
              <a:gsLst>
                <a:gs pos="59600">
                  <a:srgbClr val="92C0E9">
                    <a:alpha val="30000"/>
                  </a:srgbClr>
                </a:gs>
                <a:gs pos="0">
                  <a:srgbClr val="FFFFFF">
                    <a:alpha val="10000"/>
                  </a:srgbClr>
                </a:gs>
                <a:gs pos="100000">
                  <a:srgbClr val="2F2A95">
                    <a:alpha val="6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60" name="Freeform: Shape 59">
            <a:extLst>
              <a:ext uri="{FF2B5EF4-FFF2-40B4-BE49-F238E27FC236}">
                <a16:creationId xmlns:a16="http://schemas.microsoft.com/office/drawing/2014/main" id="{57FD6EEB-3951-01C7-C999-BEF852BC17C8}"/>
              </a:ext>
              <a:ext uri="{C183D7F6-B498-43B3-948B-1728B52AA6E4}">
                <adec:decorative xmlns:adec="http://schemas.microsoft.com/office/drawing/2017/decorative" val="1"/>
              </a:ext>
            </a:extLst>
          </p:cNvPr>
          <p:cNvSpPr/>
          <p:nvPr userDrawn="1"/>
        </p:nvSpPr>
        <p:spPr>
          <a:xfrm>
            <a:off x="10125190" y="1040016"/>
            <a:ext cx="505497" cy="1876119"/>
          </a:xfrm>
          <a:custGeom>
            <a:avLst/>
            <a:gdLst>
              <a:gd name="connsiteX0" fmla="*/ 0 w 846259"/>
              <a:gd name="connsiteY0" fmla="*/ 0 h 3140827"/>
              <a:gd name="connsiteX1" fmla="*/ 846259 w 846259"/>
              <a:gd name="connsiteY1" fmla="*/ 419916 h 3140827"/>
              <a:gd name="connsiteX2" fmla="*/ 846259 w 846259"/>
              <a:gd name="connsiteY2" fmla="*/ 3140827 h 3140827"/>
              <a:gd name="connsiteX3" fmla="*/ 0 w 846259"/>
              <a:gd name="connsiteY3" fmla="*/ 2720911 h 3140827"/>
            </a:gdLst>
            <a:ahLst/>
            <a:cxnLst>
              <a:cxn ang="0">
                <a:pos x="connsiteX0" y="connsiteY0"/>
              </a:cxn>
              <a:cxn ang="0">
                <a:pos x="connsiteX1" y="connsiteY1"/>
              </a:cxn>
              <a:cxn ang="0">
                <a:pos x="connsiteX2" y="connsiteY2"/>
              </a:cxn>
              <a:cxn ang="0">
                <a:pos x="connsiteX3" y="connsiteY3"/>
              </a:cxn>
            </a:cxnLst>
            <a:rect l="l" t="t" r="r" b="b"/>
            <a:pathLst>
              <a:path w="846259" h="3140827">
                <a:moveTo>
                  <a:pt x="0" y="0"/>
                </a:moveTo>
                <a:lnTo>
                  <a:pt x="846259" y="419916"/>
                </a:lnTo>
                <a:lnTo>
                  <a:pt x="846259" y="3140827"/>
                </a:lnTo>
                <a:lnTo>
                  <a:pt x="0" y="2720911"/>
                </a:lnTo>
                <a:close/>
              </a:path>
            </a:pathLst>
          </a:custGeom>
          <a:noFill/>
          <a:ln w="19050" cap="flat">
            <a:gradFill flip="none" rotWithShape="1">
              <a:gsLst>
                <a:gs pos="59600">
                  <a:srgbClr val="92C0E9">
                    <a:alpha val="30000"/>
                  </a:srgbClr>
                </a:gs>
                <a:gs pos="0">
                  <a:srgbClr val="FFFFFF">
                    <a:alpha val="10000"/>
                  </a:srgbClr>
                </a:gs>
                <a:gs pos="100000">
                  <a:srgbClr val="2F2A95">
                    <a:alpha val="6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61" name="Freeform: Shape 60">
            <a:extLst>
              <a:ext uri="{FF2B5EF4-FFF2-40B4-BE49-F238E27FC236}">
                <a16:creationId xmlns:a16="http://schemas.microsoft.com/office/drawing/2014/main" id="{7D246AE8-51C3-4CF0-C940-DCE8FB545453}"/>
              </a:ext>
              <a:ext uri="{C183D7F6-B498-43B3-948B-1728B52AA6E4}">
                <adec:decorative xmlns:adec="http://schemas.microsoft.com/office/drawing/2017/decorative" val="1"/>
              </a:ext>
            </a:extLst>
          </p:cNvPr>
          <p:cNvSpPr/>
          <p:nvPr userDrawn="1"/>
        </p:nvSpPr>
        <p:spPr>
          <a:xfrm>
            <a:off x="9871561" y="1192025"/>
            <a:ext cx="505497" cy="1876119"/>
          </a:xfrm>
          <a:custGeom>
            <a:avLst/>
            <a:gdLst>
              <a:gd name="connsiteX0" fmla="*/ 0 w 846259"/>
              <a:gd name="connsiteY0" fmla="*/ 0 h 3140827"/>
              <a:gd name="connsiteX1" fmla="*/ 846259 w 846259"/>
              <a:gd name="connsiteY1" fmla="*/ 419916 h 3140827"/>
              <a:gd name="connsiteX2" fmla="*/ 846259 w 846259"/>
              <a:gd name="connsiteY2" fmla="*/ 3140827 h 3140827"/>
              <a:gd name="connsiteX3" fmla="*/ 0 w 846259"/>
              <a:gd name="connsiteY3" fmla="*/ 2720911 h 3140827"/>
            </a:gdLst>
            <a:ahLst/>
            <a:cxnLst>
              <a:cxn ang="0">
                <a:pos x="connsiteX0" y="connsiteY0"/>
              </a:cxn>
              <a:cxn ang="0">
                <a:pos x="connsiteX1" y="connsiteY1"/>
              </a:cxn>
              <a:cxn ang="0">
                <a:pos x="connsiteX2" y="connsiteY2"/>
              </a:cxn>
              <a:cxn ang="0">
                <a:pos x="connsiteX3" y="connsiteY3"/>
              </a:cxn>
            </a:cxnLst>
            <a:rect l="l" t="t" r="r" b="b"/>
            <a:pathLst>
              <a:path w="846259" h="3140827">
                <a:moveTo>
                  <a:pt x="0" y="0"/>
                </a:moveTo>
                <a:lnTo>
                  <a:pt x="846259" y="419916"/>
                </a:lnTo>
                <a:lnTo>
                  <a:pt x="846259" y="3140827"/>
                </a:lnTo>
                <a:lnTo>
                  <a:pt x="0" y="2720911"/>
                </a:lnTo>
                <a:close/>
              </a:path>
            </a:pathLst>
          </a:custGeom>
          <a:noFill/>
          <a:ln w="19050" cap="flat">
            <a:gradFill flip="none" rotWithShape="1">
              <a:gsLst>
                <a:gs pos="15000">
                  <a:srgbClr val="D8E8F7">
                    <a:alpha val="20000"/>
                  </a:srgbClr>
                </a:gs>
                <a:gs pos="59600">
                  <a:srgbClr val="92C0E9">
                    <a:alpha val="50000"/>
                  </a:srgbClr>
                </a:gs>
                <a:gs pos="0">
                  <a:srgbClr val="FFFFFF">
                    <a:alpha val="46000"/>
                  </a:srgbClr>
                </a:gs>
                <a:gs pos="100000">
                  <a:srgbClr val="2F2A95">
                    <a:alpha val="6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62" name="Freeform: Shape 61">
            <a:extLst>
              <a:ext uri="{FF2B5EF4-FFF2-40B4-BE49-F238E27FC236}">
                <a16:creationId xmlns:a16="http://schemas.microsoft.com/office/drawing/2014/main" id="{6E0B0F38-3EE1-F00E-60ED-F97D600BECD7}"/>
              </a:ext>
              <a:ext uri="{C183D7F6-B498-43B3-948B-1728B52AA6E4}">
                <adec:decorative xmlns:adec="http://schemas.microsoft.com/office/drawing/2017/decorative" val="1"/>
              </a:ext>
            </a:extLst>
          </p:cNvPr>
          <p:cNvSpPr/>
          <p:nvPr userDrawn="1"/>
        </p:nvSpPr>
        <p:spPr>
          <a:xfrm>
            <a:off x="9619693" y="1344034"/>
            <a:ext cx="505497" cy="1876119"/>
          </a:xfrm>
          <a:custGeom>
            <a:avLst/>
            <a:gdLst>
              <a:gd name="connsiteX0" fmla="*/ 0 w 846259"/>
              <a:gd name="connsiteY0" fmla="*/ 0 h 3140827"/>
              <a:gd name="connsiteX1" fmla="*/ 846259 w 846259"/>
              <a:gd name="connsiteY1" fmla="*/ 419916 h 3140827"/>
              <a:gd name="connsiteX2" fmla="*/ 846259 w 846259"/>
              <a:gd name="connsiteY2" fmla="*/ 3140827 h 3140827"/>
              <a:gd name="connsiteX3" fmla="*/ 0 w 846259"/>
              <a:gd name="connsiteY3" fmla="*/ 2720911 h 3140827"/>
            </a:gdLst>
            <a:ahLst/>
            <a:cxnLst>
              <a:cxn ang="0">
                <a:pos x="connsiteX0" y="connsiteY0"/>
              </a:cxn>
              <a:cxn ang="0">
                <a:pos x="connsiteX1" y="connsiteY1"/>
              </a:cxn>
              <a:cxn ang="0">
                <a:pos x="connsiteX2" y="connsiteY2"/>
              </a:cxn>
              <a:cxn ang="0">
                <a:pos x="connsiteX3" y="connsiteY3"/>
              </a:cxn>
            </a:cxnLst>
            <a:rect l="l" t="t" r="r" b="b"/>
            <a:pathLst>
              <a:path w="846259" h="3140827">
                <a:moveTo>
                  <a:pt x="0" y="0"/>
                </a:moveTo>
                <a:lnTo>
                  <a:pt x="846259" y="419916"/>
                </a:lnTo>
                <a:lnTo>
                  <a:pt x="846259" y="3140827"/>
                </a:lnTo>
                <a:lnTo>
                  <a:pt x="0" y="2720911"/>
                </a:lnTo>
                <a:close/>
              </a:path>
            </a:pathLst>
          </a:custGeom>
          <a:gradFill flip="none" rotWithShape="1">
            <a:gsLst>
              <a:gs pos="0">
                <a:srgbClr val="C5B4E2">
                  <a:alpha val="35000"/>
                </a:srgbClr>
              </a:gs>
              <a:gs pos="100000">
                <a:srgbClr val="2F2A95">
                  <a:alpha val="56000"/>
                </a:srgbClr>
              </a:gs>
            </a:gsLst>
            <a:lin ang="6900000" scaled="0"/>
            <a:tileRect/>
          </a:gradFill>
          <a:ln w="19050" cap="flat">
            <a:gradFill>
              <a:gsLst>
                <a:gs pos="0">
                  <a:srgbClr val="C5B4E2">
                    <a:alpha val="20000"/>
                  </a:srgbClr>
                </a:gs>
                <a:gs pos="99000">
                  <a:srgbClr val="2F2A95">
                    <a:alpha val="55000"/>
                  </a:srgbClr>
                </a:gs>
              </a:gsLst>
              <a:lin ang="5400000" scaled="1"/>
            </a:gradFill>
            <a:prstDash val="solid"/>
            <a:miter/>
          </a:ln>
          <a:effectLst>
            <a:outerShdw blurRad="190500" algn="ctr" rotWithShape="0">
              <a:prstClr val="black">
                <a:alpha val="25000"/>
              </a:prstClr>
            </a:outerShdw>
          </a:effectLst>
        </p:spPr>
        <p:txBody>
          <a:bodyPr wrap="square" rtlCol="0" anchor="ctr">
            <a:noAutofit/>
          </a:bodyPr>
          <a:lstStyle/>
          <a:p>
            <a:pPr marR="0" lvl="0" indent="0" defTabSz="2665918" fontAlgn="auto">
              <a:lnSpc>
                <a:spcPct val="100000"/>
              </a:lnSpc>
              <a:spcBef>
                <a:spcPts val="2918"/>
              </a:spcBef>
              <a:spcAft>
                <a:spcPts val="0"/>
              </a:spcAft>
              <a:buClr>
                <a:srgbClr val="F2F2F2"/>
              </a:buClr>
              <a:buSzTx/>
              <a:buFontTx/>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63" name="Freeform: Shape 62">
            <a:extLst>
              <a:ext uri="{FF2B5EF4-FFF2-40B4-BE49-F238E27FC236}">
                <a16:creationId xmlns:a16="http://schemas.microsoft.com/office/drawing/2014/main" id="{2628139E-80D2-B866-676B-E49CA81AA952}"/>
              </a:ext>
              <a:ext uri="{C183D7F6-B498-43B3-948B-1728B52AA6E4}">
                <adec:decorative xmlns:adec="http://schemas.microsoft.com/office/drawing/2017/decorative" val="1"/>
              </a:ext>
            </a:extLst>
          </p:cNvPr>
          <p:cNvSpPr/>
          <p:nvPr userDrawn="1"/>
        </p:nvSpPr>
        <p:spPr>
          <a:xfrm>
            <a:off x="9366064" y="1496043"/>
            <a:ext cx="505497" cy="1876119"/>
          </a:xfrm>
          <a:custGeom>
            <a:avLst/>
            <a:gdLst>
              <a:gd name="connsiteX0" fmla="*/ 0 w 846259"/>
              <a:gd name="connsiteY0" fmla="*/ 0 h 3140827"/>
              <a:gd name="connsiteX1" fmla="*/ 846259 w 846259"/>
              <a:gd name="connsiteY1" fmla="*/ 419916 h 3140827"/>
              <a:gd name="connsiteX2" fmla="*/ 846259 w 846259"/>
              <a:gd name="connsiteY2" fmla="*/ 3140827 h 3140827"/>
              <a:gd name="connsiteX3" fmla="*/ 0 w 846259"/>
              <a:gd name="connsiteY3" fmla="*/ 2720911 h 3140827"/>
            </a:gdLst>
            <a:ahLst/>
            <a:cxnLst>
              <a:cxn ang="0">
                <a:pos x="connsiteX0" y="connsiteY0"/>
              </a:cxn>
              <a:cxn ang="0">
                <a:pos x="connsiteX1" y="connsiteY1"/>
              </a:cxn>
              <a:cxn ang="0">
                <a:pos x="connsiteX2" y="connsiteY2"/>
              </a:cxn>
              <a:cxn ang="0">
                <a:pos x="connsiteX3" y="connsiteY3"/>
              </a:cxn>
            </a:cxnLst>
            <a:rect l="l" t="t" r="r" b="b"/>
            <a:pathLst>
              <a:path w="846259" h="3140827">
                <a:moveTo>
                  <a:pt x="0" y="0"/>
                </a:moveTo>
                <a:lnTo>
                  <a:pt x="846259" y="419916"/>
                </a:lnTo>
                <a:lnTo>
                  <a:pt x="846259" y="3140827"/>
                </a:lnTo>
                <a:lnTo>
                  <a:pt x="0" y="2720911"/>
                </a:lnTo>
                <a:close/>
              </a:path>
            </a:pathLst>
          </a:custGeom>
          <a:noFill/>
          <a:ln w="19050" cap="flat">
            <a:gradFill flip="none" rotWithShape="1">
              <a:gsLst>
                <a:gs pos="59600">
                  <a:srgbClr val="92C0E9">
                    <a:alpha val="20000"/>
                  </a:srgbClr>
                </a:gs>
                <a:gs pos="0">
                  <a:srgbClr val="FFFFFF">
                    <a:alpha val="7000"/>
                  </a:srgbClr>
                </a:gs>
                <a:gs pos="100000">
                  <a:srgbClr val="2F2A95">
                    <a:alpha val="6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64" name="Freeform: Shape 63">
            <a:extLst>
              <a:ext uri="{FF2B5EF4-FFF2-40B4-BE49-F238E27FC236}">
                <a16:creationId xmlns:a16="http://schemas.microsoft.com/office/drawing/2014/main" id="{B6D7785B-6B99-165F-5DDA-46D333F66B0A}"/>
              </a:ext>
              <a:ext uri="{C183D7F6-B498-43B3-948B-1728B52AA6E4}">
                <adec:decorative xmlns:adec="http://schemas.microsoft.com/office/drawing/2017/decorative" val="1"/>
              </a:ext>
            </a:extLst>
          </p:cNvPr>
          <p:cNvSpPr/>
          <p:nvPr userDrawn="1"/>
        </p:nvSpPr>
        <p:spPr>
          <a:xfrm>
            <a:off x="9114196" y="1648052"/>
            <a:ext cx="505497" cy="1876119"/>
          </a:xfrm>
          <a:custGeom>
            <a:avLst/>
            <a:gdLst>
              <a:gd name="connsiteX0" fmla="*/ 0 w 846259"/>
              <a:gd name="connsiteY0" fmla="*/ 0 h 3140827"/>
              <a:gd name="connsiteX1" fmla="*/ 846259 w 846259"/>
              <a:gd name="connsiteY1" fmla="*/ 419916 h 3140827"/>
              <a:gd name="connsiteX2" fmla="*/ 846259 w 846259"/>
              <a:gd name="connsiteY2" fmla="*/ 3140827 h 3140827"/>
              <a:gd name="connsiteX3" fmla="*/ 0 w 846259"/>
              <a:gd name="connsiteY3" fmla="*/ 2720911 h 3140827"/>
            </a:gdLst>
            <a:ahLst/>
            <a:cxnLst>
              <a:cxn ang="0">
                <a:pos x="connsiteX0" y="connsiteY0"/>
              </a:cxn>
              <a:cxn ang="0">
                <a:pos x="connsiteX1" y="connsiteY1"/>
              </a:cxn>
              <a:cxn ang="0">
                <a:pos x="connsiteX2" y="connsiteY2"/>
              </a:cxn>
              <a:cxn ang="0">
                <a:pos x="connsiteX3" y="connsiteY3"/>
              </a:cxn>
            </a:cxnLst>
            <a:rect l="l" t="t" r="r" b="b"/>
            <a:pathLst>
              <a:path w="846259" h="3140827">
                <a:moveTo>
                  <a:pt x="0" y="0"/>
                </a:moveTo>
                <a:lnTo>
                  <a:pt x="846259" y="419916"/>
                </a:lnTo>
                <a:lnTo>
                  <a:pt x="846259" y="3140827"/>
                </a:lnTo>
                <a:lnTo>
                  <a:pt x="0" y="2720911"/>
                </a:lnTo>
                <a:close/>
              </a:path>
            </a:pathLst>
          </a:custGeom>
          <a:noFill/>
          <a:ln w="19050" cap="flat">
            <a:gradFill flip="none" rotWithShape="1">
              <a:gsLst>
                <a:gs pos="59600">
                  <a:srgbClr val="92C0E9">
                    <a:alpha val="50000"/>
                  </a:srgbClr>
                </a:gs>
                <a:gs pos="0">
                  <a:srgbClr val="FFFFFF">
                    <a:alpha val="20000"/>
                  </a:srgbClr>
                </a:gs>
                <a:gs pos="100000">
                  <a:srgbClr val="2F2A95">
                    <a:alpha val="6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65" name="Freeform: Shape 64">
            <a:extLst>
              <a:ext uri="{FF2B5EF4-FFF2-40B4-BE49-F238E27FC236}">
                <a16:creationId xmlns:a16="http://schemas.microsoft.com/office/drawing/2014/main" id="{54972BA0-5ED4-4364-D1C2-CEC7F914DE7C}"/>
              </a:ext>
              <a:ext uri="{C183D7F6-B498-43B3-948B-1728B52AA6E4}">
                <adec:decorative xmlns:adec="http://schemas.microsoft.com/office/drawing/2017/decorative" val="1"/>
              </a:ext>
            </a:extLst>
          </p:cNvPr>
          <p:cNvSpPr/>
          <p:nvPr userDrawn="1"/>
        </p:nvSpPr>
        <p:spPr>
          <a:xfrm>
            <a:off x="8860567" y="1800061"/>
            <a:ext cx="505497" cy="1876119"/>
          </a:xfrm>
          <a:custGeom>
            <a:avLst/>
            <a:gdLst>
              <a:gd name="connsiteX0" fmla="*/ 0 w 846259"/>
              <a:gd name="connsiteY0" fmla="*/ 0 h 3140827"/>
              <a:gd name="connsiteX1" fmla="*/ 846259 w 846259"/>
              <a:gd name="connsiteY1" fmla="*/ 419916 h 3140827"/>
              <a:gd name="connsiteX2" fmla="*/ 846259 w 846259"/>
              <a:gd name="connsiteY2" fmla="*/ 3140827 h 3140827"/>
              <a:gd name="connsiteX3" fmla="*/ 0 w 846259"/>
              <a:gd name="connsiteY3" fmla="*/ 2720911 h 3140827"/>
            </a:gdLst>
            <a:ahLst/>
            <a:cxnLst>
              <a:cxn ang="0">
                <a:pos x="connsiteX0" y="connsiteY0"/>
              </a:cxn>
              <a:cxn ang="0">
                <a:pos x="connsiteX1" y="connsiteY1"/>
              </a:cxn>
              <a:cxn ang="0">
                <a:pos x="connsiteX2" y="connsiteY2"/>
              </a:cxn>
              <a:cxn ang="0">
                <a:pos x="connsiteX3" y="connsiteY3"/>
              </a:cxn>
            </a:cxnLst>
            <a:rect l="l" t="t" r="r" b="b"/>
            <a:pathLst>
              <a:path w="846259" h="3140827">
                <a:moveTo>
                  <a:pt x="0" y="0"/>
                </a:moveTo>
                <a:lnTo>
                  <a:pt x="846259" y="419916"/>
                </a:lnTo>
                <a:lnTo>
                  <a:pt x="846259" y="3140827"/>
                </a:lnTo>
                <a:lnTo>
                  <a:pt x="0" y="2720911"/>
                </a:lnTo>
                <a:close/>
              </a:path>
            </a:pathLst>
          </a:custGeom>
          <a:gradFill flip="none" rotWithShape="1">
            <a:gsLst>
              <a:gs pos="100000">
                <a:srgbClr val="92C0E9">
                  <a:lumMod val="75000"/>
                  <a:alpha val="9000"/>
                </a:srgbClr>
              </a:gs>
              <a:gs pos="0">
                <a:srgbClr val="92C0E9">
                  <a:alpha val="18000"/>
                </a:srgbClr>
              </a:gs>
            </a:gsLst>
            <a:lin ang="6900000" scaled="0"/>
            <a:tileRect/>
          </a:gradFill>
          <a:ln w="19050" cap="flat">
            <a:gradFill>
              <a:gsLst>
                <a:gs pos="0">
                  <a:srgbClr val="92C0E9">
                    <a:alpha val="2000"/>
                  </a:srgbClr>
                </a:gs>
                <a:gs pos="100000">
                  <a:srgbClr val="92C0E9">
                    <a:lumMod val="50000"/>
                    <a:alpha val="27000"/>
                  </a:srgbClr>
                </a:gs>
              </a:gsLst>
              <a:lin ang="5400000" scaled="1"/>
            </a:gradFill>
            <a:prstDash val="solid"/>
            <a:miter/>
          </a:ln>
          <a:effectLst>
            <a:outerShdw blurRad="190500" algn="ctr" rotWithShape="0">
              <a:prstClr val="black">
                <a:alpha val="25000"/>
              </a:prstClr>
            </a:outerShdw>
          </a:effectLst>
        </p:spPr>
        <p:txBody>
          <a:bodyPr wrap="square" rtlCol="0" anchor="ctr">
            <a:noAutofit/>
          </a:bodyPr>
          <a:lstStyle/>
          <a:p>
            <a:pPr marR="0" lvl="0" indent="0" defTabSz="2665918" fontAlgn="auto">
              <a:lnSpc>
                <a:spcPct val="100000"/>
              </a:lnSpc>
              <a:spcBef>
                <a:spcPts val="2918"/>
              </a:spcBef>
              <a:spcAft>
                <a:spcPts val="0"/>
              </a:spcAft>
              <a:buClr>
                <a:srgbClr val="F2F2F2"/>
              </a:buClr>
              <a:buSzTx/>
              <a:buFontTx/>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66" name="Graphic 10">
            <a:extLst>
              <a:ext uri="{FF2B5EF4-FFF2-40B4-BE49-F238E27FC236}">
                <a16:creationId xmlns:a16="http://schemas.microsoft.com/office/drawing/2014/main" id="{A0831463-6A1A-58C5-9825-C83007958D54}"/>
              </a:ext>
              <a:ext uri="{C183D7F6-B498-43B3-948B-1728B52AA6E4}">
                <adec:decorative xmlns:adec="http://schemas.microsoft.com/office/drawing/2017/decorative" val="1"/>
              </a:ext>
            </a:extLst>
          </p:cNvPr>
          <p:cNvSpPr>
            <a:spLocks noChangeAspect="1"/>
          </p:cNvSpPr>
          <p:nvPr userDrawn="1"/>
        </p:nvSpPr>
        <p:spPr>
          <a:xfrm>
            <a:off x="8598128" y="1952070"/>
            <a:ext cx="516068" cy="1881363"/>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15000">
                  <a:srgbClr val="D8E8F7">
                    <a:alpha val="20000"/>
                  </a:srgbClr>
                </a:gs>
                <a:gs pos="59600">
                  <a:srgbClr val="92C0E9">
                    <a:alpha val="50000"/>
                  </a:srgbClr>
                </a:gs>
                <a:gs pos="0">
                  <a:srgbClr val="FFFFFF">
                    <a:alpha val="46000"/>
                  </a:srgbClr>
                </a:gs>
                <a:gs pos="100000">
                  <a:srgbClr val="2F2A95">
                    <a:alpha val="6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rtl="0"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67" name="Freeform: Shape 66">
            <a:extLst>
              <a:ext uri="{FF2B5EF4-FFF2-40B4-BE49-F238E27FC236}">
                <a16:creationId xmlns:a16="http://schemas.microsoft.com/office/drawing/2014/main" id="{A54CA11F-54BB-6F8C-34BC-1655AE2E00DB}"/>
              </a:ext>
              <a:ext uri="{C183D7F6-B498-43B3-948B-1728B52AA6E4}">
                <adec:decorative xmlns:adec="http://schemas.microsoft.com/office/drawing/2017/decorative" val="1"/>
              </a:ext>
            </a:extLst>
          </p:cNvPr>
          <p:cNvSpPr/>
          <p:nvPr userDrawn="1"/>
        </p:nvSpPr>
        <p:spPr>
          <a:xfrm>
            <a:off x="8355070" y="2109323"/>
            <a:ext cx="505497" cy="1876119"/>
          </a:xfrm>
          <a:custGeom>
            <a:avLst/>
            <a:gdLst>
              <a:gd name="connsiteX0" fmla="*/ 0 w 846259"/>
              <a:gd name="connsiteY0" fmla="*/ 0 h 3140827"/>
              <a:gd name="connsiteX1" fmla="*/ 846259 w 846259"/>
              <a:gd name="connsiteY1" fmla="*/ 419916 h 3140827"/>
              <a:gd name="connsiteX2" fmla="*/ 846259 w 846259"/>
              <a:gd name="connsiteY2" fmla="*/ 3140827 h 3140827"/>
              <a:gd name="connsiteX3" fmla="*/ 0 w 846259"/>
              <a:gd name="connsiteY3" fmla="*/ 2720911 h 3140827"/>
            </a:gdLst>
            <a:ahLst/>
            <a:cxnLst>
              <a:cxn ang="0">
                <a:pos x="connsiteX0" y="connsiteY0"/>
              </a:cxn>
              <a:cxn ang="0">
                <a:pos x="connsiteX1" y="connsiteY1"/>
              </a:cxn>
              <a:cxn ang="0">
                <a:pos x="connsiteX2" y="connsiteY2"/>
              </a:cxn>
              <a:cxn ang="0">
                <a:pos x="connsiteX3" y="connsiteY3"/>
              </a:cxn>
            </a:cxnLst>
            <a:rect l="l" t="t" r="r" b="b"/>
            <a:pathLst>
              <a:path w="846259" h="3140827">
                <a:moveTo>
                  <a:pt x="0" y="0"/>
                </a:moveTo>
                <a:lnTo>
                  <a:pt x="846259" y="419916"/>
                </a:lnTo>
                <a:lnTo>
                  <a:pt x="846259" y="3140827"/>
                </a:lnTo>
                <a:lnTo>
                  <a:pt x="0" y="2720911"/>
                </a:lnTo>
                <a:close/>
              </a:path>
            </a:pathLst>
          </a:custGeom>
          <a:gradFill flip="none" rotWithShape="1">
            <a:gsLst>
              <a:gs pos="100000">
                <a:srgbClr val="92C0E9">
                  <a:lumMod val="75000"/>
                  <a:alpha val="37000"/>
                </a:srgbClr>
              </a:gs>
              <a:gs pos="0">
                <a:srgbClr val="92C0E9">
                  <a:alpha val="14000"/>
                </a:srgbClr>
              </a:gs>
            </a:gsLst>
            <a:lin ang="6900000" scaled="0"/>
            <a:tileRect/>
          </a:gradFill>
          <a:ln w="19050" cap="flat">
            <a:gradFill>
              <a:gsLst>
                <a:gs pos="0">
                  <a:srgbClr val="92C0E9">
                    <a:alpha val="20000"/>
                  </a:srgbClr>
                </a:gs>
                <a:gs pos="100000">
                  <a:srgbClr val="92C0E9">
                    <a:lumMod val="50000"/>
                    <a:alpha val="30000"/>
                  </a:srgbClr>
                </a:gs>
              </a:gsLst>
              <a:lin ang="5400000" scaled="1"/>
            </a:gradFill>
            <a:prstDash val="solid"/>
            <a:miter/>
          </a:ln>
          <a:effectLst>
            <a:outerShdw blurRad="190500" algn="ctr" rotWithShape="0">
              <a:prstClr val="black">
                <a:alpha val="25000"/>
              </a:prstClr>
            </a:outerShdw>
          </a:effectLst>
        </p:spPr>
        <p:txBody>
          <a:bodyPr wrap="square" rtlCol="0" anchor="ctr">
            <a:noAutofit/>
          </a:bodyPr>
          <a:lstStyle/>
          <a:p>
            <a:pPr marR="0" lvl="0" indent="0" defTabSz="2665918" fontAlgn="auto">
              <a:lnSpc>
                <a:spcPct val="100000"/>
              </a:lnSpc>
              <a:spcBef>
                <a:spcPts val="2918"/>
              </a:spcBef>
              <a:spcAft>
                <a:spcPts val="0"/>
              </a:spcAft>
              <a:buClr>
                <a:srgbClr val="F2F2F2"/>
              </a:buClr>
              <a:buSzTx/>
              <a:buFontTx/>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68" name="Freeform: Shape 67">
            <a:extLst>
              <a:ext uri="{FF2B5EF4-FFF2-40B4-BE49-F238E27FC236}">
                <a16:creationId xmlns:a16="http://schemas.microsoft.com/office/drawing/2014/main" id="{D24B5B3F-E8EB-10D6-602E-8D4F1732C682}"/>
              </a:ext>
              <a:ext uri="{C183D7F6-B498-43B3-948B-1728B52AA6E4}">
                <adec:decorative xmlns:adec="http://schemas.microsoft.com/office/drawing/2017/decorative" val="1"/>
              </a:ext>
            </a:extLst>
          </p:cNvPr>
          <p:cNvSpPr/>
          <p:nvPr userDrawn="1"/>
        </p:nvSpPr>
        <p:spPr>
          <a:xfrm>
            <a:off x="5801445" y="6167312"/>
            <a:ext cx="768600" cy="2978557"/>
          </a:xfrm>
          <a:custGeom>
            <a:avLst/>
            <a:gdLst>
              <a:gd name="connsiteX0" fmla="*/ 0 w 768600"/>
              <a:gd name="connsiteY0" fmla="*/ 0 h 2978557"/>
              <a:gd name="connsiteX1" fmla="*/ 768600 w 768600"/>
              <a:gd name="connsiteY1" fmla="*/ 381382 h 2978557"/>
              <a:gd name="connsiteX2" fmla="*/ 768600 w 768600"/>
              <a:gd name="connsiteY2" fmla="*/ 507334 h 2978557"/>
              <a:gd name="connsiteX3" fmla="*/ 768600 w 768600"/>
              <a:gd name="connsiteY3" fmla="*/ 2852605 h 2978557"/>
              <a:gd name="connsiteX4" fmla="*/ 768600 w 768600"/>
              <a:gd name="connsiteY4" fmla="*/ 2978557 h 2978557"/>
              <a:gd name="connsiteX5" fmla="*/ 0 w 768600"/>
              <a:gd name="connsiteY5" fmla="*/ 2597175 h 2978557"/>
              <a:gd name="connsiteX6" fmla="*/ 0 w 768600"/>
              <a:gd name="connsiteY6" fmla="*/ 2471223 h 2978557"/>
              <a:gd name="connsiteX7" fmla="*/ 0 w 768600"/>
              <a:gd name="connsiteY7" fmla="*/ 125952 h 2978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8600" h="2978557">
                <a:moveTo>
                  <a:pt x="0" y="0"/>
                </a:moveTo>
                <a:lnTo>
                  <a:pt x="768600" y="381382"/>
                </a:lnTo>
                <a:lnTo>
                  <a:pt x="768600" y="507334"/>
                </a:lnTo>
                <a:lnTo>
                  <a:pt x="768600" y="2852605"/>
                </a:lnTo>
                <a:lnTo>
                  <a:pt x="768600" y="2978557"/>
                </a:lnTo>
                <a:lnTo>
                  <a:pt x="0" y="2597175"/>
                </a:lnTo>
                <a:lnTo>
                  <a:pt x="0" y="2471223"/>
                </a:lnTo>
                <a:lnTo>
                  <a:pt x="0" y="125952"/>
                </a:lnTo>
                <a:close/>
              </a:path>
            </a:pathLst>
          </a:custGeom>
          <a:gradFill flip="none" rotWithShape="1">
            <a:gsLst>
              <a:gs pos="100000">
                <a:srgbClr val="92C0E9">
                  <a:lumMod val="75000"/>
                  <a:alpha val="9000"/>
                </a:srgbClr>
              </a:gs>
              <a:gs pos="0">
                <a:srgbClr val="92C0E9">
                  <a:alpha val="18000"/>
                </a:srgbClr>
              </a:gs>
            </a:gsLst>
            <a:lin ang="6900000" scaled="0"/>
            <a:tileRect/>
          </a:gradFill>
          <a:ln w="19050" cap="flat">
            <a:gradFill>
              <a:gsLst>
                <a:gs pos="0">
                  <a:srgbClr val="92C0E9">
                    <a:alpha val="2000"/>
                  </a:srgbClr>
                </a:gs>
                <a:gs pos="100000">
                  <a:srgbClr val="92C0E9">
                    <a:lumMod val="50000"/>
                    <a:alpha val="27000"/>
                  </a:srgbClr>
                </a:gs>
              </a:gsLst>
              <a:lin ang="5400000" scaled="1"/>
            </a:gradFill>
            <a:prstDash val="solid"/>
            <a:miter/>
          </a:ln>
          <a:effectLst>
            <a:outerShdw blurRad="190500" algn="ctr" rotWithShape="0">
              <a:prstClr val="black">
                <a:alpha val="25000"/>
              </a:prstClr>
            </a:outerShdw>
          </a:effectLst>
        </p:spPr>
        <p:txBody>
          <a:bodyPr wrap="square" rtlCol="0" anchor="ctr">
            <a:noAutofit/>
          </a:bodyPr>
          <a:lstStyle/>
          <a:p>
            <a:pPr marR="0" lvl="0" indent="0" defTabSz="2665918" fontAlgn="auto">
              <a:lnSpc>
                <a:spcPct val="100000"/>
              </a:lnSpc>
              <a:spcBef>
                <a:spcPts val="2918"/>
              </a:spcBef>
              <a:spcAft>
                <a:spcPts val="0"/>
              </a:spcAft>
              <a:buClr>
                <a:srgbClr val="F2F2F2"/>
              </a:buClr>
              <a:buSzTx/>
              <a:buFontTx/>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69" name="Freeform: Shape 68">
            <a:extLst>
              <a:ext uri="{FF2B5EF4-FFF2-40B4-BE49-F238E27FC236}">
                <a16:creationId xmlns:a16="http://schemas.microsoft.com/office/drawing/2014/main" id="{ABFBF84F-E28A-5B3F-EDFB-8C6A91527874}"/>
              </a:ext>
              <a:ext uri="{C183D7F6-B498-43B3-948B-1728B52AA6E4}">
                <adec:decorative xmlns:adec="http://schemas.microsoft.com/office/drawing/2017/decorative" val="1"/>
              </a:ext>
            </a:extLst>
          </p:cNvPr>
          <p:cNvSpPr/>
          <p:nvPr userDrawn="1"/>
        </p:nvSpPr>
        <p:spPr>
          <a:xfrm>
            <a:off x="8092631" y="2261331"/>
            <a:ext cx="505497" cy="1876119"/>
          </a:xfrm>
          <a:custGeom>
            <a:avLst/>
            <a:gdLst>
              <a:gd name="connsiteX0" fmla="*/ 0 w 846259"/>
              <a:gd name="connsiteY0" fmla="*/ 0 h 3140827"/>
              <a:gd name="connsiteX1" fmla="*/ 846259 w 846259"/>
              <a:gd name="connsiteY1" fmla="*/ 419916 h 3140827"/>
              <a:gd name="connsiteX2" fmla="*/ 846259 w 846259"/>
              <a:gd name="connsiteY2" fmla="*/ 3140827 h 3140827"/>
              <a:gd name="connsiteX3" fmla="*/ 0 w 846259"/>
              <a:gd name="connsiteY3" fmla="*/ 2720911 h 3140827"/>
            </a:gdLst>
            <a:ahLst/>
            <a:cxnLst>
              <a:cxn ang="0">
                <a:pos x="connsiteX0" y="connsiteY0"/>
              </a:cxn>
              <a:cxn ang="0">
                <a:pos x="connsiteX1" y="connsiteY1"/>
              </a:cxn>
              <a:cxn ang="0">
                <a:pos x="connsiteX2" y="connsiteY2"/>
              </a:cxn>
              <a:cxn ang="0">
                <a:pos x="connsiteX3" y="connsiteY3"/>
              </a:cxn>
            </a:cxnLst>
            <a:rect l="l" t="t" r="r" b="b"/>
            <a:pathLst>
              <a:path w="846259" h="3140827">
                <a:moveTo>
                  <a:pt x="0" y="0"/>
                </a:moveTo>
                <a:lnTo>
                  <a:pt x="846259" y="419916"/>
                </a:lnTo>
                <a:lnTo>
                  <a:pt x="846259" y="3140827"/>
                </a:lnTo>
                <a:lnTo>
                  <a:pt x="0" y="2720911"/>
                </a:lnTo>
                <a:close/>
              </a:path>
            </a:pathLst>
          </a:custGeom>
          <a:noFill/>
          <a:ln w="19050" cap="flat">
            <a:gradFill flip="none" rotWithShape="1">
              <a:gsLst>
                <a:gs pos="15000">
                  <a:srgbClr val="D8E8F7">
                    <a:alpha val="26000"/>
                  </a:srgbClr>
                </a:gs>
                <a:gs pos="59600">
                  <a:srgbClr val="92C0E9">
                    <a:alpha val="50000"/>
                  </a:srgbClr>
                </a:gs>
                <a:gs pos="0">
                  <a:srgbClr val="FFFFFF">
                    <a:alpha val="80000"/>
                  </a:srgbClr>
                </a:gs>
                <a:gs pos="100000">
                  <a:srgbClr val="2F2A95">
                    <a:alpha val="6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rtl="0"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5" name="Footer Placeholder 4">
            <a:extLst>
              <a:ext uri="{FF2B5EF4-FFF2-40B4-BE49-F238E27FC236}">
                <a16:creationId xmlns:a16="http://schemas.microsoft.com/office/drawing/2014/main" id="{42DEFE08-00A6-55F9-5732-FD5336FE3637}"/>
              </a:ext>
            </a:extLst>
          </p:cNvPr>
          <p:cNvSpPr>
            <a:spLocks noGrp="1"/>
          </p:cNvSpPr>
          <p:nvPr>
            <p:ph type="ftr" sz="quarter" idx="12"/>
          </p:nvPr>
        </p:nvSpPr>
        <p:spPr/>
        <p:txBody>
          <a:bodyPr/>
          <a:lstStyle/>
          <a:p>
            <a:pPr>
              <a:buClr>
                <a:schemeClr val="tx2"/>
              </a:buClr>
              <a:buSzPct val="120000"/>
              <a:buFont typeface="Verdana" panose="020F0502020204030204" pitchFamily="34" charset="0"/>
              <a:buNone/>
            </a:pPr>
            <a:endParaRPr lang="en-US"/>
          </a:p>
        </p:txBody>
      </p:sp>
      <p:sp>
        <p:nvSpPr>
          <p:cNvPr id="4" name="Date Placeholder 3">
            <a:extLst>
              <a:ext uri="{FF2B5EF4-FFF2-40B4-BE49-F238E27FC236}">
                <a16:creationId xmlns:a16="http://schemas.microsoft.com/office/drawing/2014/main" id="{55FA3245-AD40-EEBE-F50E-1413AF197F92}"/>
              </a:ext>
            </a:extLst>
          </p:cNvPr>
          <p:cNvSpPr>
            <a:spLocks noGrp="1"/>
          </p:cNvSpPr>
          <p:nvPr>
            <p:ph type="dt" sz="half" idx="11"/>
          </p:nvPr>
        </p:nvSpPr>
        <p:spPr/>
        <p:txBody>
          <a:bodyPr/>
          <a:lstStyle/>
          <a:p>
            <a:pPr algn="r">
              <a:buClr>
                <a:schemeClr val="tx2"/>
              </a:buClr>
              <a:buSzPct val="120000"/>
              <a:buFont typeface="Verdana" panose="020F0502020204030204" pitchFamily="34" charset="0"/>
              <a:buNone/>
            </a:pPr>
            <a:fld id="{7E41EA80-3ECC-4E9E-BDED-596FA76E9088}" type="datetimeFigureOut">
              <a:rPr lang="en-US" smtClean="0"/>
              <a:pPr algn="r">
                <a:buClr>
                  <a:schemeClr val="tx2"/>
                </a:buClr>
                <a:buSzPct val="120000"/>
                <a:buFont typeface="Verdana" panose="020F0502020204030204" pitchFamily="34" charset="0"/>
                <a:buNone/>
              </a:pPr>
              <a:t>1/14/2026</a:t>
            </a:fld>
            <a:endParaRPr lang="en-US"/>
          </a:p>
        </p:txBody>
      </p:sp>
      <p:sp>
        <p:nvSpPr>
          <p:cNvPr id="7" name="Slide Number Placeholder 6">
            <a:extLst>
              <a:ext uri="{FF2B5EF4-FFF2-40B4-BE49-F238E27FC236}">
                <a16:creationId xmlns:a16="http://schemas.microsoft.com/office/drawing/2014/main" id="{9B911603-80E8-510B-6678-4A3F6BEE523E}"/>
              </a:ext>
            </a:extLst>
          </p:cNvPr>
          <p:cNvSpPr>
            <a:spLocks noGrp="1"/>
          </p:cNvSpPr>
          <p:nvPr>
            <p:ph type="sldNum" sz="quarter" idx="13"/>
          </p:nvPr>
        </p:nvSpPr>
        <p:spPr/>
        <p:txBody>
          <a:bodyPr vert="horz" wrap="square" lIns="0" tIns="0" rIns="0" bIns="0" rtlCol="0" anchor="b" anchorCtr="0">
            <a:spAutoFit/>
          </a:bodyPr>
          <a:lstStyle>
            <a:lvl1pPr>
              <a:defRPr lang="en-GB" smtClean="0"/>
            </a:lvl1pPr>
          </a:lstStyle>
          <a:p>
            <a:pPr>
              <a:buClr>
                <a:schemeClr val="tx2"/>
              </a:buClr>
              <a:buSzPct val="120000"/>
              <a:buFont typeface="Verdana" panose="020F0502020204030204" pitchFamily="34" charset="0"/>
              <a:buNone/>
            </a:pPr>
            <a:fld id="{68C08D16-C227-489D-8B10-B6EE065660A6}" type="slidenum">
              <a:rPr lang="en-GB" smtClean="0"/>
              <a:pPr>
                <a:buClr>
                  <a:schemeClr val="tx2"/>
                </a:buClr>
                <a:buSzPct val="120000"/>
                <a:buFont typeface="Verdana" panose="020F0502020204030204" pitchFamily="34" charset="0"/>
                <a:buNone/>
              </a:pPr>
              <a:t>‹#›</a:t>
            </a:fld>
            <a:endParaRPr lang="en-GB"/>
          </a:p>
        </p:txBody>
      </p:sp>
    </p:spTree>
    <p:extLst>
      <p:ext uri="{BB962C8B-B14F-4D97-AF65-F5344CB8AC3E}">
        <p14:creationId xmlns:p14="http://schemas.microsoft.com/office/powerpoint/2010/main" val="26818576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nodeType="withEffect">
                                  <p:stCondLst>
                                    <p:cond delay="600"/>
                                  </p:stCondLst>
                                  <p:childTnLst>
                                    <p:set>
                                      <p:cBhvr>
                                        <p:cTn id="6" dur="1" fill="hold">
                                          <p:stCondLst>
                                            <p:cond delay="0"/>
                                          </p:stCondLst>
                                        </p:cTn>
                                        <p:tgtEl>
                                          <p:spTgt spid="41"/>
                                        </p:tgtEl>
                                        <p:attrNameLst>
                                          <p:attrName>style.visibility</p:attrName>
                                        </p:attrNameLst>
                                      </p:cBhvr>
                                      <p:to>
                                        <p:strVal val="visible"/>
                                      </p:to>
                                    </p:set>
                                    <p:anim calcmode="lin" valueType="num">
                                      <p:cBhvr additive="base">
                                        <p:cTn id="7" dur="800" fill="hold"/>
                                        <p:tgtEl>
                                          <p:spTgt spid="41"/>
                                        </p:tgtEl>
                                        <p:attrNameLst>
                                          <p:attrName>ppt_x</p:attrName>
                                        </p:attrNameLst>
                                      </p:cBhvr>
                                      <p:tavLst>
                                        <p:tav tm="0">
                                          <p:val>
                                            <p:strVal val="#ppt_x"/>
                                          </p:val>
                                        </p:tav>
                                        <p:tav tm="100000">
                                          <p:val>
                                            <p:strVal val="#ppt_x"/>
                                          </p:val>
                                        </p:tav>
                                      </p:tavLst>
                                    </p:anim>
                                    <p:anim calcmode="lin" valueType="num">
                                      <p:cBhvr additive="base">
                                        <p:cTn id="8" dur="800" fill="hold"/>
                                        <p:tgtEl>
                                          <p:spTgt spid="41"/>
                                        </p:tgtEl>
                                        <p:attrNameLst>
                                          <p:attrName>ppt_y</p:attrName>
                                        </p:attrNameLst>
                                      </p:cBhvr>
                                      <p:tavLst>
                                        <p:tav tm="0">
                                          <p:val>
                                            <p:strVal val="0-#ppt_h/2"/>
                                          </p:val>
                                        </p:tav>
                                        <p:tav tm="100000">
                                          <p:val>
                                            <p:strVal val="#ppt_y"/>
                                          </p:val>
                                        </p:tav>
                                      </p:tavLst>
                                    </p:anim>
                                  </p:childTnLst>
                                </p:cTn>
                              </p:par>
                              <p:par>
                                <p:cTn id="9" presetID="10" presetClass="entr" presetSubtype="0" fill="hold" grpId="0" nodeType="withEffect">
                                  <p:stCondLst>
                                    <p:cond delay="80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500"/>
                                        <p:tgtEl>
                                          <p:spTgt spid="2"/>
                                        </p:tgtEl>
                                      </p:cBhvr>
                                    </p:animEffect>
                                  </p:childTnLst>
                                </p:cTn>
                              </p:par>
                              <p:par>
                                <p:cTn id="12" presetID="42" presetClass="path" presetSubtype="0" decel="100000" fill="hold" grpId="1" nodeType="withEffect">
                                  <p:stCondLst>
                                    <p:cond delay="800"/>
                                  </p:stCondLst>
                                  <p:childTnLst>
                                    <p:animMotion origin="layout" path="M -2.5E-6 0.03889 L -2.5E-6 -3.7037E-6 " pathEditMode="relative" rAng="0" ptsTypes="AA">
                                      <p:cBhvr>
                                        <p:cTn id="13" dur="1000" fill="hold"/>
                                        <p:tgtEl>
                                          <p:spTgt spid="2"/>
                                        </p:tgtEl>
                                        <p:attrNameLst>
                                          <p:attrName>ppt_x</p:attrName>
                                          <p:attrName>ppt_y</p:attrName>
                                        </p:attrNameLst>
                                      </p:cBhvr>
                                      <p:rCtr x="0" y="-1944"/>
                                    </p:animMotion>
                                  </p:childTnLst>
                                </p:cTn>
                              </p:par>
                              <p:par>
                                <p:cTn id="14" presetID="10" presetClass="entr" presetSubtype="0" fill="hold" grpId="0" nodeType="withEffect">
                                  <p:stCondLst>
                                    <p:cond delay="80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42" presetClass="path" presetSubtype="0" decel="100000" fill="hold" grpId="1" nodeType="withEffect">
                                  <p:stCondLst>
                                    <p:cond delay="800"/>
                                  </p:stCondLst>
                                  <p:childTnLst>
                                    <p:animMotion origin="layout" path="M -2.5E-6 -0.03472 L -2.5E-6 -2.59259E-6 " pathEditMode="relative" rAng="0" ptsTypes="AA">
                                      <p:cBhvr>
                                        <p:cTn id="18" dur="1000" fill="hold"/>
                                        <p:tgtEl>
                                          <p:spTgt spid="8"/>
                                        </p:tgtEl>
                                        <p:attrNameLst>
                                          <p:attrName>ppt_x</p:attrName>
                                          <p:attrName>ppt_y</p:attrName>
                                        </p:attrNameLst>
                                      </p:cBhvr>
                                      <p:rCtr x="0" y="1736"/>
                                    </p:animMotion>
                                  </p:childTnLst>
                                </p:cTn>
                              </p:par>
                              <p:par>
                                <p:cTn id="19" presetID="2" presetClass="entr" presetSubtype="1" decel="100000" fill="hold" grpId="0" nodeType="withEffect">
                                  <p:stCondLst>
                                    <p:cond delay="1200"/>
                                  </p:stCondLst>
                                  <p:childTnLst>
                                    <p:set>
                                      <p:cBhvr>
                                        <p:cTn id="20" dur="1" fill="hold">
                                          <p:stCondLst>
                                            <p:cond delay="0"/>
                                          </p:stCondLst>
                                        </p:cTn>
                                        <p:tgtEl>
                                          <p:spTgt spid="3"/>
                                        </p:tgtEl>
                                        <p:attrNameLst>
                                          <p:attrName>style.visibility</p:attrName>
                                        </p:attrNameLst>
                                      </p:cBhvr>
                                      <p:to>
                                        <p:strVal val="visible"/>
                                      </p:to>
                                    </p:set>
                                    <p:anim calcmode="lin" valueType="num">
                                      <p:cBhvr additive="base">
                                        <p:cTn id="21" dur="800" fill="hold"/>
                                        <p:tgtEl>
                                          <p:spTgt spid="3"/>
                                        </p:tgtEl>
                                        <p:attrNameLst>
                                          <p:attrName>ppt_x</p:attrName>
                                        </p:attrNameLst>
                                      </p:cBhvr>
                                      <p:tavLst>
                                        <p:tav tm="0">
                                          <p:val>
                                            <p:strVal val="#ppt_x"/>
                                          </p:val>
                                        </p:tav>
                                        <p:tav tm="100000">
                                          <p:val>
                                            <p:strVal val="#ppt_x"/>
                                          </p:val>
                                        </p:tav>
                                      </p:tavLst>
                                    </p:anim>
                                    <p:anim calcmode="lin" valueType="num">
                                      <p:cBhvr additive="base">
                                        <p:cTn id="22" dur="800" fill="hold"/>
                                        <p:tgtEl>
                                          <p:spTgt spid="3"/>
                                        </p:tgtEl>
                                        <p:attrNameLst>
                                          <p:attrName>ppt_y</p:attrName>
                                        </p:attrNameLst>
                                      </p:cBhvr>
                                      <p:tavLst>
                                        <p:tav tm="0">
                                          <p:val>
                                            <p:strVal val="0-#ppt_h/2"/>
                                          </p:val>
                                        </p:tav>
                                        <p:tav tm="100000">
                                          <p:val>
                                            <p:strVal val="#ppt_y"/>
                                          </p:val>
                                        </p:tav>
                                      </p:tavLst>
                                    </p:anim>
                                  </p:childTnLst>
                                </p:cTn>
                              </p:par>
                              <p:par>
                                <p:cTn id="23" presetID="10" presetClass="entr" presetSubtype="0" fill="hold" grpId="1"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250"/>
                                        <p:tgtEl>
                                          <p:spTgt spid="10"/>
                                        </p:tgtEl>
                                      </p:cBhvr>
                                    </p:animEffect>
                                  </p:childTnLst>
                                </p:cTn>
                              </p:par>
                              <p:par>
                                <p:cTn id="26" presetID="10" presetClass="entr" presetSubtype="0" fill="hold" grpId="1"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250"/>
                                        <p:tgtEl>
                                          <p:spTgt spid="12"/>
                                        </p:tgtEl>
                                      </p:cBhvr>
                                    </p:animEffect>
                                  </p:childTnLst>
                                </p:cTn>
                              </p:par>
                              <p:par>
                                <p:cTn id="29" presetID="10" presetClass="entr" presetSubtype="0" fill="hold" grpId="1" nodeType="withEffect">
                                  <p:stCondLst>
                                    <p:cond delay="0"/>
                                  </p:stCondLst>
                                  <p:childTnLst>
                                    <p:set>
                                      <p:cBhvr>
                                        <p:cTn id="30" dur="1" fill="hold">
                                          <p:stCondLst>
                                            <p:cond delay="0"/>
                                          </p:stCondLst>
                                        </p:cTn>
                                        <p:tgtEl>
                                          <p:spTgt spid="42"/>
                                        </p:tgtEl>
                                        <p:attrNameLst>
                                          <p:attrName>style.visibility</p:attrName>
                                        </p:attrNameLst>
                                      </p:cBhvr>
                                      <p:to>
                                        <p:strVal val="visible"/>
                                      </p:to>
                                    </p:set>
                                    <p:animEffect transition="in" filter="fade">
                                      <p:cBhvr>
                                        <p:cTn id="31" dur="250"/>
                                        <p:tgtEl>
                                          <p:spTgt spid="42"/>
                                        </p:tgtEl>
                                      </p:cBhvr>
                                    </p:animEffect>
                                  </p:childTnLst>
                                </p:cTn>
                              </p:par>
                              <p:par>
                                <p:cTn id="32" presetID="10" presetClass="entr" presetSubtype="0" fill="hold" grpId="1" nodeType="withEffect">
                                  <p:stCondLst>
                                    <p:cond delay="0"/>
                                  </p:stCondLst>
                                  <p:childTnLst>
                                    <p:set>
                                      <p:cBhvr>
                                        <p:cTn id="33" dur="1" fill="hold">
                                          <p:stCondLst>
                                            <p:cond delay="0"/>
                                          </p:stCondLst>
                                        </p:cTn>
                                        <p:tgtEl>
                                          <p:spTgt spid="43"/>
                                        </p:tgtEl>
                                        <p:attrNameLst>
                                          <p:attrName>style.visibility</p:attrName>
                                        </p:attrNameLst>
                                      </p:cBhvr>
                                      <p:to>
                                        <p:strVal val="visible"/>
                                      </p:to>
                                    </p:set>
                                    <p:animEffect transition="in" filter="fade">
                                      <p:cBhvr>
                                        <p:cTn id="34" dur="250"/>
                                        <p:tgtEl>
                                          <p:spTgt spid="43"/>
                                        </p:tgtEl>
                                      </p:cBhvr>
                                    </p:animEffect>
                                  </p:childTnLst>
                                </p:cTn>
                              </p:par>
                              <p:par>
                                <p:cTn id="35" presetID="10" presetClass="entr" presetSubtype="0" fill="hold" grpId="1" nodeType="withEffect">
                                  <p:stCondLst>
                                    <p:cond delay="0"/>
                                  </p:stCondLst>
                                  <p:childTnLst>
                                    <p:set>
                                      <p:cBhvr>
                                        <p:cTn id="36" dur="1" fill="hold">
                                          <p:stCondLst>
                                            <p:cond delay="0"/>
                                          </p:stCondLst>
                                        </p:cTn>
                                        <p:tgtEl>
                                          <p:spTgt spid="45"/>
                                        </p:tgtEl>
                                        <p:attrNameLst>
                                          <p:attrName>style.visibility</p:attrName>
                                        </p:attrNameLst>
                                      </p:cBhvr>
                                      <p:to>
                                        <p:strVal val="visible"/>
                                      </p:to>
                                    </p:set>
                                    <p:animEffect transition="in" filter="fade">
                                      <p:cBhvr>
                                        <p:cTn id="37" dur="250"/>
                                        <p:tgtEl>
                                          <p:spTgt spid="45"/>
                                        </p:tgtEl>
                                      </p:cBhvr>
                                    </p:animEffect>
                                  </p:childTnLst>
                                </p:cTn>
                              </p:par>
                              <p:par>
                                <p:cTn id="38" presetID="10" presetClass="entr" presetSubtype="0" fill="hold" grpId="1" nodeType="withEffect">
                                  <p:stCondLst>
                                    <p:cond delay="0"/>
                                  </p:stCondLst>
                                  <p:childTnLst>
                                    <p:set>
                                      <p:cBhvr>
                                        <p:cTn id="39" dur="1" fill="hold">
                                          <p:stCondLst>
                                            <p:cond delay="0"/>
                                          </p:stCondLst>
                                        </p:cTn>
                                        <p:tgtEl>
                                          <p:spTgt spid="46"/>
                                        </p:tgtEl>
                                        <p:attrNameLst>
                                          <p:attrName>style.visibility</p:attrName>
                                        </p:attrNameLst>
                                      </p:cBhvr>
                                      <p:to>
                                        <p:strVal val="visible"/>
                                      </p:to>
                                    </p:set>
                                    <p:animEffect transition="in" filter="fade">
                                      <p:cBhvr>
                                        <p:cTn id="40" dur="250"/>
                                        <p:tgtEl>
                                          <p:spTgt spid="46"/>
                                        </p:tgtEl>
                                      </p:cBhvr>
                                    </p:animEffect>
                                  </p:childTnLst>
                                </p:cTn>
                              </p:par>
                              <p:par>
                                <p:cTn id="41" presetID="10" presetClass="entr" presetSubtype="0" fill="hold" grpId="1" nodeType="withEffect">
                                  <p:stCondLst>
                                    <p:cond delay="0"/>
                                  </p:stCondLst>
                                  <p:childTnLst>
                                    <p:set>
                                      <p:cBhvr>
                                        <p:cTn id="42" dur="1" fill="hold">
                                          <p:stCondLst>
                                            <p:cond delay="0"/>
                                          </p:stCondLst>
                                        </p:cTn>
                                        <p:tgtEl>
                                          <p:spTgt spid="47"/>
                                        </p:tgtEl>
                                        <p:attrNameLst>
                                          <p:attrName>style.visibility</p:attrName>
                                        </p:attrNameLst>
                                      </p:cBhvr>
                                      <p:to>
                                        <p:strVal val="visible"/>
                                      </p:to>
                                    </p:set>
                                    <p:animEffect transition="in" filter="fade">
                                      <p:cBhvr>
                                        <p:cTn id="43" dur="250"/>
                                        <p:tgtEl>
                                          <p:spTgt spid="47"/>
                                        </p:tgtEl>
                                      </p:cBhvr>
                                    </p:animEffect>
                                  </p:childTnLst>
                                </p:cTn>
                              </p:par>
                              <p:par>
                                <p:cTn id="44" presetID="10" presetClass="entr" presetSubtype="0" fill="hold" grpId="1" nodeType="withEffect">
                                  <p:stCondLst>
                                    <p:cond delay="0"/>
                                  </p:stCondLst>
                                  <p:childTnLst>
                                    <p:set>
                                      <p:cBhvr>
                                        <p:cTn id="45" dur="1" fill="hold">
                                          <p:stCondLst>
                                            <p:cond delay="0"/>
                                          </p:stCondLst>
                                        </p:cTn>
                                        <p:tgtEl>
                                          <p:spTgt spid="48"/>
                                        </p:tgtEl>
                                        <p:attrNameLst>
                                          <p:attrName>style.visibility</p:attrName>
                                        </p:attrNameLst>
                                      </p:cBhvr>
                                      <p:to>
                                        <p:strVal val="visible"/>
                                      </p:to>
                                    </p:set>
                                    <p:animEffect transition="in" filter="fade">
                                      <p:cBhvr>
                                        <p:cTn id="46" dur="250"/>
                                        <p:tgtEl>
                                          <p:spTgt spid="48"/>
                                        </p:tgtEl>
                                      </p:cBhvr>
                                    </p:animEffect>
                                  </p:childTnLst>
                                </p:cTn>
                              </p:par>
                              <p:par>
                                <p:cTn id="47" presetID="10" presetClass="entr" presetSubtype="0" fill="hold" grpId="1" nodeType="withEffect">
                                  <p:stCondLst>
                                    <p:cond delay="0"/>
                                  </p:stCondLst>
                                  <p:childTnLst>
                                    <p:set>
                                      <p:cBhvr>
                                        <p:cTn id="48" dur="1" fill="hold">
                                          <p:stCondLst>
                                            <p:cond delay="0"/>
                                          </p:stCondLst>
                                        </p:cTn>
                                        <p:tgtEl>
                                          <p:spTgt spid="49"/>
                                        </p:tgtEl>
                                        <p:attrNameLst>
                                          <p:attrName>style.visibility</p:attrName>
                                        </p:attrNameLst>
                                      </p:cBhvr>
                                      <p:to>
                                        <p:strVal val="visible"/>
                                      </p:to>
                                    </p:set>
                                    <p:animEffect transition="in" filter="fade">
                                      <p:cBhvr>
                                        <p:cTn id="49" dur="250"/>
                                        <p:tgtEl>
                                          <p:spTgt spid="49"/>
                                        </p:tgtEl>
                                      </p:cBhvr>
                                    </p:animEffect>
                                  </p:childTnLst>
                                </p:cTn>
                              </p:par>
                              <p:par>
                                <p:cTn id="50" presetID="10" presetClass="entr" presetSubtype="0" fill="hold" grpId="1" nodeType="withEffect">
                                  <p:stCondLst>
                                    <p:cond delay="0"/>
                                  </p:stCondLst>
                                  <p:childTnLst>
                                    <p:set>
                                      <p:cBhvr>
                                        <p:cTn id="51" dur="1" fill="hold">
                                          <p:stCondLst>
                                            <p:cond delay="0"/>
                                          </p:stCondLst>
                                        </p:cTn>
                                        <p:tgtEl>
                                          <p:spTgt spid="50"/>
                                        </p:tgtEl>
                                        <p:attrNameLst>
                                          <p:attrName>style.visibility</p:attrName>
                                        </p:attrNameLst>
                                      </p:cBhvr>
                                      <p:to>
                                        <p:strVal val="visible"/>
                                      </p:to>
                                    </p:set>
                                    <p:animEffect transition="in" filter="fade">
                                      <p:cBhvr>
                                        <p:cTn id="52" dur="250"/>
                                        <p:tgtEl>
                                          <p:spTgt spid="50"/>
                                        </p:tgtEl>
                                      </p:cBhvr>
                                    </p:animEffect>
                                  </p:childTnLst>
                                </p:cTn>
                              </p:par>
                              <p:par>
                                <p:cTn id="53" presetID="10" presetClass="entr" presetSubtype="0" fill="hold" grpId="1" nodeType="withEffect">
                                  <p:stCondLst>
                                    <p:cond delay="0"/>
                                  </p:stCondLst>
                                  <p:childTnLst>
                                    <p:set>
                                      <p:cBhvr>
                                        <p:cTn id="54" dur="1" fill="hold">
                                          <p:stCondLst>
                                            <p:cond delay="0"/>
                                          </p:stCondLst>
                                        </p:cTn>
                                        <p:tgtEl>
                                          <p:spTgt spid="52"/>
                                        </p:tgtEl>
                                        <p:attrNameLst>
                                          <p:attrName>style.visibility</p:attrName>
                                        </p:attrNameLst>
                                      </p:cBhvr>
                                      <p:to>
                                        <p:strVal val="visible"/>
                                      </p:to>
                                    </p:set>
                                    <p:animEffect transition="in" filter="fade">
                                      <p:cBhvr>
                                        <p:cTn id="55" dur="250"/>
                                        <p:tgtEl>
                                          <p:spTgt spid="52"/>
                                        </p:tgtEl>
                                      </p:cBhvr>
                                    </p:animEffect>
                                  </p:childTnLst>
                                </p:cTn>
                              </p:par>
                              <p:par>
                                <p:cTn id="56" presetID="10" presetClass="entr" presetSubtype="0" fill="hold" grpId="1" nodeType="withEffect">
                                  <p:stCondLst>
                                    <p:cond delay="0"/>
                                  </p:stCondLst>
                                  <p:childTnLst>
                                    <p:set>
                                      <p:cBhvr>
                                        <p:cTn id="57" dur="1" fill="hold">
                                          <p:stCondLst>
                                            <p:cond delay="0"/>
                                          </p:stCondLst>
                                        </p:cTn>
                                        <p:tgtEl>
                                          <p:spTgt spid="53"/>
                                        </p:tgtEl>
                                        <p:attrNameLst>
                                          <p:attrName>style.visibility</p:attrName>
                                        </p:attrNameLst>
                                      </p:cBhvr>
                                      <p:to>
                                        <p:strVal val="visible"/>
                                      </p:to>
                                    </p:set>
                                    <p:animEffect transition="in" filter="fade">
                                      <p:cBhvr>
                                        <p:cTn id="58" dur="250"/>
                                        <p:tgtEl>
                                          <p:spTgt spid="53"/>
                                        </p:tgtEl>
                                      </p:cBhvr>
                                    </p:animEffect>
                                  </p:childTnLst>
                                </p:cTn>
                              </p:par>
                              <p:par>
                                <p:cTn id="59" presetID="10" presetClass="entr" presetSubtype="0" fill="hold" grpId="1" nodeType="withEffect">
                                  <p:stCondLst>
                                    <p:cond delay="0"/>
                                  </p:stCondLst>
                                  <p:childTnLst>
                                    <p:set>
                                      <p:cBhvr>
                                        <p:cTn id="60" dur="1" fill="hold">
                                          <p:stCondLst>
                                            <p:cond delay="0"/>
                                          </p:stCondLst>
                                        </p:cTn>
                                        <p:tgtEl>
                                          <p:spTgt spid="68"/>
                                        </p:tgtEl>
                                        <p:attrNameLst>
                                          <p:attrName>style.visibility</p:attrName>
                                        </p:attrNameLst>
                                      </p:cBhvr>
                                      <p:to>
                                        <p:strVal val="visible"/>
                                      </p:to>
                                    </p:set>
                                    <p:animEffect transition="in" filter="fade">
                                      <p:cBhvr>
                                        <p:cTn id="61" dur="250"/>
                                        <p:tgtEl>
                                          <p:spTgt spid="68"/>
                                        </p:tgtEl>
                                      </p:cBhvr>
                                    </p:animEffect>
                                  </p:childTnLst>
                                </p:cTn>
                              </p:par>
                              <p:par>
                                <p:cTn id="62" presetID="10" presetClass="entr" presetSubtype="0" fill="hold" grpId="1" nodeType="withEffect">
                                  <p:stCondLst>
                                    <p:cond delay="0"/>
                                  </p:stCondLst>
                                  <p:childTnLst>
                                    <p:set>
                                      <p:cBhvr>
                                        <p:cTn id="63" dur="1" fill="hold">
                                          <p:stCondLst>
                                            <p:cond delay="0"/>
                                          </p:stCondLst>
                                        </p:cTn>
                                        <p:tgtEl>
                                          <p:spTgt spid="44"/>
                                        </p:tgtEl>
                                        <p:attrNameLst>
                                          <p:attrName>style.visibility</p:attrName>
                                        </p:attrNameLst>
                                      </p:cBhvr>
                                      <p:to>
                                        <p:strVal val="visible"/>
                                      </p:to>
                                    </p:set>
                                    <p:animEffect transition="in" filter="fade">
                                      <p:cBhvr>
                                        <p:cTn id="64" dur="250"/>
                                        <p:tgtEl>
                                          <p:spTgt spid="44"/>
                                        </p:tgtEl>
                                      </p:cBhvr>
                                    </p:animEffect>
                                  </p:childTnLst>
                                </p:cTn>
                              </p:par>
                              <p:par>
                                <p:cTn id="65" presetID="10" presetClass="entr" presetSubtype="0" fill="hold" grpId="1" nodeType="withEffect">
                                  <p:stCondLst>
                                    <p:cond delay="0"/>
                                  </p:stCondLst>
                                  <p:childTnLst>
                                    <p:set>
                                      <p:cBhvr>
                                        <p:cTn id="66" dur="1" fill="hold">
                                          <p:stCondLst>
                                            <p:cond delay="0"/>
                                          </p:stCondLst>
                                        </p:cTn>
                                        <p:tgtEl>
                                          <p:spTgt spid="51"/>
                                        </p:tgtEl>
                                        <p:attrNameLst>
                                          <p:attrName>style.visibility</p:attrName>
                                        </p:attrNameLst>
                                      </p:cBhvr>
                                      <p:to>
                                        <p:strVal val="visible"/>
                                      </p:to>
                                    </p:set>
                                    <p:animEffect transition="in" filter="fade">
                                      <p:cBhvr>
                                        <p:cTn id="67" dur="250"/>
                                        <p:tgtEl>
                                          <p:spTgt spid="51"/>
                                        </p:tgtEl>
                                      </p:cBhvr>
                                    </p:animEffect>
                                  </p:childTnLst>
                                </p:cTn>
                              </p:par>
                              <p:par>
                                <p:cTn id="68" presetID="10" presetClass="entr" presetSubtype="0" fill="hold" grpId="1" nodeType="withEffect">
                                  <p:stCondLst>
                                    <p:cond delay="0"/>
                                  </p:stCondLst>
                                  <p:childTnLst>
                                    <p:set>
                                      <p:cBhvr>
                                        <p:cTn id="69" dur="1" fill="hold">
                                          <p:stCondLst>
                                            <p:cond delay="0"/>
                                          </p:stCondLst>
                                        </p:cTn>
                                        <p:tgtEl>
                                          <p:spTgt spid="54"/>
                                        </p:tgtEl>
                                        <p:attrNameLst>
                                          <p:attrName>style.visibility</p:attrName>
                                        </p:attrNameLst>
                                      </p:cBhvr>
                                      <p:to>
                                        <p:strVal val="visible"/>
                                      </p:to>
                                    </p:set>
                                    <p:animEffect transition="in" filter="fade">
                                      <p:cBhvr>
                                        <p:cTn id="70" dur="250"/>
                                        <p:tgtEl>
                                          <p:spTgt spid="54"/>
                                        </p:tgtEl>
                                      </p:cBhvr>
                                    </p:animEffect>
                                  </p:childTnLst>
                                </p:cTn>
                              </p:par>
                              <p:par>
                                <p:cTn id="71" presetID="10" presetClass="entr" presetSubtype="0" fill="hold" grpId="1" nodeType="withEffect">
                                  <p:stCondLst>
                                    <p:cond delay="0"/>
                                  </p:stCondLst>
                                  <p:childTnLst>
                                    <p:set>
                                      <p:cBhvr>
                                        <p:cTn id="72" dur="1" fill="hold">
                                          <p:stCondLst>
                                            <p:cond delay="0"/>
                                          </p:stCondLst>
                                        </p:cTn>
                                        <p:tgtEl>
                                          <p:spTgt spid="55"/>
                                        </p:tgtEl>
                                        <p:attrNameLst>
                                          <p:attrName>style.visibility</p:attrName>
                                        </p:attrNameLst>
                                      </p:cBhvr>
                                      <p:to>
                                        <p:strVal val="visible"/>
                                      </p:to>
                                    </p:set>
                                    <p:animEffect transition="in" filter="fade">
                                      <p:cBhvr>
                                        <p:cTn id="73" dur="250"/>
                                        <p:tgtEl>
                                          <p:spTgt spid="55"/>
                                        </p:tgtEl>
                                      </p:cBhvr>
                                    </p:animEffect>
                                  </p:childTnLst>
                                </p:cTn>
                              </p:par>
                              <p:par>
                                <p:cTn id="74" presetID="10" presetClass="entr" presetSubtype="0" fill="hold" grpId="1" nodeType="withEffect">
                                  <p:stCondLst>
                                    <p:cond delay="0"/>
                                  </p:stCondLst>
                                  <p:childTnLst>
                                    <p:set>
                                      <p:cBhvr>
                                        <p:cTn id="75" dur="1" fill="hold">
                                          <p:stCondLst>
                                            <p:cond delay="0"/>
                                          </p:stCondLst>
                                        </p:cTn>
                                        <p:tgtEl>
                                          <p:spTgt spid="56"/>
                                        </p:tgtEl>
                                        <p:attrNameLst>
                                          <p:attrName>style.visibility</p:attrName>
                                        </p:attrNameLst>
                                      </p:cBhvr>
                                      <p:to>
                                        <p:strVal val="visible"/>
                                      </p:to>
                                    </p:set>
                                    <p:animEffect transition="in" filter="fade">
                                      <p:cBhvr>
                                        <p:cTn id="76" dur="250"/>
                                        <p:tgtEl>
                                          <p:spTgt spid="56"/>
                                        </p:tgtEl>
                                      </p:cBhvr>
                                    </p:animEffect>
                                  </p:childTnLst>
                                </p:cTn>
                              </p:par>
                              <p:par>
                                <p:cTn id="77" presetID="10" presetClass="entr" presetSubtype="0" fill="hold" grpId="1" nodeType="withEffect">
                                  <p:stCondLst>
                                    <p:cond delay="0"/>
                                  </p:stCondLst>
                                  <p:childTnLst>
                                    <p:set>
                                      <p:cBhvr>
                                        <p:cTn id="78" dur="1" fill="hold">
                                          <p:stCondLst>
                                            <p:cond delay="0"/>
                                          </p:stCondLst>
                                        </p:cTn>
                                        <p:tgtEl>
                                          <p:spTgt spid="57"/>
                                        </p:tgtEl>
                                        <p:attrNameLst>
                                          <p:attrName>style.visibility</p:attrName>
                                        </p:attrNameLst>
                                      </p:cBhvr>
                                      <p:to>
                                        <p:strVal val="visible"/>
                                      </p:to>
                                    </p:set>
                                    <p:animEffect transition="in" filter="fade">
                                      <p:cBhvr>
                                        <p:cTn id="79" dur="250"/>
                                        <p:tgtEl>
                                          <p:spTgt spid="57"/>
                                        </p:tgtEl>
                                      </p:cBhvr>
                                    </p:animEffect>
                                  </p:childTnLst>
                                </p:cTn>
                              </p:par>
                              <p:par>
                                <p:cTn id="80" presetID="10" presetClass="entr" presetSubtype="0" fill="hold" grpId="1" nodeType="withEffect">
                                  <p:stCondLst>
                                    <p:cond delay="0"/>
                                  </p:stCondLst>
                                  <p:childTnLst>
                                    <p:set>
                                      <p:cBhvr>
                                        <p:cTn id="81" dur="1" fill="hold">
                                          <p:stCondLst>
                                            <p:cond delay="0"/>
                                          </p:stCondLst>
                                        </p:cTn>
                                        <p:tgtEl>
                                          <p:spTgt spid="58"/>
                                        </p:tgtEl>
                                        <p:attrNameLst>
                                          <p:attrName>style.visibility</p:attrName>
                                        </p:attrNameLst>
                                      </p:cBhvr>
                                      <p:to>
                                        <p:strVal val="visible"/>
                                      </p:to>
                                    </p:set>
                                    <p:animEffect transition="in" filter="fade">
                                      <p:cBhvr>
                                        <p:cTn id="82" dur="250"/>
                                        <p:tgtEl>
                                          <p:spTgt spid="58"/>
                                        </p:tgtEl>
                                      </p:cBhvr>
                                    </p:animEffect>
                                  </p:childTnLst>
                                </p:cTn>
                              </p:par>
                              <p:par>
                                <p:cTn id="83" presetID="10" presetClass="entr" presetSubtype="0" fill="hold" grpId="1" nodeType="withEffect">
                                  <p:stCondLst>
                                    <p:cond delay="0"/>
                                  </p:stCondLst>
                                  <p:childTnLst>
                                    <p:set>
                                      <p:cBhvr>
                                        <p:cTn id="84" dur="1" fill="hold">
                                          <p:stCondLst>
                                            <p:cond delay="0"/>
                                          </p:stCondLst>
                                        </p:cTn>
                                        <p:tgtEl>
                                          <p:spTgt spid="61"/>
                                        </p:tgtEl>
                                        <p:attrNameLst>
                                          <p:attrName>style.visibility</p:attrName>
                                        </p:attrNameLst>
                                      </p:cBhvr>
                                      <p:to>
                                        <p:strVal val="visible"/>
                                      </p:to>
                                    </p:set>
                                    <p:animEffect transition="in" filter="fade">
                                      <p:cBhvr>
                                        <p:cTn id="85" dur="250"/>
                                        <p:tgtEl>
                                          <p:spTgt spid="61"/>
                                        </p:tgtEl>
                                      </p:cBhvr>
                                    </p:animEffect>
                                  </p:childTnLst>
                                </p:cTn>
                              </p:par>
                              <p:par>
                                <p:cTn id="86" presetID="10" presetClass="entr" presetSubtype="0" fill="hold" grpId="1" nodeType="withEffect">
                                  <p:stCondLst>
                                    <p:cond delay="0"/>
                                  </p:stCondLst>
                                  <p:childTnLst>
                                    <p:set>
                                      <p:cBhvr>
                                        <p:cTn id="87" dur="1" fill="hold">
                                          <p:stCondLst>
                                            <p:cond delay="0"/>
                                          </p:stCondLst>
                                        </p:cTn>
                                        <p:tgtEl>
                                          <p:spTgt spid="60"/>
                                        </p:tgtEl>
                                        <p:attrNameLst>
                                          <p:attrName>style.visibility</p:attrName>
                                        </p:attrNameLst>
                                      </p:cBhvr>
                                      <p:to>
                                        <p:strVal val="visible"/>
                                      </p:to>
                                    </p:set>
                                    <p:animEffect transition="in" filter="fade">
                                      <p:cBhvr>
                                        <p:cTn id="88" dur="250"/>
                                        <p:tgtEl>
                                          <p:spTgt spid="60"/>
                                        </p:tgtEl>
                                      </p:cBhvr>
                                    </p:animEffect>
                                  </p:childTnLst>
                                </p:cTn>
                              </p:par>
                              <p:par>
                                <p:cTn id="89" presetID="10" presetClass="entr" presetSubtype="0" fill="hold" grpId="1" nodeType="withEffect">
                                  <p:stCondLst>
                                    <p:cond delay="0"/>
                                  </p:stCondLst>
                                  <p:childTnLst>
                                    <p:set>
                                      <p:cBhvr>
                                        <p:cTn id="90" dur="1" fill="hold">
                                          <p:stCondLst>
                                            <p:cond delay="0"/>
                                          </p:stCondLst>
                                        </p:cTn>
                                        <p:tgtEl>
                                          <p:spTgt spid="59"/>
                                        </p:tgtEl>
                                        <p:attrNameLst>
                                          <p:attrName>style.visibility</p:attrName>
                                        </p:attrNameLst>
                                      </p:cBhvr>
                                      <p:to>
                                        <p:strVal val="visible"/>
                                      </p:to>
                                    </p:set>
                                    <p:animEffect transition="in" filter="fade">
                                      <p:cBhvr>
                                        <p:cTn id="91" dur="250"/>
                                        <p:tgtEl>
                                          <p:spTgt spid="59"/>
                                        </p:tgtEl>
                                      </p:cBhvr>
                                    </p:animEffect>
                                  </p:childTnLst>
                                </p:cTn>
                              </p:par>
                              <p:par>
                                <p:cTn id="92" presetID="10" presetClass="entr" presetSubtype="0" fill="hold" grpId="1" nodeType="withEffect">
                                  <p:stCondLst>
                                    <p:cond delay="0"/>
                                  </p:stCondLst>
                                  <p:childTnLst>
                                    <p:set>
                                      <p:cBhvr>
                                        <p:cTn id="93" dur="1" fill="hold">
                                          <p:stCondLst>
                                            <p:cond delay="0"/>
                                          </p:stCondLst>
                                        </p:cTn>
                                        <p:tgtEl>
                                          <p:spTgt spid="62"/>
                                        </p:tgtEl>
                                        <p:attrNameLst>
                                          <p:attrName>style.visibility</p:attrName>
                                        </p:attrNameLst>
                                      </p:cBhvr>
                                      <p:to>
                                        <p:strVal val="visible"/>
                                      </p:to>
                                    </p:set>
                                    <p:animEffect transition="in" filter="fade">
                                      <p:cBhvr>
                                        <p:cTn id="94" dur="250"/>
                                        <p:tgtEl>
                                          <p:spTgt spid="62"/>
                                        </p:tgtEl>
                                      </p:cBhvr>
                                    </p:animEffect>
                                  </p:childTnLst>
                                </p:cTn>
                              </p:par>
                              <p:par>
                                <p:cTn id="95" presetID="10" presetClass="entr" presetSubtype="0" fill="hold" grpId="1" nodeType="withEffect">
                                  <p:stCondLst>
                                    <p:cond delay="0"/>
                                  </p:stCondLst>
                                  <p:childTnLst>
                                    <p:set>
                                      <p:cBhvr>
                                        <p:cTn id="96" dur="1" fill="hold">
                                          <p:stCondLst>
                                            <p:cond delay="0"/>
                                          </p:stCondLst>
                                        </p:cTn>
                                        <p:tgtEl>
                                          <p:spTgt spid="63"/>
                                        </p:tgtEl>
                                        <p:attrNameLst>
                                          <p:attrName>style.visibility</p:attrName>
                                        </p:attrNameLst>
                                      </p:cBhvr>
                                      <p:to>
                                        <p:strVal val="visible"/>
                                      </p:to>
                                    </p:set>
                                    <p:animEffect transition="in" filter="fade">
                                      <p:cBhvr>
                                        <p:cTn id="97" dur="250"/>
                                        <p:tgtEl>
                                          <p:spTgt spid="63"/>
                                        </p:tgtEl>
                                      </p:cBhvr>
                                    </p:animEffect>
                                  </p:childTnLst>
                                </p:cTn>
                              </p:par>
                              <p:par>
                                <p:cTn id="98" presetID="10" presetClass="entr" presetSubtype="0" fill="hold" grpId="1" nodeType="withEffect">
                                  <p:stCondLst>
                                    <p:cond delay="0"/>
                                  </p:stCondLst>
                                  <p:childTnLst>
                                    <p:set>
                                      <p:cBhvr>
                                        <p:cTn id="99" dur="1" fill="hold">
                                          <p:stCondLst>
                                            <p:cond delay="0"/>
                                          </p:stCondLst>
                                        </p:cTn>
                                        <p:tgtEl>
                                          <p:spTgt spid="64"/>
                                        </p:tgtEl>
                                        <p:attrNameLst>
                                          <p:attrName>style.visibility</p:attrName>
                                        </p:attrNameLst>
                                      </p:cBhvr>
                                      <p:to>
                                        <p:strVal val="visible"/>
                                      </p:to>
                                    </p:set>
                                    <p:animEffect transition="in" filter="fade">
                                      <p:cBhvr>
                                        <p:cTn id="100" dur="250"/>
                                        <p:tgtEl>
                                          <p:spTgt spid="64"/>
                                        </p:tgtEl>
                                      </p:cBhvr>
                                    </p:animEffect>
                                  </p:childTnLst>
                                </p:cTn>
                              </p:par>
                              <p:par>
                                <p:cTn id="101" presetID="10" presetClass="entr" presetSubtype="0" fill="hold" grpId="1" nodeType="withEffect">
                                  <p:stCondLst>
                                    <p:cond delay="0"/>
                                  </p:stCondLst>
                                  <p:childTnLst>
                                    <p:set>
                                      <p:cBhvr>
                                        <p:cTn id="102" dur="1" fill="hold">
                                          <p:stCondLst>
                                            <p:cond delay="0"/>
                                          </p:stCondLst>
                                        </p:cTn>
                                        <p:tgtEl>
                                          <p:spTgt spid="65"/>
                                        </p:tgtEl>
                                        <p:attrNameLst>
                                          <p:attrName>style.visibility</p:attrName>
                                        </p:attrNameLst>
                                      </p:cBhvr>
                                      <p:to>
                                        <p:strVal val="visible"/>
                                      </p:to>
                                    </p:set>
                                    <p:animEffect transition="in" filter="fade">
                                      <p:cBhvr>
                                        <p:cTn id="103" dur="250"/>
                                        <p:tgtEl>
                                          <p:spTgt spid="65"/>
                                        </p:tgtEl>
                                      </p:cBhvr>
                                    </p:animEffect>
                                  </p:childTnLst>
                                </p:cTn>
                              </p:par>
                              <p:par>
                                <p:cTn id="104" presetID="10" presetClass="entr" presetSubtype="0" fill="hold" grpId="1" nodeType="withEffect">
                                  <p:stCondLst>
                                    <p:cond delay="0"/>
                                  </p:stCondLst>
                                  <p:childTnLst>
                                    <p:set>
                                      <p:cBhvr>
                                        <p:cTn id="105" dur="1" fill="hold">
                                          <p:stCondLst>
                                            <p:cond delay="0"/>
                                          </p:stCondLst>
                                        </p:cTn>
                                        <p:tgtEl>
                                          <p:spTgt spid="66"/>
                                        </p:tgtEl>
                                        <p:attrNameLst>
                                          <p:attrName>style.visibility</p:attrName>
                                        </p:attrNameLst>
                                      </p:cBhvr>
                                      <p:to>
                                        <p:strVal val="visible"/>
                                      </p:to>
                                    </p:set>
                                    <p:animEffect transition="in" filter="fade">
                                      <p:cBhvr>
                                        <p:cTn id="106" dur="250"/>
                                        <p:tgtEl>
                                          <p:spTgt spid="66"/>
                                        </p:tgtEl>
                                      </p:cBhvr>
                                    </p:animEffect>
                                  </p:childTnLst>
                                </p:cTn>
                              </p:par>
                              <p:par>
                                <p:cTn id="107" presetID="10" presetClass="entr" presetSubtype="0" fill="hold" grpId="1" nodeType="withEffect">
                                  <p:stCondLst>
                                    <p:cond delay="0"/>
                                  </p:stCondLst>
                                  <p:childTnLst>
                                    <p:set>
                                      <p:cBhvr>
                                        <p:cTn id="108" dur="1" fill="hold">
                                          <p:stCondLst>
                                            <p:cond delay="0"/>
                                          </p:stCondLst>
                                        </p:cTn>
                                        <p:tgtEl>
                                          <p:spTgt spid="67"/>
                                        </p:tgtEl>
                                        <p:attrNameLst>
                                          <p:attrName>style.visibility</p:attrName>
                                        </p:attrNameLst>
                                      </p:cBhvr>
                                      <p:to>
                                        <p:strVal val="visible"/>
                                      </p:to>
                                    </p:set>
                                    <p:animEffect transition="in" filter="fade">
                                      <p:cBhvr>
                                        <p:cTn id="109" dur="250"/>
                                        <p:tgtEl>
                                          <p:spTgt spid="67"/>
                                        </p:tgtEl>
                                      </p:cBhvr>
                                    </p:animEffect>
                                  </p:childTnLst>
                                </p:cTn>
                              </p:par>
                              <p:par>
                                <p:cTn id="110" presetID="10" presetClass="entr" presetSubtype="0" fill="hold" grpId="1" nodeType="withEffect">
                                  <p:stCondLst>
                                    <p:cond delay="0"/>
                                  </p:stCondLst>
                                  <p:childTnLst>
                                    <p:set>
                                      <p:cBhvr>
                                        <p:cTn id="111" dur="1" fill="hold">
                                          <p:stCondLst>
                                            <p:cond delay="0"/>
                                          </p:stCondLst>
                                        </p:cTn>
                                        <p:tgtEl>
                                          <p:spTgt spid="69"/>
                                        </p:tgtEl>
                                        <p:attrNameLst>
                                          <p:attrName>style.visibility</p:attrName>
                                        </p:attrNameLst>
                                      </p:cBhvr>
                                      <p:to>
                                        <p:strVal val="visible"/>
                                      </p:to>
                                    </p:set>
                                    <p:animEffect transition="in" filter="fade">
                                      <p:cBhvr>
                                        <p:cTn id="112" dur="250"/>
                                        <p:tgtEl>
                                          <p:spTgt spid="69"/>
                                        </p:tgtEl>
                                      </p:cBhvr>
                                    </p:animEffect>
                                  </p:childTnLst>
                                </p:cTn>
                              </p:par>
                              <p:par>
                                <p:cTn id="113" presetID="64" presetClass="path" presetSubtype="0" accel="50000" decel="50000" fill="hold" grpId="0" nodeType="withEffect">
                                  <p:stCondLst>
                                    <p:cond delay="0"/>
                                  </p:stCondLst>
                                  <p:childTnLst>
                                    <p:animMotion origin="layout" path="M 0 0 L 6.435947E-02 -6.976991E-02 E" pathEditMode="relative" ptsTypes="">
                                      <p:cBhvr>
                                        <p:cTn id="114" dur="1500" spd="-100000" fill="hold"/>
                                        <p:tgtEl>
                                          <p:spTgt spid="10"/>
                                        </p:tgtEl>
                                        <p:attrNameLst>
                                          <p:attrName>ppt_x</p:attrName>
                                          <p:attrName>ppt_y</p:attrName>
                                        </p:attrNameLst>
                                      </p:cBhvr>
                                    </p:animMotion>
                                  </p:childTnLst>
                                </p:cTn>
                              </p:par>
                              <p:par>
                                <p:cTn id="115" presetID="64" presetClass="path" presetSubtype="0" accel="50000" decel="50000" fill="hold" grpId="0" nodeType="withEffect">
                                  <p:stCondLst>
                                    <p:cond delay="0"/>
                                  </p:stCondLst>
                                  <p:childTnLst>
                                    <p:animMotion origin="layout" path="M 0 0 L 9.653924E-02 -0.1045241 E" pathEditMode="relative" ptsTypes="">
                                      <p:cBhvr>
                                        <p:cTn id="116" dur="1500" spd="-100000" fill="hold"/>
                                        <p:tgtEl>
                                          <p:spTgt spid="12"/>
                                        </p:tgtEl>
                                        <p:attrNameLst>
                                          <p:attrName>ppt_x</p:attrName>
                                          <p:attrName>ppt_y</p:attrName>
                                        </p:attrNameLst>
                                      </p:cBhvr>
                                    </p:animMotion>
                                  </p:childTnLst>
                                </p:cTn>
                              </p:par>
                              <p:par>
                                <p:cTn id="117" presetID="64" presetClass="path" presetSubtype="0" accel="50000" decel="50000" fill="hold" grpId="0" nodeType="withEffect">
                                  <p:stCondLst>
                                    <p:cond delay="0"/>
                                  </p:stCondLst>
                                  <p:childTnLst>
                                    <p:animMotion origin="layout" path="M 0 0 L 0.128719 -0.1392782 E" pathEditMode="relative" ptsTypes="">
                                      <p:cBhvr>
                                        <p:cTn id="118" dur="1500" spd="-100000" fill="hold"/>
                                        <p:tgtEl>
                                          <p:spTgt spid="42"/>
                                        </p:tgtEl>
                                        <p:attrNameLst>
                                          <p:attrName>ppt_x</p:attrName>
                                          <p:attrName>ppt_y</p:attrName>
                                        </p:attrNameLst>
                                      </p:cBhvr>
                                    </p:animMotion>
                                  </p:childTnLst>
                                </p:cTn>
                              </p:par>
                              <p:par>
                                <p:cTn id="119" presetID="64" presetClass="path" presetSubtype="0" accel="50000" decel="50000" fill="hold" grpId="0" nodeType="withEffect">
                                  <p:stCondLst>
                                    <p:cond delay="0"/>
                                  </p:stCondLst>
                                  <p:childTnLst>
                                    <p:animMotion origin="layout" path="M 0 0 L 0.1608988 -0.1740324 E" pathEditMode="relative" ptsTypes="">
                                      <p:cBhvr>
                                        <p:cTn id="120" dur="1500" spd="-100000" fill="hold"/>
                                        <p:tgtEl>
                                          <p:spTgt spid="43"/>
                                        </p:tgtEl>
                                        <p:attrNameLst>
                                          <p:attrName>ppt_x</p:attrName>
                                          <p:attrName>ppt_y</p:attrName>
                                        </p:attrNameLst>
                                      </p:cBhvr>
                                    </p:animMotion>
                                  </p:childTnLst>
                                </p:cTn>
                              </p:par>
                              <p:par>
                                <p:cTn id="121" presetID="64" presetClass="path" presetSubtype="0" accel="50000" decel="50000" fill="hold" grpId="0" nodeType="withEffect">
                                  <p:stCondLst>
                                    <p:cond delay="0"/>
                                  </p:stCondLst>
                                  <p:childTnLst>
                                    <p:animMotion origin="layout" path="M 0 0 L 0.2252584 -0.2435407 E" pathEditMode="relative" ptsTypes="">
                                      <p:cBhvr>
                                        <p:cTn id="122" dur="1500" spd="-100000" fill="hold"/>
                                        <p:tgtEl>
                                          <p:spTgt spid="45"/>
                                        </p:tgtEl>
                                        <p:attrNameLst>
                                          <p:attrName>ppt_x</p:attrName>
                                          <p:attrName>ppt_y</p:attrName>
                                        </p:attrNameLst>
                                      </p:cBhvr>
                                    </p:animMotion>
                                  </p:childTnLst>
                                </p:cTn>
                              </p:par>
                              <p:par>
                                <p:cTn id="123" presetID="64" presetClass="path" presetSubtype="0" accel="50000" decel="50000" fill="hold" grpId="0" nodeType="withEffect">
                                  <p:stCondLst>
                                    <p:cond delay="0"/>
                                  </p:stCondLst>
                                  <p:childTnLst>
                                    <p:animMotion origin="layout" path="M 0 0 L 0.2574382 -0.2782948 E" pathEditMode="relative" ptsTypes="">
                                      <p:cBhvr>
                                        <p:cTn id="124" dur="1500" spd="-100000" fill="hold"/>
                                        <p:tgtEl>
                                          <p:spTgt spid="46"/>
                                        </p:tgtEl>
                                        <p:attrNameLst>
                                          <p:attrName>ppt_x</p:attrName>
                                          <p:attrName>ppt_y</p:attrName>
                                        </p:attrNameLst>
                                      </p:cBhvr>
                                    </p:animMotion>
                                  </p:childTnLst>
                                </p:cTn>
                              </p:par>
                              <p:par>
                                <p:cTn id="125" presetID="64" presetClass="path" presetSubtype="0" accel="50000" decel="50000" fill="hold" grpId="0" nodeType="withEffect">
                                  <p:stCondLst>
                                    <p:cond delay="0"/>
                                  </p:stCondLst>
                                  <p:childTnLst>
                                    <p:animMotion origin="layout" path="M 0 0 L 0.289618 -0.313049 E" pathEditMode="relative" ptsTypes="">
                                      <p:cBhvr>
                                        <p:cTn id="126" dur="1500" spd="-100000" fill="hold"/>
                                        <p:tgtEl>
                                          <p:spTgt spid="47"/>
                                        </p:tgtEl>
                                        <p:attrNameLst>
                                          <p:attrName>ppt_x</p:attrName>
                                          <p:attrName>ppt_y</p:attrName>
                                        </p:attrNameLst>
                                      </p:cBhvr>
                                    </p:animMotion>
                                  </p:childTnLst>
                                </p:cTn>
                              </p:par>
                              <p:par>
                                <p:cTn id="127" presetID="64" presetClass="path" presetSubtype="0" accel="50000" decel="50000" fill="hold" grpId="0" nodeType="withEffect">
                                  <p:stCondLst>
                                    <p:cond delay="0"/>
                                  </p:stCondLst>
                                  <p:childTnLst>
                                    <p:animMotion origin="layout" path="M 0 0 L 0.3217978 -0.3478031 E" pathEditMode="relative" ptsTypes="">
                                      <p:cBhvr>
                                        <p:cTn id="128" dur="1500" spd="-100000" fill="hold"/>
                                        <p:tgtEl>
                                          <p:spTgt spid="48"/>
                                        </p:tgtEl>
                                        <p:attrNameLst>
                                          <p:attrName>ppt_x</p:attrName>
                                          <p:attrName>ppt_y</p:attrName>
                                        </p:attrNameLst>
                                      </p:cBhvr>
                                    </p:animMotion>
                                  </p:childTnLst>
                                </p:cTn>
                              </p:par>
                              <p:par>
                                <p:cTn id="129" presetID="64" presetClass="path" presetSubtype="0" accel="50000" decel="50000" fill="hold" grpId="0" nodeType="withEffect">
                                  <p:stCondLst>
                                    <p:cond delay="0"/>
                                  </p:stCondLst>
                                  <p:childTnLst>
                                    <p:animMotion origin="layout" path="M 0 0 L 0.3533185 -0.381976 E" pathEditMode="relative" ptsTypes="">
                                      <p:cBhvr>
                                        <p:cTn id="130" dur="1500" spd="-100000" fill="hold"/>
                                        <p:tgtEl>
                                          <p:spTgt spid="49"/>
                                        </p:tgtEl>
                                        <p:attrNameLst>
                                          <p:attrName>ppt_x</p:attrName>
                                          <p:attrName>ppt_y</p:attrName>
                                        </p:attrNameLst>
                                      </p:cBhvr>
                                    </p:animMotion>
                                  </p:childTnLst>
                                </p:cTn>
                              </p:par>
                              <p:par>
                                <p:cTn id="131" presetID="64" presetClass="path" presetSubtype="0" accel="50000" decel="50000" fill="hold" grpId="0" nodeType="withEffect">
                                  <p:stCondLst>
                                    <p:cond delay="0"/>
                                  </p:stCondLst>
                                  <p:childTnLst>
                                    <p:animMotion origin="layout" path="M -3.75E-6 -4.44444E-6 L 0.3849 -0.4162 " pathEditMode="relative" rAng="0" ptsTypes="AA">
                                      <p:cBhvr>
                                        <p:cTn id="132" dur="1500" spd="-100000" fill="hold"/>
                                        <p:tgtEl>
                                          <p:spTgt spid="50"/>
                                        </p:tgtEl>
                                        <p:attrNameLst>
                                          <p:attrName>ppt_x</p:attrName>
                                          <p:attrName>ppt_y</p:attrName>
                                        </p:attrNameLst>
                                      </p:cBhvr>
                                      <p:rCtr x="19245" y="-20810"/>
                                    </p:animMotion>
                                  </p:childTnLst>
                                </p:cTn>
                              </p:par>
                              <p:par>
                                <p:cTn id="133" presetID="64" presetClass="path" presetSubtype="0" accel="50000" decel="50000" fill="hold" grpId="0" nodeType="withEffect">
                                  <p:stCondLst>
                                    <p:cond delay="0"/>
                                  </p:stCondLst>
                                  <p:childTnLst>
                                    <p:animMotion origin="layout" path="M -1.04167E-6 1.11111E-6 L 0.44922 -0.48565 " pathEditMode="relative" rAng="0" ptsTypes="AA">
                                      <p:cBhvr>
                                        <p:cTn id="134" dur="1500" spd="-100000" fill="hold"/>
                                        <p:tgtEl>
                                          <p:spTgt spid="52"/>
                                        </p:tgtEl>
                                        <p:attrNameLst>
                                          <p:attrName>ppt_x</p:attrName>
                                          <p:attrName>ppt_y</p:attrName>
                                        </p:attrNameLst>
                                      </p:cBhvr>
                                      <p:rCtr x="22461" y="-24282"/>
                                    </p:animMotion>
                                  </p:childTnLst>
                                </p:cTn>
                              </p:par>
                              <p:par>
                                <p:cTn id="135" presetID="64" presetClass="path" presetSubtype="0" accel="50000" decel="50000" fill="hold" grpId="0" nodeType="withEffect">
                                  <p:stCondLst>
                                    <p:cond delay="0"/>
                                  </p:stCondLst>
                                  <p:childTnLst>
                                    <p:animMotion origin="layout" path="M -2.70833E-6 1.85185E-6 L 0.48073 -0.51991 " pathEditMode="relative" rAng="0" ptsTypes="AA">
                                      <p:cBhvr>
                                        <p:cTn id="136" dur="1500" spd="-100000" fill="hold"/>
                                        <p:tgtEl>
                                          <p:spTgt spid="53"/>
                                        </p:tgtEl>
                                        <p:attrNameLst>
                                          <p:attrName>ppt_x</p:attrName>
                                          <p:attrName>ppt_y</p:attrName>
                                        </p:attrNameLst>
                                      </p:cBhvr>
                                      <p:rCtr x="24036" y="-25995"/>
                                    </p:animMotion>
                                  </p:childTnLst>
                                </p:cTn>
                              </p:par>
                              <p:par>
                                <p:cTn id="137" presetID="64" presetClass="path" presetSubtype="0" accel="50000" decel="50000" fill="hold" grpId="0" nodeType="withEffect">
                                  <p:stCondLst>
                                    <p:cond delay="0"/>
                                  </p:stCondLst>
                                  <p:childTnLst>
                                    <p:animMotion origin="layout" path="M -1.66667E-6 4.81481E-6 L 0.54375 -0.5882 " pathEditMode="relative" rAng="0" ptsTypes="AA">
                                      <p:cBhvr>
                                        <p:cTn id="138" dur="1500" spd="-100000" fill="hold"/>
                                        <p:tgtEl>
                                          <p:spTgt spid="68"/>
                                        </p:tgtEl>
                                        <p:attrNameLst>
                                          <p:attrName>ppt_x</p:attrName>
                                          <p:attrName>ppt_y</p:attrName>
                                        </p:attrNameLst>
                                      </p:cBhvr>
                                      <p:rCtr x="27187" y="-29421"/>
                                    </p:animMotion>
                                  </p:childTnLst>
                                </p:cTn>
                              </p:par>
                              <p:par>
                                <p:cTn id="139" presetID="64" presetClass="path" presetSubtype="0" accel="50000" decel="50000" fill="hold" grpId="0" nodeType="withEffect">
                                  <p:stCondLst>
                                    <p:cond delay="0"/>
                                  </p:stCondLst>
                                  <p:childTnLst>
                                    <p:animMotion origin="layout" path="M 0 0 L 0.1930786 -0.2087865 E" pathEditMode="relative" ptsTypes="">
                                      <p:cBhvr>
                                        <p:cTn id="140" dur="1500" spd="-100000" fill="hold"/>
                                        <p:tgtEl>
                                          <p:spTgt spid="44"/>
                                        </p:tgtEl>
                                        <p:attrNameLst>
                                          <p:attrName>ppt_x</p:attrName>
                                          <p:attrName>ppt_y</p:attrName>
                                        </p:attrNameLst>
                                      </p:cBhvr>
                                    </p:animMotion>
                                  </p:childTnLst>
                                </p:cTn>
                              </p:par>
                              <p:par>
                                <p:cTn id="141" presetID="64" presetClass="path" presetSubtype="0" accel="50000" decel="50000" fill="hold" grpId="0" nodeType="withEffect">
                                  <p:stCondLst>
                                    <p:cond delay="0"/>
                                  </p:stCondLst>
                                  <p:childTnLst>
                                    <p:animMotion origin="layout" path="M -4.375E-6 3.33333E-6 L 0.41706 -0.45093 " pathEditMode="relative" rAng="0" ptsTypes="AA">
                                      <p:cBhvr>
                                        <p:cTn id="142" dur="1500" spd="-100000" fill="hold"/>
                                        <p:tgtEl>
                                          <p:spTgt spid="51"/>
                                        </p:tgtEl>
                                        <p:attrNameLst>
                                          <p:attrName>ppt_x</p:attrName>
                                          <p:attrName>ppt_y</p:attrName>
                                        </p:attrNameLst>
                                      </p:cBhvr>
                                      <p:rCtr x="20846" y="-22546"/>
                                    </p:animMotion>
                                  </p:childTnLst>
                                </p:cTn>
                              </p:par>
                              <p:par>
                                <p:cTn id="143" presetID="64" presetClass="path" presetSubtype="0" accel="50000" decel="50000" fill="hold" grpId="0" nodeType="withEffect">
                                  <p:stCondLst>
                                    <p:cond delay="0"/>
                                  </p:stCondLst>
                                  <p:childTnLst>
                                    <p:animMotion origin="layout" path="M 1.66667E-6 4.07407E-6 L 0.51224 -0.55394 " pathEditMode="relative" rAng="0" ptsTypes="AA">
                                      <p:cBhvr>
                                        <p:cTn id="144" dur="1500" spd="-100000" fill="hold"/>
                                        <p:tgtEl>
                                          <p:spTgt spid="54"/>
                                        </p:tgtEl>
                                        <p:attrNameLst>
                                          <p:attrName>ppt_x</p:attrName>
                                          <p:attrName>ppt_y</p:attrName>
                                        </p:attrNameLst>
                                      </p:cBhvr>
                                      <p:rCtr x="25612" y="-27708"/>
                                    </p:animMotion>
                                  </p:childTnLst>
                                </p:cTn>
                              </p:par>
                              <p:par>
                                <p:cTn id="145" presetID="64" presetClass="path" presetSubtype="0" accel="50000" decel="50000" fill="hold" grpId="0" nodeType="withEffect">
                                  <p:stCondLst>
                                    <p:cond delay="0"/>
                                  </p:stCondLst>
                                  <p:childTnLst>
                                    <p:animMotion origin="layout" path="M 2.29167E-6 -2.59259E-6 L 0.08034 -0.07824 " pathEditMode="relative" rAng="0" ptsTypes="AA">
                                      <p:cBhvr>
                                        <p:cTn id="146" dur="1500" spd="-100000" fill="hold"/>
                                        <p:tgtEl>
                                          <p:spTgt spid="55"/>
                                        </p:tgtEl>
                                        <p:attrNameLst>
                                          <p:attrName>ppt_x</p:attrName>
                                          <p:attrName>ppt_y</p:attrName>
                                        </p:attrNameLst>
                                      </p:cBhvr>
                                      <p:rCtr x="4010" y="-3912"/>
                                    </p:animMotion>
                                  </p:childTnLst>
                                </p:cTn>
                              </p:par>
                              <p:par>
                                <p:cTn id="147" presetID="64" presetClass="path" presetSubtype="0" accel="50000" decel="50000" fill="hold" grpId="0" nodeType="withEffect">
                                  <p:stCondLst>
                                    <p:cond delay="0"/>
                                  </p:stCondLst>
                                  <p:childTnLst>
                                    <p:animMotion origin="layout" path="M 0 0 L 0.100673 -9.792431E-02 E" pathEditMode="relative" ptsTypes="">
                                      <p:cBhvr>
                                        <p:cTn id="148" dur="1500" spd="-100000" fill="hold"/>
                                        <p:tgtEl>
                                          <p:spTgt spid="56"/>
                                        </p:tgtEl>
                                        <p:attrNameLst>
                                          <p:attrName>ppt_x</p:attrName>
                                          <p:attrName>ppt_y</p:attrName>
                                        </p:attrNameLst>
                                      </p:cBhvr>
                                    </p:animMotion>
                                  </p:childTnLst>
                                </p:cTn>
                              </p:par>
                              <p:par>
                                <p:cTn id="149" presetID="64" presetClass="path" presetSubtype="0" accel="50000" decel="50000" fill="hold" grpId="0" nodeType="withEffect">
                                  <p:stCondLst>
                                    <p:cond delay="0"/>
                                  </p:stCondLst>
                                  <p:childTnLst>
                                    <p:animMotion origin="layout" path="M -1.25E-6 -7.40741E-7 L 0.12136 -0.12014 " pathEditMode="relative" rAng="0" ptsTypes="AA">
                                      <p:cBhvr>
                                        <p:cTn id="150" dur="1500" spd="-100000" fill="hold"/>
                                        <p:tgtEl>
                                          <p:spTgt spid="57"/>
                                        </p:tgtEl>
                                        <p:attrNameLst>
                                          <p:attrName>ppt_x</p:attrName>
                                          <p:attrName>ppt_y</p:attrName>
                                        </p:attrNameLst>
                                      </p:cBhvr>
                                      <p:rCtr x="6068" y="-6019"/>
                                    </p:animMotion>
                                  </p:childTnLst>
                                </p:cTn>
                              </p:par>
                              <p:par>
                                <p:cTn id="151" presetID="64" presetClass="path" presetSubtype="0" accel="50000" decel="50000" fill="hold" grpId="0" nodeType="withEffect">
                                  <p:stCondLst>
                                    <p:cond delay="0"/>
                                  </p:stCondLst>
                                  <p:childTnLst>
                                    <p:animMotion origin="layout" path="M 1.875E-6 -1.48148E-6 L 0.14193 -0.14236 " pathEditMode="relative" rAng="0" ptsTypes="AA">
                                      <p:cBhvr>
                                        <p:cTn id="152" dur="1500" spd="-100000" fill="hold"/>
                                        <p:tgtEl>
                                          <p:spTgt spid="58"/>
                                        </p:tgtEl>
                                        <p:attrNameLst>
                                          <p:attrName>ppt_x</p:attrName>
                                          <p:attrName>ppt_y</p:attrName>
                                        </p:attrNameLst>
                                      </p:cBhvr>
                                      <p:rCtr x="7096" y="-7130"/>
                                    </p:animMotion>
                                  </p:childTnLst>
                                </p:cTn>
                              </p:par>
                              <p:par>
                                <p:cTn id="153" presetID="64" presetClass="path" presetSubtype="0" accel="50000" decel="50000" fill="hold" grpId="0" nodeType="withEffect">
                                  <p:stCondLst>
                                    <p:cond delay="0"/>
                                  </p:stCondLst>
                                  <p:childTnLst>
                                    <p:animMotion origin="layout" path="M 1.45833E-6 1.85185E-6 L 0.2039 -0.2088 " pathEditMode="relative" rAng="0" ptsTypes="AA">
                                      <p:cBhvr>
                                        <p:cTn id="154" dur="1500" spd="-100000" fill="hold"/>
                                        <p:tgtEl>
                                          <p:spTgt spid="61"/>
                                        </p:tgtEl>
                                        <p:attrNameLst>
                                          <p:attrName>ppt_x</p:attrName>
                                          <p:attrName>ppt_y</p:attrName>
                                        </p:attrNameLst>
                                      </p:cBhvr>
                                      <p:rCtr x="10195" y="-10440"/>
                                    </p:animMotion>
                                  </p:childTnLst>
                                </p:cTn>
                              </p:par>
                              <p:par>
                                <p:cTn id="155" presetID="64" presetClass="path" presetSubtype="0" accel="50000" decel="50000" fill="hold" grpId="0" nodeType="withEffect">
                                  <p:stCondLst>
                                    <p:cond delay="0"/>
                                  </p:stCondLst>
                                  <p:childTnLst>
                                    <p:animMotion origin="layout" path="M -1.875E-6 4.07407E-6 L 0.18334 -0.18658 " pathEditMode="relative" rAng="0" ptsTypes="AA">
                                      <p:cBhvr>
                                        <p:cTn id="156" dur="1500" spd="-100000" fill="hold"/>
                                        <p:tgtEl>
                                          <p:spTgt spid="60"/>
                                        </p:tgtEl>
                                        <p:attrNameLst>
                                          <p:attrName>ppt_x</p:attrName>
                                          <p:attrName>ppt_y</p:attrName>
                                        </p:attrNameLst>
                                      </p:cBhvr>
                                      <p:rCtr x="9167" y="-9329"/>
                                    </p:animMotion>
                                  </p:childTnLst>
                                </p:cTn>
                              </p:par>
                              <p:par>
                                <p:cTn id="157" presetID="64" presetClass="path" presetSubtype="0" accel="50000" decel="50000" fill="hold" grpId="0" nodeType="withEffect">
                                  <p:stCondLst>
                                    <p:cond delay="0"/>
                                  </p:stCondLst>
                                  <p:childTnLst>
                                    <p:animMotion origin="layout" path="M 5E-6 -3.7037E-6 L 0.16264 -0.16435 " pathEditMode="relative" rAng="0" ptsTypes="AA">
                                      <p:cBhvr>
                                        <p:cTn id="158" dur="1500" spd="-100000" fill="hold"/>
                                        <p:tgtEl>
                                          <p:spTgt spid="59"/>
                                        </p:tgtEl>
                                        <p:attrNameLst>
                                          <p:attrName>ppt_x</p:attrName>
                                          <p:attrName>ppt_y</p:attrName>
                                        </p:attrNameLst>
                                      </p:cBhvr>
                                      <p:rCtr x="8125" y="-8218"/>
                                    </p:animMotion>
                                  </p:childTnLst>
                                </p:cTn>
                              </p:par>
                              <p:par>
                                <p:cTn id="159" presetID="64" presetClass="path" presetSubtype="0" accel="50000" decel="50000" fill="hold" grpId="0" nodeType="withEffect">
                                  <p:stCondLst>
                                    <p:cond delay="0"/>
                                  </p:stCondLst>
                                  <p:childTnLst>
                                    <p:animMotion origin="layout" path="M 4.375E-6 1.11111E-6 L 0.22461 -0.23102 " pathEditMode="relative" rAng="0" ptsTypes="AA">
                                      <p:cBhvr>
                                        <p:cTn id="160" dur="1500" spd="-100000" fill="hold"/>
                                        <p:tgtEl>
                                          <p:spTgt spid="62"/>
                                        </p:tgtEl>
                                        <p:attrNameLst>
                                          <p:attrName>ppt_x</p:attrName>
                                          <p:attrName>ppt_y</p:attrName>
                                        </p:attrNameLst>
                                      </p:cBhvr>
                                      <p:rCtr x="11224" y="-11551"/>
                                    </p:animMotion>
                                  </p:childTnLst>
                                </p:cTn>
                              </p:par>
                              <p:par>
                                <p:cTn id="161" presetID="64" presetClass="path" presetSubtype="0" accel="50000" decel="50000" fill="hold" grpId="0" nodeType="withEffect">
                                  <p:stCondLst>
                                    <p:cond delay="0"/>
                                  </p:stCondLst>
                                  <p:childTnLst>
                                    <p:animMotion origin="layout" path="M -2.29167E-6 -1.11111E-6 L 0.24531 -0.25301 " pathEditMode="relative" rAng="0" ptsTypes="AA">
                                      <p:cBhvr>
                                        <p:cTn id="162" dur="1500" spd="-100000" fill="hold"/>
                                        <p:tgtEl>
                                          <p:spTgt spid="63"/>
                                        </p:tgtEl>
                                        <p:attrNameLst>
                                          <p:attrName>ppt_x</p:attrName>
                                          <p:attrName>ppt_y</p:attrName>
                                        </p:attrNameLst>
                                      </p:cBhvr>
                                      <p:rCtr x="12266" y="-12662"/>
                                    </p:animMotion>
                                  </p:childTnLst>
                                </p:cTn>
                              </p:par>
                              <p:par>
                                <p:cTn id="163" presetID="64" presetClass="path" presetSubtype="0" accel="50000" decel="50000" fill="hold" grpId="0" nodeType="withEffect">
                                  <p:stCondLst>
                                    <p:cond delay="0"/>
                                  </p:stCondLst>
                                  <p:childTnLst>
                                    <p:animMotion origin="layout" path="M 8.33333E-7 -3.33333E-6 L 0.26588 -0.27523 " pathEditMode="relative" rAng="0" ptsTypes="AA">
                                      <p:cBhvr>
                                        <p:cTn id="164" dur="1500" spd="-100000" fill="hold"/>
                                        <p:tgtEl>
                                          <p:spTgt spid="64"/>
                                        </p:tgtEl>
                                        <p:attrNameLst>
                                          <p:attrName>ppt_x</p:attrName>
                                          <p:attrName>ppt_y</p:attrName>
                                        </p:attrNameLst>
                                      </p:cBhvr>
                                      <p:rCtr x="13294" y="-13773"/>
                                    </p:animMotion>
                                  </p:childTnLst>
                                </p:cTn>
                              </p:par>
                              <p:par>
                                <p:cTn id="165" presetID="64" presetClass="path" presetSubtype="0" accel="50000" decel="50000" fill="hold" grpId="0" nodeType="withEffect">
                                  <p:stCondLst>
                                    <p:cond delay="0"/>
                                  </p:stCondLst>
                                  <p:childTnLst>
                                    <p:animMotion origin="layout" path="M 4.16667E-6 4.44444E-6 L 0.28658 -0.29746 " pathEditMode="relative" rAng="0" ptsTypes="AA">
                                      <p:cBhvr>
                                        <p:cTn id="166" dur="1500" spd="-100000" fill="hold"/>
                                        <p:tgtEl>
                                          <p:spTgt spid="65"/>
                                        </p:tgtEl>
                                        <p:attrNameLst>
                                          <p:attrName>ppt_x</p:attrName>
                                          <p:attrName>ppt_y</p:attrName>
                                        </p:attrNameLst>
                                      </p:cBhvr>
                                      <p:rCtr x="14323" y="-14884"/>
                                    </p:animMotion>
                                  </p:childTnLst>
                                </p:cTn>
                              </p:par>
                              <p:par>
                                <p:cTn id="167" presetID="64" presetClass="path" presetSubtype="0" accel="50000" decel="50000" fill="hold" grpId="0" nodeType="withEffect">
                                  <p:stCondLst>
                                    <p:cond delay="0"/>
                                  </p:stCondLst>
                                  <p:childTnLst>
                                    <p:animMotion origin="layout" path="M -2.08333E-6 7.40741E-7 L 0.30768 -0.31991 " pathEditMode="relative" rAng="0" ptsTypes="AA">
                                      <p:cBhvr>
                                        <p:cTn id="168" dur="1500" spd="-100000" fill="hold"/>
                                        <p:tgtEl>
                                          <p:spTgt spid="66"/>
                                        </p:tgtEl>
                                        <p:attrNameLst>
                                          <p:attrName>ppt_x</p:attrName>
                                          <p:attrName>ppt_y</p:attrName>
                                        </p:attrNameLst>
                                      </p:cBhvr>
                                      <p:rCtr x="15378" y="-15995"/>
                                    </p:animMotion>
                                  </p:childTnLst>
                                </p:cTn>
                              </p:par>
                              <p:par>
                                <p:cTn id="169" presetID="64" presetClass="path" presetSubtype="0" accel="50000" decel="50000" fill="hold" grpId="0" nodeType="withEffect">
                                  <p:stCondLst>
                                    <p:cond delay="0"/>
                                  </p:stCondLst>
                                  <p:childTnLst>
                                    <p:animMotion origin="layout" path="M 4.16667E-7 -4.44444E-6 L 0.32878 -0.34259 " pathEditMode="relative" rAng="0" ptsTypes="AA">
                                      <p:cBhvr>
                                        <p:cTn id="170" dur="1500" spd="-100000" fill="hold"/>
                                        <p:tgtEl>
                                          <p:spTgt spid="67"/>
                                        </p:tgtEl>
                                        <p:attrNameLst>
                                          <p:attrName>ppt_x</p:attrName>
                                          <p:attrName>ppt_y</p:attrName>
                                        </p:attrNameLst>
                                      </p:cBhvr>
                                      <p:rCtr x="16432" y="-17130"/>
                                    </p:animMotion>
                                  </p:childTnLst>
                                </p:cTn>
                              </p:par>
                              <p:par>
                                <p:cTn id="171" presetID="64" presetClass="path" presetSubtype="0" accel="50000" decel="50000" fill="hold" grpId="0" nodeType="withEffect">
                                  <p:stCondLst>
                                    <p:cond delay="0"/>
                                  </p:stCondLst>
                                  <p:childTnLst>
                                    <p:animMotion origin="layout" path="M 4.79167E-6 4.81481E-6 L 0.34947 -0.36459 " pathEditMode="relative" rAng="0" ptsTypes="AA">
                                      <p:cBhvr>
                                        <p:cTn id="172" dur="1500" spd="-100000" fill="hold"/>
                                        <p:tgtEl>
                                          <p:spTgt spid="69"/>
                                        </p:tgtEl>
                                        <p:attrNameLst>
                                          <p:attrName>ppt_x</p:attrName>
                                          <p:attrName>ppt_y</p:attrName>
                                        </p:attrNameLst>
                                      </p:cBhvr>
                                      <p:rCtr x="17474" y="-1824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P spid="2" grpId="1"/>
      <p:bldP spid="8" grpId="0">
        <p:tmplLst>
          <p:tmpl>
            <p:tnLst>
              <p:par>
                <p:cTn presetID="10" presetClass="entr" presetSubtype="0" fill="hold" nodeType="withEffect">
                  <p:stCondLst>
                    <p:cond delay="800"/>
                  </p:stCondLst>
                  <p:childTnLst>
                    <p:set>
                      <p:cBhvr>
                        <p:cTn dur="1" fill="hold">
                          <p:stCondLst>
                            <p:cond delay="0"/>
                          </p:stCondLst>
                        </p:cTn>
                        <p:tgtEl>
                          <p:spTgt spid="8"/>
                        </p:tgtEl>
                        <p:attrNameLst>
                          <p:attrName>style.visibility</p:attrName>
                        </p:attrNameLst>
                      </p:cBhvr>
                      <p:to>
                        <p:strVal val="visible"/>
                      </p:to>
                    </p:set>
                    <p:animEffect transition="in" filter="fade">
                      <p:cBhvr>
                        <p:cTn dur="500"/>
                        <p:tgtEl>
                          <p:spTgt spid="8"/>
                        </p:tgtEl>
                      </p:cBhvr>
                    </p:animEffect>
                  </p:childTnLst>
                </p:cTn>
              </p:par>
            </p:tnLst>
          </p:tmpl>
        </p:tmplLst>
      </p:bldP>
      <p:bldP spid="8" grpId="1">
        <p:tmplLst>
          <p:tmpl>
            <p:tnLst>
              <p:par>
                <p:cTn presetID="42" presetClass="path" presetSubtype="0" decel="100000" fill="hold" nodeType="withEffect">
                  <p:stCondLst>
                    <p:cond delay="800"/>
                  </p:stCondLst>
                  <p:childTnLst>
                    <p:animMotion origin="layout" path="M -2.5E-6 -0.03472 L -2.5E-6 -2.59259E-6 " pathEditMode="relative" rAng="0" ptsTypes="AA">
                      <p:cBhvr>
                        <p:cTn dur="1000" fill="hold"/>
                        <p:tgtEl>
                          <p:spTgt spid="8"/>
                        </p:tgtEl>
                        <p:attrNameLst>
                          <p:attrName>ppt_x</p:attrName>
                          <p:attrName>ppt_y</p:attrName>
                        </p:attrNameLst>
                      </p:cBhvr>
                      <p:rCtr x="0" y="1736"/>
                    </p:animMotion>
                  </p:childTnLst>
                </p:cTn>
              </p:par>
            </p:tnLst>
          </p:tmpl>
        </p:tmplLst>
      </p:bldP>
      <p:bldP spid="10" grpId="0" animBg="1"/>
      <p:bldP spid="10" grpId="1" animBg="1"/>
      <p:bldP spid="12" grpId="0" animBg="1"/>
      <p:bldP spid="12" grpId="1" animBg="1"/>
      <p:bldP spid="42" grpId="0" animBg="1"/>
      <p:bldP spid="42" grpId="1" animBg="1"/>
      <p:bldP spid="43" grpId="0" animBg="1"/>
      <p:bldP spid="43" grpId="1" animBg="1"/>
      <p:bldP spid="44" grpId="0" animBg="1"/>
      <p:bldP spid="44" grpId="1" animBg="1"/>
      <p:bldP spid="45" grpId="0" animBg="1"/>
      <p:bldP spid="45" grpId="1" animBg="1"/>
      <p:bldP spid="46" grpId="0" animBg="1"/>
      <p:bldP spid="46" grpId="1" animBg="1"/>
      <p:bldP spid="47" grpId="0" animBg="1"/>
      <p:bldP spid="47" grpId="1" animBg="1"/>
      <p:bldP spid="48" grpId="0" animBg="1"/>
      <p:bldP spid="48" grpId="1" animBg="1"/>
      <p:bldP spid="49" grpId="0" animBg="1"/>
      <p:bldP spid="49" grpId="1" animBg="1"/>
      <p:bldP spid="50" grpId="0" animBg="1"/>
      <p:bldP spid="50" grpId="1" animBg="1"/>
      <p:bldP spid="51" grpId="0" animBg="1"/>
      <p:bldP spid="51" grpId="1" animBg="1"/>
      <p:bldP spid="52" grpId="0" animBg="1"/>
      <p:bldP spid="52" grpId="1" animBg="1"/>
      <p:bldP spid="53" grpId="0" animBg="1"/>
      <p:bldP spid="53" grpId="1" animBg="1"/>
      <p:bldP spid="54" grpId="0" animBg="1"/>
      <p:bldP spid="54" grpId="1" animBg="1"/>
      <p:bldP spid="55" grpId="0" animBg="1"/>
      <p:bldP spid="55" grpId="1" animBg="1"/>
      <p:bldP spid="56" grpId="0" animBg="1"/>
      <p:bldP spid="56" grpId="1" animBg="1"/>
      <p:bldP spid="57" grpId="0" animBg="1"/>
      <p:bldP spid="57" grpId="1" animBg="1"/>
      <p:bldP spid="58" grpId="0" animBg="1"/>
      <p:bldP spid="58" grpId="1" animBg="1"/>
      <p:bldP spid="59" grpId="0" animBg="1"/>
      <p:bldP spid="59" grpId="1" animBg="1"/>
      <p:bldP spid="60" grpId="0" animBg="1"/>
      <p:bldP spid="60" grpId="1" animBg="1"/>
      <p:bldP spid="61" grpId="0" animBg="1"/>
      <p:bldP spid="61" grpId="1" animBg="1"/>
      <p:bldP spid="62" grpId="0" animBg="1"/>
      <p:bldP spid="62" grpId="1" animBg="1"/>
      <p:bldP spid="63" grpId="0" animBg="1"/>
      <p:bldP spid="63" grpId="1" animBg="1"/>
      <p:bldP spid="64" grpId="0" animBg="1"/>
      <p:bldP spid="64" grpId="1" animBg="1"/>
      <p:bldP spid="65" grpId="0" animBg="1"/>
      <p:bldP spid="65" grpId="1" animBg="1"/>
      <p:bldP spid="66" grpId="0" animBg="1"/>
      <p:bldP spid="66" grpId="1" animBg="1"/>
      <p:bldP spid="67" grpId="0" animBg="1"/>
      <p:bldP spid="67" grpId="1" animBg="1"/>
      <p:bldP spid="68" grpId="0" animBg="1"/>
      <p:bldP spid="68" grpId="1" animBg="1"/>
      <p:bldP spid="69" grpId="0" animBg="1"/>
      <p:bldP spid="69" grpId="1" animBg="1"/>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4F90E-C437-B160-DB42-AA6E08BC3E30}"/>
              </a:ext>
            </a:extLst>
          </p:cNvPr>
          <p:cNvSpPr>
            <a:spLocks noGrp="1"/>
          </p:cNvSpPr>
          <p:nvPr>
            <p:ph type="title" hasCustomPrompt="1"/>
          </p:nvPr>
        </p:nvSpPr>
        <p:spPr>
          <a:xfrm>
            <a:off x="546100" y="365125"/>
            <a:ext cx="10495943" cy="777875"/>
          </a:xfrm>
        </p:spPr>
        <p:txBody>
          <a:bodyPr tIns="176400" anchor="t"/>
          <a:lstStyle>
            <a:lvl1pPr>
              <a:defRPr/>
            </a:lvl1pPr>
          </a:lstStyle>
          <a:p>
            <a:r>
              <a:rPr lang="en-US"/>
              <a:t>Click to Add Title, Use Font Size 28, Title Case</a:t>
            </a:r>
          </a:p>
        </p:txBody>
      </p:sp>
      <p:sp>
        <p:nvSpPr>
          <p:cNvPr id="3" name="Content Placeholder 2">
            <a:extLst>
              <a:ext uri="{FF2B5EF4-FFF2-40B4-BE49-F238E27FC236}">
                <a16:creationId xmlns:a16="http://schemas.microsoft.com/office/drawing/2014/main" id="{3EF700BE-F723-E229-99A1-0212A69DEA1E}"/>
              </a:ext>
            </a:extLst>
          </p:cNvPr>
          <p:cNvSpPr>
            <a:spLocks noGrp="1"/>
          </p:cNvSpPr>
          <p:nvPr>
            <p:ph idx="1" hasCustomPrompt="1"/>
          </p:nvPr>
        </p:nvSpPr>
        <p:spPr>
          <a:xfrm>
            <a:off x="546100" y="1649413"/>
            <a:ext cx="11099800" cy="4637087"/>
          </a:xfrm>
        </p:spPr>
        <p:txBody>
          <a:bodyPr lIns="0" tIns="0" rIns="0" bIns="0">
            <a:normAutofit/>
          </a:bodyPr>
          <a:lstStyle>
            <a:lvl1pPr>
              <a:defRPr sz="1800"/>
            </a:lvl1pPr>
          </a:lstStyle>
          <a:p>
            <a:pPr lvl="0"/>
            <a:r>
              <a:rPr lang="en-US"/>
              <a:t>Click to add content. If you’re pasting from another location, please right-click and select the ‘Keep Text Only’ option.</a:t>
            </a:r>
          </a:p>
        </p:txBody>
      </p:sp>
      <p:grpSp>
        <p:nvGrpSpPr>
          <p:cNvPr id="88" name="Group 4">
            <a:extLst>
              <a:ext uri="{FF2B5EF4-FFF2-40B4-BE49-F238E27FC236}">
                <a16:creationId xmlns:a16="http://schemas.microsoft.com/office/drawing/2014/main" id="{165E01C8-9093-5393-01C5-0626717EE0E3}"/>
              </a:ext>
              <a:ext uri="{C183D7F6-B498-43B3-948B-1728B52AA6E4}">
                <adec:decorative xmlns:adec="http://schemas.microsoft.com/office/drawing/2017/decorative" val="1"/>
              </a:ext>
            </a:extLst>
          </p:cNvPr>
          <p:cNvGrpSpPr>
            <a:grpSpLocks noChangeAspect="1"/>
          </p:cNvGrpSpPr>
          <p:nvPr userDrawn="1"/>
        </p:nvGrpSpPr>
        <p:grpSpPr bwMode="auto">
          <a:xfrm>
            <a:off x="11430001" y="476250"/>
            <a:ext cx="213430" cy="571500"/>
            <a:chOff x="4249" y="1683"/>
            <a:chExt cx="695" cy="1861"/>
          </a:xfrm>
          <a:solidFill>
            <a:schemeClr val="tx1"/>
          </a:solidFill>
        </p:grpSpPr>
        <p:sp>
          <p:nvSpPr>
            <p:cNvPr id="89" name="Freeform 5">
              <a:extLst>
                <a:ext uri="{FF2B5EF4-FFF2-40B4-BE49-F238E27FC236}">
                  <a16:creationId xmlns:a16="http://schemas.microsoft.com/office/drawing/2014/main" id="{351BF7D7-1ED1-A9FE-20ED-DCC9B6C986AE}"/>
                </a:ext>
              </a:extLst>
            </p:cNvPr>
            <p:cNvSpPr>
              <a:spLocks/>
            </p:cNvSpPr>
            <p:nvPr userDrawn="1"/>
          </p:nvSpPr>
          <p:spPr bwMode="auto">
            <a:xfrm>
              <a:off x="4249" y="1824"/>
              <a:ext cx="463" cy="1720"/>
            </a:xfrm>
            <a:custGeom>
              <a:avLst/>
              <a:gdLst>
                <a:gd name="T0" fmla="*/ 232 w 463"/>
                <a:gd name="T1" fmla="*/ 116 h 1720"/>
                <a:gd name="T2" fmla="*/ 0 w 463"/>
                <a:gd name="T3" fmla="*/ 0 h 1720"/>
                <a:gd name="T4" fmla="*/ 0 w 463"/>
                <a:gd name="T5" fmla="*/ 1487 h 1720"/>
                <a:gd name="T6" fmla="*/ 463 w 463"/>
                <a:gd name="T7" fmla="*/ 1720 h 1720"/>
                <a:gd name="T8" fmla="*/ 463 w 463"/>
                <a:gd name="T9" fmla="*/ 1463 h 1720"/>
                <a:gd name="T10" fmla="*/ 232 w 463"/>
                <a:gd name="T11" fmla="*/ 1346 h 1720"/>
                <a:gd name="T12" fmla="*/ 232 w 463"/>
                <a:gd name="T13" fmla="*/ 116 h 1720"/>
              </a:gdLst>
              <a:ahLst/>
              <a:cxnLst>
                <a:cxn ang="0">
                  <a:pos x="T0" y="T1"/>
                </a:cxn>
                <a:cxn ang="0">
                  <a:pos x="T2" y="T3"/>
                </a:cxn>
                <a:cxn ang="0">
                  <a:pos x="T4" y="T5"/>
                </a:cxn>
                <a:cxn ang="0">
                  <a:pos x="T6" y="T7"/>
                </a:cxn>
                <a:cxn ang="0">
                  <a:pos x="T8" y="T9"/>
                </a:cxn>
                <a:cxn ang="0">
                  <a:pos x="T10" y="T11"/>
                </a:cxn>
                <a:cxn ang="0">
                  <a:pos x="T12" y="T13"/>
                </a:cxn>
              </a:cxnLst>
              <a:rect l="0" t="0" r="r" b="b"/>
              <a:pathLst>
                <a:path w="463" h="1720">
                  <a:moveTo>
                    <a:pt x="232" y="116"/>
                  </a:moveTo>
                  <a:lnTo>
                    <a:pt x="0" y="0"/>
                  </a:lnTo>
                  <a:lnTo>
                    <a:pt x="0" y="1487"/>
                  </a:lnTo>
                  <a:lnTo>
                    <a:pt x="463" y="1720"/>
                  </a:lnTo>
                  <a:lnTo>
                    <a:pt x="463" y="1463"/>
                  </a:lnTo>
                  <a:lnTo>
                    <a:pt x="232" y="1346"/>
                  </a:lnTo>
                  <a:lnTo>
                    <a:pt x="232" y="11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F3541"/>
                </a:solidFill>
                <a:effectLst/>
                <a:uLnTx/>
                <a:uFillTx/>
                <a:latin typeface="Verdana" panose="020B0604030504040204" pitchFamily="34" charset="0"/>
              </a:endParaRPr>
            </a:p>
          </p:txBody>
        </p:sp>
        <p:sp>
          <p:nvSpPr>
            <p:cNvPr id="90" name="Freeform 6">
              <a:extLst>
                <a:ext uri="{FF2B5EF4-FFF2-40B4-BE49-F238E27FC236}">
                  <a16:creationId xmlns:a16="http://schemas.microsoft.com/office/drawing/2014/main" id="{E763757B-637B-DB54-8B17-92BD08F108E1}"/>
                </a:ext>
              </a:extLst>
            </p:cNvPr>
            <p:cNvSpPr>
              <a:spLocks/>
            </p:cNvSpPr>
            <p:nvPr userDrawn="1"/>
          </p:nvSpPr>
          <p:spPr bwMode="auto">
            <a:xfrm>
              <a:off x="4481" y="1683"/>
              <a:ext cx="463" cy="1720"/>
            </a:xfrm>
            <a:custGeom>
              <a:avLst/>
              <a:gdLst>
                <a:gd name="T0" fmla="*/ 231 w 463"/>
                <a:gd name="T1" fmla="*/ 1604 h 1720"/>
                <a:gd name="T2" fmla="*/ 463 w 463"/>
                <a:gd name="T3" fmla="*/ 1720 h 1720"/>
                <a:gd name="T4" fmla="*/ 463 w 463"/>
                <a:gd name="T5" fmla="*/ 233 h 1720"/>
                <a:gd name="T6" fmla="*/ 0 w 463"/>
                <a:gd name="T7" fmla="*/ 0 h 1720"/>
                <a:gd name="T8" fmla="*/ 0 w 463"/>
                <a:gd name="T9" fmla="*/ 257 h 1720"/>
                <a:gd name="T10" fmla="*/ 231 w 463"/>
                <a:gd name="T11" fmla="*/ 374 h 1720"/>
                <a:gd name="T12" fmla="*/ 231 w 463"/>
                <a:gd name="T13" fmla="*/ 1604 h 1720"/>
              </a:gdLst>
              <a:ahLst/>
              <a:cxnLst>
                <a:cxn ang="0">
                  <a:pos x="T0" y="T1"/>
                </a:cxn>
                <a:cxn ang="0">
                  <a:pos x="T2" y="T3"/>
                </a:cxn>
                <a:cxn ang="0">
                  <a:pos x="T4" y="T5"/>
                </a:cxn>
                <a:cxn ang="0">
                  <a:pos x="T6" y="T7"/>
                </a:cxn>
                <a:cxn ang="0">
                  <a:pos x="T8" y="T9"/>
                </a:cxn>
                <a:cxn ang="0">
                  <a:pos x="T10" y="T11"/>
                </a:cxn>
                <a:cxn ang="0">
                  <a:pos x="T12" y="T13"/>
                </a:cxn>
              </a:cxnLst>
              <a:rect l="0" t="0" r="r" b="b"/>
              <a:pathLst>
                <a:path w="463" h="1720">
                  <a:moveTo>
                    <a:pt x="231" y="1604"/>
                  </a:moveTo>
                  <a:lnTo>
                    <a:pt x="463" y="1720"/>
                  </a:lnTo>
                  <a:lnTo>
                    <a:pt x="463" y="233"/>
                  </a:lnTo>
                  <a:lnTo>
                    <a:pt x="0" y="0"/>
                  </a:lnTo>
                  <a:lnTo>
                    <a:pt x="0" y="257"/>
                  </a:lnTo>
                  <a:lnTo>
                    <a:pt x="231" y="374"/>
                  </a:lnTo>
                  <a:lnTo>
                    <a:pt x="231" y="1604"/>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F3541"/>
                </a:solidFill>
                <a:effectLst/>
                <a:uLnTx/>
                <a:uFillTx/>
                <a:latin typeface="Verdana" panose="020B0604030504040204" pitchFamily="34" charset="0"/>
              </a:endParaRPr>
            </a:p>
          </p:txBody>
        </p:sp>
      </p:grpSp>
      <p:sp>
        <p:nvSpPr>
          <p:cNvPr id="5" name="Footer Placeholder 4">
            <a:extLst>
              <a:ext uri="{FF2B5EF4-FFF2-40B4-BE49-F238E27FC236}">
                <a16:creationId xmlns:a16="http://schemas.microsoft.com/office/drawing/2014/main" id="{E17DE7DC-B27D-C64A-6BC6-E9CFD576ED28}"/>
              </a:ext>
            </a:extLst>
          </p:cNvPr>
          <p:cNvSpPr>
            <a:spLocks noGrp="1"/>
          </p:cNvSpPr>
          <p:nvPr>
            <p:ph type="ftr" sz="quarter" idx="11"/>
          </p:nvPr>
        </p:nvSpPr>
        <p:spPr/>
        <p:txBody>
          <a:bodyPr/>
          <a:lstStyle/>
          <a:p>
            <a:pPr>
              <a:buClr>
                <a:schemeClr val="tx2"/>
              </a:buClr>
              <a:buSzPct val="120000"/>
              <a:buFont typeface="Verdana" panose="020F0502020204030204" pitchFamily="34" charset="0"/>
              <a:buNone/>
            </a:pPr>
            <a:endParaRPr lang="en-US"/>
          </a:p>
        </p:txBody>
      </p:sp>
      <p:sp>
        <p:nvSpPr>
          <p:cNvPr id="4" name="Date Placeholder 3">
            <a:extLst>
              <a:ext uri="{FF2B5EF4-FFF2-40B4-BE49-F238E27FC236}">
                <a16:creationId xmlns:a16="http://schemas.microsoft.com/office/drawing/2014/main" id="{7027B8C1-DF1F-1201-36FB-343DCD5B01AC}"/>
              </a:ext>
            </a:extLst>
          </p:cNvPr>
          <p:cNvSpPr>
            <a:spLocks noGrp="1"/>
          </p:cNvSpPr>
          <p:nvPr>
            <p:ph type="dt" sz="half" idx="10"/>
          </p:nvPr>
        </p:nvSpPr>
        <p:spPr/>
        <p:txBody>
          <a:bodyPr/>
          <a:lstStyle/>
          <a:p>
            <a:pPr algn="r">
              <a:buClr>
                <a:schemeClr val="tx2"/>
              </a:buClr>
              <a:buSzPct val="120000"/>
              <a:buFont typeface="Verdana" panose="020F0502020204030204" pitchFamily="34" charset="0"/>
              <a:buNone/>
            </a:pPr>
            <a:fld id="{7E41EA80-3ECC-4E9E-BDED-596FA76E9088}" type="datetimeFigureOut">
              <a:rPr lang="en-US" smtClean="0"/>
              <a:pPr algn="r">
                <a:buClr>
                  <a:schemeClr val="tx2"/>
                </a:buClr>
                <a:buSzPct val="120000"/>
                <a:buFont typeface="Verdana" panose="020F0502020204030204" pitchFamily="34" charset="0"/>
                <a:buNone/>
              </a:pPr>
              <a:t>1/14/2026</a:t>
            </a:fld>
            <a:endParaRPr lang="en-US"/>
          </a:p>
        </p:txBody>
      </p:sp>
      <p:sp>
        <p:nvSpPr>
          <p:cNvPr id="6" name="Slide Number Placeholder 5">
            <a:extLst>
              <a:ext uri="{FF2B5EF4-FFF2-40B4-BE49-F238E27FC236}">
                <a16:creationId xmlns:a16="http://schemas.microsoft.com/office/drawing/2014/main" id="{48CFB9C0-2A34-AC36-769C-6DE99F35449F}"/>
              </a:ext>
            </a:extLst>
          </p:cNvPr>
          <p:cNvSpPr>
            <a:spLocks noGrp="1"/>
          </p:cNvSpPr>
          <p:nvPr>
            <p:ph type="sldNum" sz="quarter" idx="12"/>
          </p:nvPr>
        </p:nvSpPr>
        <p:spPr/>
        <p:txBody>
          <a:bodyPr vert="horz" wrap="square" lIns="0" tIns="0" rIns="0" bIns="0" rtlCol="0" anchor="b" anchorCtr="0">
            <a:spAutoFit/>
          </a:bodyPr>
          <a:lstStyle>
            <a:lvl1pPr>
              <a:defRPr lang="en-GB" smtClean="0"/>
            </a:lvl1pPr>
          </a:lstStyle>
          <a:p>
            <a:pPr>
              <a:buClr>
                <a:schemeClr val="tx2"/>
              </a:buClr>
              <a:buSzPct val="120000"/>
              <a:buFont typeface="Verdana" panose="020F0502020204030204" pitchFamily="34" charset="0"/>
              <a:buNone/>
            </a:pPr>
            <a:fld id="{68C08D16-C227-489D-8B10-B6EE065660A6}" type="slidenum">
              <a:rPr lang="en-GB" smtClean="0"/>
              <a:pPr>
                <a:buClr>
                  <a:schemeClr val="tx2"/>
                </a:buClr>
                <a:buSzPct val="120000"/>
                <a:buFont typeface="Verdana" panose="020F0502020204030204" pitchFamily="34" charset="0"/>
                <a:buNone/>
              </a:pPr>
              <a:t>‹#›</a:t>
            </a:fld>
            <a:endParaRPr lang="en-GB"/>
          </a:p>
        </p:txBody>
      </p:sp>
      <p:sp>
        <p:nvSpPr>
          <p:cNvPr id="8" name="Text Placeholder 6">
            <a:extLst>
              <a:ext uri="{FF2B5EF4-FFF2-40B4-BE49-F238E27FC236}">
                <a16:creationId xmlns:a16="http://schemas.microsoft.com/office/drawing/2014/main" id="{EDF02C81-A083-F218-CF77-BE161A7F8E6E}"/>
              </a:ext>
            </a:extLst>
          </p:cNvPr>
          <p:cNvSpPr>
            <a:spLocks noGrp="1"/>
          </p:cNvSpPr>
          <p:nvPr>
            <p:ph type="body" sz="quarter" idx="14" hasCustomPrompt="1"/>
          </p:nvPr>
        </p:nvSpPr>
        <p:spPr>
          <a:xfrm>
            <a:off x="546100" y="1143000"/>
            <a:ext cx="11099800" cy="381000"/>
          </a:xfrm>
        </p:spPr>
        <p:txBody>
          <a:bodyPr vert="horz" lIns="0" tIns="54000" rIns="0" bIns="0" rtlCol="0" anchor="t" anchorCtr="0">
            <a:normAutofit/>
          </a:bodyPr>
          <a:lstStyle>
            <a:lvl1pPr marL="0" indent="0">
              <a:buNone/>
              <a:defRPr lang="en-US" sz="1800" b="0" dirty="0" smtClean="0">
                <a:latin typeface="+mj-lt"/>
              </a:defRPr>
            </a:lvl1pPr>
          </a:lstStyle>
          <a:p>
            <a:pPr marL="228600" marR="0" lvl="0" indent="-228600" algn="l" defTabSz="914400" rtl="0" eaLnBrk="1" fontAlgn="auto" latinLnBrk="0" hangingPunct="1">
              <a:lnSpc>
                <a:spcPct val="100000"/>
              </a:lnSpc>
              <a:spcBef>
                <a:spcPts val="0"/>
              </a:spcBef>
              <a:spcAft>
                <a:spcPts val="0"/>
              </a:spcAft>
              <a:buClrTx/>
              <a:buSzTx/>
              <a:tabLst/>
              <a:defRPr/>
            </a:pPr>
            <a:r>
              <a:rPr lang="en-US"/>
              <a:t>Click to add subtitle, use font size 18, sentence case</a:t>
            </a:r>
          </a:p>
        </p:txBody>
      </p:sp>
    </p:spTree>
    <p:extLst>
      <p:ext uri="{BB962C8B-B14F-4D97-AF65-F5344CB8AC3E}">
        <p14:creationId xmlns:p14="http://schemas.microsoft.com/office/powerpoint/2010/main" val="1111238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409CA-97B8-B0F8-3198-F6ABE6B5766B}"/>
              </a:ext>
            </a:extLst>
          </p:cNvPr>
          <p:cNvSpPr>
            <a:spLocks noGrp="1"/>
          </p:cNvSpPr>
          <p:nvPr>
            <p:ph type="title" hasCustomPrompt="1"/>
          </p:nvPr>
        </p:nvSpPr>
        <p:spPr>
          <a:xfrm>
            <a:off x="1943101" y="1524001"/>
            <a:ext cx="8305800" cy="2317750"/>
          </a:xfrm>
        </p:spPr>
        <p:txBody>
          <a:bodyPr bIns="144000" anchor="b">
            <a:normAutofit/>
          </a:bodyPr>
          <a:lstStyle>
            <a:lvl1pPr algn="ctr">
              <a:defRPr sz="4400">
                <a:solidFill>
                  <a:schemeClr val="accent2"/>
                </a:solidFill>
              </a:defRPr>
            </a:lvl1pPr>
          </a:lstStyle>
          <a:p>
            <a:r>
              <a:rPr lang="en-US"/>
              <a:t>Click to Add Section Header, Use Font Size 44, Title Case</a:t>
            </a:r>
          </a:p>
        </p:txBody>
      </p:sp>
      <p:sp>
        <p:nvSpPr>
          <p:cNvPr id="3" name="Text Placeholder 2">
            <a:extLst>
              <a:ext uri="{FF2B5EF4-FFF2-40B4-BE49-F238E27FC236}">
                <a16:creationId xmlns:a16="http://schemas.microsoft.com/office/drawing/2014/main" id="{B36A54E0-8ABB-2A35-1DFF-800EF36C4776}"/>
              </a:ext>
            </a:extLst>
          </p:cNvPr>
          <p:cNvSpPr>
            <a:spLocks noGrp="1"/>
          </p:cNvSpPr>
          <p:nvPr>
            <p:ph type="body" idx="1" hasCustomPrompt="1"/>
          </p:nvPr>
        </p:nvSpPr>
        <p:spPr>
          <a:xfrm>
            <a:off x="1943101" y="3967163"/>
            <a:ext cx="8305800" cy="1222375"/>
          </a:xfrm>
        </p:spPr>
        <p:txBody>
          <a:bodyPr lIns="0" tIns="144000" rIns="0" bIns="0" anchor="t">
            <a:normAutofit/>
          </a:bodyPr>
          <a:lstStyle>
            <a:lvl1pPr marL="0" indent="0" algn="ctr">
              <a:buFont typeface="Verdana" panose="020B0604020202020204" pitchFamily="34" charset="0"/>
              <a:buNone/>
              <a:defRPr sz="180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subtitle, use font size 18, sentence case</a:t>
            </a:r>
          </a:p>
        </p:txBody>
      </p:sp>
      <p:sp>
        <p:nvSpPr>
          <p:cNvPr id="5" name="Footer Placeholder 4">
            <a:extLst>
              <a:ext uri="{FF2B5EF4-FFF2-40B4-BE49-F238E27FC236}">
                <a16:creationId xmlns:a16="http://schemas.microsoft.com/office/drawing/2014/main" id="{E09043EA-06F3-E7C8-3619-A6B5E520EF18}"/>
              </a:ext>
            </a:extLst>
          </p:cNvPr>
          <p:cNvSpPr>
            <a:spLocks noGrp="1"/>
          </p:cNvSpPr>
          <p:nvPr>
            <p:ph type="ftr" sz="quarter" idx="11"/>
          </p:nvPr>
        </p:nvSpPr>
        <p:spPr/>
        <p:txBody>
          <a:bodyPr/>
          <a:lstStyle/>
          <a:p>
            <a:pPr>
              <a:buClr>
                <a:schemeClr val="tx2"/>
              </a:buClr>
              <a:buSzPct val="120000"/>
              <a:buFont typeface="Verdana" panose="020F0502020204030204" pitchFamily="34" charset="0"/>
              <a:buNone/>
            </a:pPr>
            <a:endParaRPr lang="en-US"/>
          </a:p>
        </p:txBody>
      </p:sp>
      <p:sp>
        <p:nvSpPr>
          <p:cNvPr id="4" name="Date Placeholder 3">
            <a:extLst>
              <a:ext uri="{FF2B5EF4-FFF2-40B4-BE49-F238E27FC236}">
                <a16:creationId xmlns:a16="http://schemas.microsoft.com/office/drawing/2014/main" id="{CCD2B5DD-602C-C09D-A527-58CEA0D221BD}"/>
              </a:ext>
            </a:extLst>
          </p:cNvPr>
          <p:cNvSpPr>
            <a:spLocks noGrp="1"/>
          </p:cNvSpPr>
          <p:nvPr>
            <p:ph type="dt" sz="half" idx="10"/>
          </p:nvPr>
        </p:nvSpPr>
        <p:spPr/>
        <p:txBody>
          <a:bodyPr/>
          <a:lstStyle/>
          <a:p>
            <a:pPr algn="r">
              <a:buClr>
                <a:schemeClr val="tx2"/>
              </a:buClr>
              <a:buSzPct val="120000"/>
              <a:buFont typeface="Verdana" panose="020F0502020204030204" pitchFamily="34" charset="0"/>
              <a:buNone/>
            </a:pPr>
            <a:fld id="{7E41EA80-3ECC-4E9E-BDED-596FA76E9088}" type="datetimeFigureOut">
              <a:rPr lang="en-US" smtClean="0"/>
              <a:pPr algn="r">
                <a:buClr>
                  <a:schemeClr val="tx2"/>
                </a:buClr>
                <a:buSzPct val="120000"/>
                <a:buFont typeface="Verdana" panose="020F0502020204030204" pitchFamily="34" charset="0"/>
                <a:buNone/>
              </a:pPr>
              <a:t>1/14/2026</a:t>
            </a:fld>
            <a:endParaRPr lang="en-US"/>
          </a:p>
        </p:txBody>
      </p:sp>
      <p:sp>
        <p:nvSpPr>
          <p:cNvPr id="6" name="Slide Number Placeholder 5">
            <a:extLst>
              <a:ext uri="{FF2B5EF4-FFF2-40B4-BE49-F238E27FC236}">
                <a16:creationId xmlns:a16="http://schemas.microsoft.com/office/drawing/2014/main" id="{20D1C035-E909-A298-5D24-F7F53BF6AA5A}"/>
              </a:ext>
            </a:extLst>
          </p:cNvPr>
          <p:cNvSpPr>
            <a:spLocks noGrp="1"/>
          </p:cNvSpPr>
          <p:nvPr>
            <p:ph type="sldNum" sz="quarter" idx="12"/>
          </p:nvPr>
        </p:nvSpPr>
        <p:spPr/>
        <p:txBody>
          <a:bodyPr vert="horz" wrap="square" lIns="0" tIns="0" rIns="0" bIns="0" rtlCol="0" anchor="b" anchorCtr="0">
            <a:spAutoFit/>
          </a:bodyPr>
          <a:lstStyle>
            <a:lvl1pPr>
              <a:defRPr lang="en-GB" smtClean="0"/>
            </a:lvl1pPr>
          </a:lstStyle>
          <a:p>
            <a:pPr>
              <a:buClr>
                <a:schemeClr val="tx2"/>
              </a:buClr>
              <a:buSzPct val="120000"/>
              <a:buFont typeface="Verdana" panose="020F0502020204030204" pitchFamily="34" charset="0"/>
              <a:buNone/>
            </a:pPr>
            <a:fld id="{68C08D16-C227-489D-8B10-B6EE065660A6}" type="slidenum">
              <a:rPr lang="en-GB" smtClean="0"/>
              <a:pPr>
                <a:buClr>
                  <a:schemeClr val="tx2"/>
                </a:buClr>
                <a:buSzPct val="120000"/>
                <a:buFont typeface="Verdana" panose="020F0502020204030204" pitchFamily="34" charset="0"/>
                <a:buNone/>
              </a:pPr>
              <a:t>‹#›</a:t>
            </a:fld>
            <a:endParaRPr lang="en-GB"/>
          </a:p>
        </p:txBody>
      </p:sp>
      <p:sp>
        <p:nvSpPr>
          <p:cNvPr id="22" name="Graphic 10">
            <a:extLst>
              <a:ext uri="{FF2B5EF4-FFF2-40B4-BE49-F238E27FC236}">
                <a16:creationId xmlns:a16="http://schemas.microsoft.com/office/drawing/2014/main" id="{DBAE56D5-CD63-5D4E-B9FF-EAE8B58B7EA1}"/>
              </a:ext>
              <a:ext uri="{C183D7F6-B498-43B3-948B-1728B52AA6E4}">
                <adec:decorative xmlns:adec="http://schemas.microsoft.com/office/drawing/2017/decorative" val="1"/>
              </a:ext>
            </a:extLst>
          </p:cNvPr>
          <p:cNvSpPr/>
          <p:nvPr userDrawn="1"/>
        </p:nvSpPr>
        <p:spPr>
          <a:xfrm>
            <a:off x="1975069" y="-2202102"/>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21000">
                  <a:schemeClr val="tx2"/>
                </a:gs>
                <a:gs pos="10000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panose="020B0604030504040204" pitchFamily="34" charset="0"/>
            </a:endParaRPr>
          </a:p>
        </p:txBody>
      </p:sp>
      <p:sp>
        <p:nvSpPr>
          <p:cNvPr id="23" name="Graphic 10">
            <a:extLst>
              <a:ext uri="{FF2B5EF4-FFF2-40B4-BE49-F238E27FC236}">
                <a16:creationId xmlns:a16="http://schemas.microsoft.com/office/drawing/2014/main" id="{6AC7A8BB-C756-3659-0DED-9270B362D8FA}"/>
              </a:ext>
              <a:ext uri="{C183D7F6-B498-43B3-948B-1728B52AA6E4}">
                <adec:decorative xmlns:adec="http://schemas.microsoft.com/office/drawing/2017/decorative" val="1"/>
              </a:ext>
            </a:extLst>
          </p:cNvPr>
          <p:cNvSpPr/>
          <p:nvPr userDrawn="1"/>
        </p:nvSpPr>
        <p:spPr>
          <a:xfrm>
            <a:off x="1576725" y="-1951600"/>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21000">
                  <a:schemeClr val="tx2"/>
                </a:gs>
                <a:gs pos="10000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panose="020B0604030504040204" pitchFamily="34" charset="0"/>
            </a:endParaRPr>
          </a:p>
        </p:txBody>
      </p:sp>
      <p:sp>
        <p:nvSpPr>
          <p:cNvPr id="24" name="Graphic 10">
            <a:extLst>
              <a:ext uri="{FF2B5EF4-FFF2-40B4-BE49-F238E27FC236}">
                <a16:creationId xmlns:a16="http://schemas.microsoft.com/office/drawing/2014/main" id="{FAC4647B-235D-5BF6-95EB-20961F66826D}"/>
              </a:ext>
              <a:ext uri="{C183D7F6-B498-43B3-948B-1728B52AA6E4}">
                <adec:decorative xmlns:adec="http://schemas.microsoft.com/office/drawing/2017/decorative" val="1"/>
              </a:ext>
            </a:extLst>
          </p:cNvPr>
          <p:cNvSpPr/>
          <p:nvPr userDrawn="1"/>
        </p:nvSpPr>
        <p:spPr>
          <a:xfrm>
            <a:off x="1178380" y="-1701098"/>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21000">
                  <a:schemeClr val="tx2"/>
                </a:gs>
                <a:gs pos="10000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panose="020B0604030504040204" pitchFamily="34" charset="0"/>
            </a:endParaRPr>
          </a:p>
        </p:txBody>
      </p:sp>
      <p:sp>
        <p:nvSpPr>
          <p:cNvPr id="25" name="Graphic 10">
            <a:extLst>
              <a:ext uri="{FF2B5EF4-FFF2-40B4-BE49-F238E27FC236}">
                <a16:creationId xmlns:a16="http://schemas.microsoft.com/office/drawing/2014/main" id="{AA74202D-78F9-8EDD-1816-7A87015B3289}"/>
              </a:ext>
              <a:ext uri="{C183D7F6-B498-43B3-948B-1728B52AA6E4}">
                <adec:decorative xmlns:adec="http://schemas.microsoft.com/office/drawing/2017/decorative" val="1"/>
              </a:ext>
            </a:extLst>
          </p:cNvPr>
          <p:cNvSpPr/>
          <p:nvPr userDrawn="1"/>
        </p:nvSpPr>
        <p:spPr>
          <a:xfrm>
            <a:off x="780035" y="-1450595"/>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21000">
                  <a:schemeClr val="tx2"/>
                </a:gs>
                <a:gs pos="10000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panose="020B0604030504040204" pitchFamily="34" charset="0"/>
            </a:endParaRPr>
          </a:p>
        </p:txBody>
      </p:sp>
      <p:sp>
        <p:nvSpPr>
          <p:cNvPr id="28" name="Graphic 10">
            <a:extLst>
              <a:ext uri="{FF2B5EF4-FFF2-40B4-BE49-F238E27FC236}">
                <a16:creationId xmlns:a16="http://schemas.microsoft.com/office/drawing/2014/main" id="{819B3FE4-A0D7-39B8-6C46-FD8F8CA8B994}"/>
              </a:ext>
              <a:ext uri="{C183D7F6-B498-43B3-948B-1728B52AA6E4}">
                <adec:decorative xmlns:adec="http://schemas.microsoft.com/office/drawing/2017/decorative" val="1"/>
              </a:ext>
            </a:extLst>
          </p:cNvPr>
          <p:cNvSpPr/>
          <p:nvPr userDrawn="1"/>
        </p:nvSpPr>
        <p:spPr>
          <a:xfrm>
            <a:off x="381690" y="-1200093"/>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21000">
                  <a:schemeClr val="tx2"/>
                </a:gs>
                <a:gs pos="10000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panose="020B0604030504040204" pitchFamily="34" charset="0"/>
            </a:endParaRPr>
          </a:p>
        </p:txBody>
      </p:sp>
      <p:sp>
        <p:nvSpPr>
          <p:cNvPr id="30" name="Graphic 10">
            <a:extLst>
              <a:ext uri="{FF2B5EF4-FFF2-40B4-BE49-F238E27FC236}">
                <a16:creationId xmlns:a16="http://schemas.microsoft.com/office/drawing/2014/main" id="{B0E4605A-60DD-0717-8340-903B3B05167A}"/>
              </a:ext>
              <a:ext uri="{C183D7F6-B498-43B3-948B-1728B52AA6E4}">
                <adec:decorative xmlns:adec="http://schemas.microsoft.com/office/drawing/2017/decorative" val="1"/>
              </a:ext>
            </a:extLst>
          </p:cNvPr>
          <p:cNvSpPr/>
          <p:nvPr userDrawn="1"/>
        </p:nvSpPr>
        <p:spPr>
          <a:xfrm>
            <a:off x="-16654" y="-949591"/>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21000">
                  <a:schemeClr val="tx2"/>
                </a:gs>
                <a:gs pos="10000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panose="020B0604030504040204" pitchFamily="34" charset="0"/>
            </a:endParaRPr>
          </a:p>
        </p:txBody>
      </p:sp>
      <p:sp>
        <p:nvSpPr>
          <p:cNvPr id="37" name="Graphic 10">
            <a:extLst>
              <a:ext uri="{FF2B5EF4-FFF2-40B4-BE49-F238E27FC236}">
                <a16:creationId xmlns:a16="http://schemas.microsoft.com/office/drawing/2014/main" id="{0F0174C8-989A-9DAA-C065-74AF69F84B35}"/>
              </a:ext>
              <a:ext uri="{C183D7F6-B498-43B3-948B-1728B52AA6E4}">
                <adec:decorative xmlns:adec="http://schemas.microsoft.com/office/drawing/2017/decorative" val="1"/>
              </a:ext>
            </a:extLst>
          </p:cNvPr>
          <p:cNvSpPr/>
          <p:nvPr userDrawn="1"/>
        </p:nvSpPr>
        <p:spPr>
          <a:xfrm>
            <a:off x="2373414" y="-2452604"/>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21000">
                  <a:schemeClr val="tx2"/>
                </a:gs>
                <a:gs pos="10000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panose="020B0604030504040204" pitchFamily="34" charset="0"/>
            </a:endParaRPr>
          </a:p>
        </p:txBody>
      </p:sp>
      <p:sp>
        <p:nvSpPr>
          <p:cNvPr id="38" name="Graphic 10">
            <a:extLst>
              <a:ext uri="{FF2B5EF4-FFF2-40B4-BE49-F238E27FC236}">
                <a16:creationId xmlns:a16="http://schemas.microsoft.com/office/drawing/2014/main" id="{FAB7FE08-4371-D71D-431F-C2783877B07A}"/>
              </a:ext>
              <a:ext uri="{C183D7F6-B498-43B3-948B-1728B52AA6E4}">
                <adec:decorative xmlns:adec="http://schemas.microsoft.com/office/drawing/2017/decorative" val="1"/>
              </a:ext>
            </a:extLst>
          </p:cNvPr>
          <p:cNvSpPr/>
          <p:nvPr userDrawn="1"/>
        </p:nvSpPr>
        <p:spPr>
          <a:xfrm>
            <a:off x="2771759" y="-2703107"/>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21000">
                  <a:schemeClr val="tx2"/>
                </a:gs>
                <a:gs pos="10000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panose="020B0604030504040204" pitchFamily="34" charset="0"/>
            </a:endParaRPr>
          </a:p>
        </p:txBody>
      </p:sp>
      <p:sp>
        <p:nvSpPr>
          <p:cNvPr id="39" name="Graphic 10">
            <a:extLst>
              <a:ext uri="{FF2B5EF4-FFF2-40B4-BE49-F238E27FC236}">
                <a16:creationId xmlns:a16="http://schemas.microsoft.com/office/drawing/2014/main" id="{2C1734BA-229D-CE09-3CAF-96446789BAE0}"/>
              </a:ext>
              <a:ext uri="{C183D7F6-B498-43B3-948B-1728B52AA6E4}">
                <adec:decorative xmlns:adec="http://schemas.microsoft.com/office/drawing/2017/decorative" val="1"/>
              </a:ext>
            </a:extLst>
          </p:cNvPr>
          <p:cNvSpPr/>
          <p:nvPr userDrawn="1"/>
        </p:nvSpPr>
        <p:spPr>
          <a:xfrm>
            <a:off x="3170104" y="-2953609"/>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21000">
                  <a:schemeClr val="tx2"/>
                </a:gs>
                <a:gs pos="10000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panose="020B0604030504040204" pitchFamily="34" charset="0"/>
            </a:endParaRPr>
          </a:p>
        </p:txBody>
      </p:sp>
      <p:sp>
        <p:nvSpPr>
          <p:cNvPr id="66" name="Graphic 10">
            <a:extLst>
              <a:ext uri="{FF2B5EF4-FFF2-40B4-BE49-F238E27FC236}">
                <a16:creationId xmlns:a16="http://schemas.microsoft.com/office/drawing/2014/main" id="{FEF74314-4F88-482A-AF57-3CAD0BE441E5}"/>
              </a:ext>
              <a:ext uri="{C183D7F6-B498-43B3-948B-1728B52AA6E4}">
                <adec:decorative xmlns:adec="http://schemas.microsoft.com/office/drawing/2017/decorative" val="1"/>
              </a:ext>
            </a:extLst>
          </p:cNvPr>
          <p:cNvSpPr/>
          <p:nvPr userDrawn="1"/>
        </p:nvSpPr>
        <p:spPr>
          <a:xfrm>
            <a:off x="-414999" y="-699097"/>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21000">
                  <a:schemeClr val="tx2"/>
                </a:gs>
                <a:gs pos="10000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panose="020B0604030504040204" pitchFamily="34" charset="0"/>
            </a:endParaRPr>
          </a:p>
        </p:txBody>
      </p:sp>
      <p:sp>
        <p:nvSpPr>
          <p:cNvPr id="74" name="Graphic 10">
            <a:extLst>
              <a:ext uri="{FF2B5EF4-FFF2-40B4-BE49-F238E27FC236}">
                <a16:creationId xmlns:a16="http://schemas.microsoft.com/office/drawing/2014/main" id="{37B0440A-8F5A-0E6B-1EA1-2A10CF4B31B4}"/>
              </a:ext>
              <a:ext uri="{C183D7F6-B498-43B3-948B-1728B52AA6E4}">
                <adec:decorative xmlns:adec="http://schemas.microsoft.com/office/drawing/2017/decorative" val="1"/>
              </a:ext>
            </a:extLst>
          </p:cNvPr>
          <p:cNvSpPr/>
          <p:nvPr userDrawn="1"/>
        </p:nvSpPr>
        <p:spPr>
          <a:xfrm>
            <a:off x="10615629" y="5410669"/>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83000">
                  <a:schemeClr val="tx2"/>
                </a:gs>
                <a:gs pos="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panose="020B0604030504040204" pitchFamily="34" charset="0"/>
            </a:endParaRPr>
          </a:p>
        </p:txBody>
      </p:sp>
      <p:sp>
        <p:nvSpPr>
          <p:cNvPr id="75" name="Graphic 10">
            <a:extLst>
              <a:ext uri="{FF2B5EF4-FFF2-40B4-BE49-F238E27FC236}">
                <a16:creationId xmlns:a16="http://schemas.microsoft.com/office/drawing/2014/main" id="{10500C62-0236-970B-FA42-C008D33A5829}"/>
              </a:ext>
              <a:ext uri="{C183D7F6-B498-43B3-948B-1728B52AA6E4}">
                <adec:decorative xmlns:adec="http://schemas.microsoft.com/office/drawing/2017/decorative" val="1"/>
              </a:ext>
            </a:extLst>
          </p:cNvPr>
          <p:cNvSpPr/>
          <p:nvPr userDrawn="1"/>
        </p:nvSpPr>
        <p:spPr>
          <a:xfrm>
            <a:off x="10217284" y="5661171"/>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83000">
                  <a:schemeClr val="tx2"/>
                </a:gs>
                <a:gs pos="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panose="020B0604030504040204" pitchFamily="34" charset="0"/>
            </a:endParaRPr>
          </a:p>
        </p:txBody>
      </p:sp>
      <p:sp>
        <p:nvSpPr>
          <p:cNvPr id="76" name="Graphic 10">
            <a:extLst>
              <a:ext uri="{FF2B5EF4-FFF2-40B4-BE49-F238E27FC236}">
                <a16:creationId xmlns:a16="http://schemas.microsoft.com/office/drawing/2014/main" id="{1A71913C-7FB4-10CE-ABE3-2331F31E8F12}"/>
              </a:ext>
              <a:ext uri="{C183D7F6-B498-43B3-948B-1728B52AA6E4}">
                <adec:decorative xmlns:adec="http://schemas.microsoft.com/office/drawing/2017/decorative" val="1"/>
              </a:ext>
            </a:extLst>
          </p:cNvPr>
          <p:cNvSpPr/>
          <p:nvPr userDrawn="1"/>
        </p:nvSpPr>
        <p:spPr>
          <a:xfrm>
            <a:off x="9818939" y="5911673"/>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83000">
                  <a:schemeClr val="tx2"/>
                </a:gs>
                <a:gs pos="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panose="020B0604030504040204" pitchFamily="34" charset="0"/>
            </a:endParaRPr>
          </a:p>
        </p:txBody>
      </p:sp>
      <p:sp>
        <p:nvSpPr>
          <p:cNvPr id="77" name="Graphic 10">
            <a:extLst>
              <a:ext uri="{FF2B5EF4-FFF2-40B4-BE49-F238E27FC236}">
                <a16:creationId xmlns:a16="http://schemas.microsoft.com/office/drawing/2014/main" id="{01F13630-1564-93B0-DE5F-1C42AECB7D44}"/>
              </a:ext>
              <a:ext uri="{C183D7F6-B498-43B3-948B-1728B52AA6E4}">
                <adec:decorative xmlns:adec="http://schemas.microsoft.com/office/drawing/2017/decorative" val="1"/>
              </a:ext>
            </a:extLst>
          </p:cNvPr>
          <p:cNvSpPr/>
          <p:nvPr userDrawn="1"/>
        </p:nvSpPr>
        <p:spPr>
          <a:xfrm>
            <a:off x="9420594" y="6162175"/>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83000">
                  <a:schemeClr val="tx2"/>
                </a:gs>
                <a:gs pos="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panose="020B0604030504040204" pitchFamily="34" charset="0"/>
            </a:endParaRPr>
          </a:p>
        </p:txBody>
      </p:sp>
      <p:sp>
        <p:nvSpPr>
          <p:cNvPr id="78" name="Graphic 10">
            <a:extLst>
              <a:ext uri="{FF2B5EF4-FFF2-40B4-BE49-F238E27FC236}">
                <a16:creationId xmlns:a16="http://schemas.microsoft.com/office/drawing/2014/main" id="{6B4DD9EE-616C-3ADC-61D2-8E07EDFBD9DC}"/>
              </a:ext>
              <a:ext uri="{C183D7F6-B498-43B3-948B-1728B52AA6E4}">
                <adec:decorative xmlns:adec="http://schemas.microsoft.com/office/drawing/2017/decorative" val="1"/>
              </a:ext>
            </a:extLst>
          </p:cNvPr>
          <p:cNvSpPr/>
          <p:nvPr userDrawn="1"/>
        </p:nvSpPr>
        <p:spPr>
          <a:xfrm>
            <a:off x="9022250" y="6412677"/>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83000">
                  <a:schemeClr val="tx2"/>
                </a:gs>
                <a:gs pos="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panose="020B0604030504040204" pitchFamily="34" charset="0"/>
            </a:endParaRPr>
          </a:p>
        </p:txBody>
      </p:sp>
      <p:sp>
        <p:nvSpPr>
          <p:cNvPr id="80" name="Graphic 10">
            <a:extLst>
              <a:ext uri="{FF2B5EF4-FFF2-40B4-BE49-F238E27FC236}">
                <a16:creationId xmlns:a16="http://schemas.microsoft.com/office/drawing/2014/main" id="{3C24CB1B-A3A0-9E79-AF74-F660D8A3EAB5}"/>
              </a:ext>
              <a:ext uri="{C183D7F6-B498-43B3-948B-1728B52AA6E4}">
                <adec:decorative xmlns:adec="http://schemas.microsoft.com/office/drawing/2017/decorative" val="1"/>
              </a:ext>
            </a:extLst>
          </p:cNvPr>
          <p:cNvSpPr/>
          <p:nvPr userDrawn="1"/>
        </p:nvSpPr>
        <p:spPr>
          <a:xfrm>
            <a:off x="8623905" y="6663179"/>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83000">
                  <a:schemeClr val="tx2"/>
                </a:gs>
                <a:gs pos="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panose="020B0604030504040204" pitchFamily="34" charset="0"/>
            </a:endParaRPr>
          </a:p>
        </p:txBody>
      </p:sp>
      <p:sp>
        <p:nvSpPr>
          <p:cNvPr id="81" name="Graphic 10">
            <a:extLst>
              <a:ext uri="{FF2B5EF4-FFF2-40B4-BE49-F238E27FC236}">
                <a16:creationId xmlns:a16="http://schemas.microsoft.com/office/drawing/2014/main" id="{A357B5C8-1A81-454A-50F3-BBBE2577F20C}"/>
              </a:ext>
              <a:ext uri="{C183D7F6-B498-43B3-948B-1728B52AA6E4}">
                <adec:decorative xmlns:adec="http://schemas.microsoft.com/office/drawing/2017/decorative" val="1"/>
              </a:ext>
            </a:extLst>
          </p:cNvPr>
          <p:cNvSpPr/>
          <p:nvPr userDrawn="1"/>
        </p:nvSpPr>
        <p:spPr>
          <a:xfrm>
            <a:off x="11013973" y="5160166"/>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83000">
                  <a:schemeClr val="tx2"/>
                </a:gs>
                <a:gs pos="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panose="020B0604030504040204" pitchFamily="34" charset="0"/>
            </a:endParaRPr>
          </a:p>
        </p:txBody>
      </p:sp>
      <p:sp>
        <p:nvSpPr>
          <p:cNvPr id="82" name="Graphic 10">
            <a:extLst>
              <a:ext uri="{FF2B5EF4-FFF2-40B4-BE49-F238E27FC236}">
                <a16:creationId xmlns:a16="http://schemas.microsoft.com/office/drawing/2014/main" id="{CE249406-3872-BD78-8EB6-FC4DC6A9D1E9}"/>
              </a:ext>
              <a:ext uri="{C183D7F6-B498-43B3-948B-1728B52AA6E4}">
                <adec:decorative xmlns:adec="http://schemas.microsoft.com/office/drawing/2017/decorative" val="1"/>
              </a:ext>
            </a:extLst>
          </p:cNvPr>
          <p:cNvSpPr/>
          <p:nvPr userDrawn="1"/>
        </p:nvSpPr>
        <p:spPr>
          <a:xfrm>
            <a:off x="11412318" y="4909664"/>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83000">
                  <a:schemeClr val="tx2"/>
                </a:gs>
                <a:gs pos="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panose="020B0604030504040204" pitchFamily="34" charset="0"/>
            </a:endParaRPr>
          </a:p>
        </p:txBody>
      </p:sp>
      <p:sp>
        <p:nvSpPr>
          <p:cNvPr id="83" name="Graphic 10">
            <a:extLst>
              <a:ext uri="{FF2B5EF4-FFF2-40B4-BE49-F238E27FC236}">
                <a16:creationId xmlns:a16="http://schemas.microsoft.com/office/drawing/2014/main" id="{6F4F5ABE-9562-2A6F-18A5-C932EB869838}"/>
              </a:ext>
              <a:ext uri="{C183D7F6-B498-43B3-948B-1728B52AA6E4}">
                <adec:decorative xmlns:adec="http://schemas.microsoft.com/office/drawing/2017/decorative" val="1"/>
              </a:ext>
            </a:extLst>
          </p:cNvPr>
          <p:cNvSpPr/>
          <p:nvPr userDrawn="1"/>
        </p:nvSpPr>
        <p:spPr>
          <a:xfrm>
            <a:off x="11810663" y="4659162"/>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83000">
                  <a:schemeClr val="tx2"/>
                </a:gs>
                <a:gs pos="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panose="020B0604030504040204" pitchFamily="34" charset="0"/>
            </a:endParaRPr>
          </a:p>
        </p:txBody>
      </p:sp>
      <p:sp>
        <p:nvSpPr>
          <p:cNvPr id="85" name="Graphic 10">
            <a:extLst>
              <a:ext uri="{FF2B5EF4-FFF2-40B4-BE49-F238E27FC236}">
                <a16:creationId xmlns:a16="http://schemas.microsoft.com/office/drawing/2014/main" id="{A73426FB-FD72-BC03-F20F-E76F136492F8}"/>
              </a:ext>
              <a:ext uri="{C183D7F6-B498-43B3-948B-1728B52AA6E4}">
                <adec:decorative xmlns:adec="http://schemas.microsoft.com/office/drawing/2017/decorative" val="1"/>
              </a:ext>
            </a:extLst>
          </p:cNvPr>
          <p:cNvSpPr/>
          <p:nvPr userDrawn="1"/>
        </p:nvSpPr>
        <p:spPr>
          <a:xfrm>
            <a:off x="8225560" y="6913673"/>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83000">
                  <a:schemeClr val="tx2"/>
                </a:gs>
                <a:gs pos="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panose="020B0604030504040204" pitchFamily="34" charset="0"/>
            </a:endParaRPr>
          </a:p>
        </p:txBody>
      </p:sp>
      <p:sp>
        <p:nvSpPr>
          <p:cNvPr id="120" name="Graphic 10">
            <a:extLst>
              <a:ext uri="{FF2B5EF4-FFF2-40B4-BE49-F238E27FC236}">
                <a16:creationId xmlns:a16="http://schemas.microsoft.com/office/drawing/2014/main" id="{2C968F0D-B3F6-A00C-0887-C01C4B388E73}"/>
              </a:ext>
              <a:ext uri="{C183D7F6-B498-43B3-948B-1728B52AA6E4}">
                <adec:decorative xmlns:adec="http://schemas.microsoft.com/office/drawing/2017/decorative" val="1"/>
              </a:ext>
            </a:extLst>
          </p:cNvPr>
          <p:cNvSpPr/>
          <p:nvPr userDrawn="1"/>
        </p:nvSpPr>
        <p:spPr>
          <a:xfrm>
            <a:off x="12208965" y="4391504"/>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83000">
                  <a:schemeClr val="tx2"/>
                </a:gs>
                <a:gs pos="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panose="020B0604030504040204" pitchFamily="34" charset="0"/>
            </a:endParaRPr>
          </a:p>
        </p:txBody>
      </p:sp>
      <p:sp>
        <p:nvSpPr>
          <p:cNvPr id="121" name="Graphic 10">
            <a:extLst>
              <a:ext uri="{FF2B5EF4-FFF2-40B4-BE49-F238E27FC236}">
                <a16:creationId xmlns:a16="http://schemas.microsoft.com/office/drawing/2014/main" id="{9B3E001F-87BE-4DA6-FD38-52A968A711C6}"/>
              </a:ext>
              <a:ext uri="{C183D7F6-B498-43B3-948B-1728B52AA6E4}">
                <adec:decorative xmlns:adec="http://schemas.microsoft.com/office/drawing/2017/decorative" val="1"/>
              </a:ext>
            </a:extLst>
          </p:cNvPr>
          <p:cNvSpPr/>
          <p:nvPr userDrawn="1"/>
        </p:nvSpPr>
        <p:spPr>
          <a:xfrm>
            <a:off x="-813301" y="-436366"/>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21000">
                  <a:schemeClr val="tx2"/>
                </a:gs>
                <a:gs pos="10000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panose="020B0604030504040204" pitchFamily="34" charset="0"/>
            </a:endParaRPr>
          </a:p>
        </p:txBody>
      </p:sp>
    </p:spTree>
    <p:extLst>
      <p:ext uri="{BB962C8B-B14F-4D97-AF65-F5344CB8AC3E}">
        <p14:creationId xmlns:p14="http://schemas.microsoft.com/office/powerpoint/2010/main" val="35215456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fade">
                                      <p:cBhvr>
                                        <p:cTn id="7" dur="250"/>
                                        <p:tgtEl>
                                          <p:spTgt spid="6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
                                        </p:tgtEl>
                                        <p:attrNameLst>
                                          <p:attrName>style.visibility</p:attrName>
                                        </p:attrNameLst>
                                      </p:cBhvr>
                                      <p:to>
                                        <p:strVal val="visible"/>
                                      </p:to>
                                    </p:set>
                                    <p:animEffect transition="in" filter="fade">
                                      <p:cBhvr>
                                        <p:cTn id="10" dur="250"/>
                                        <p:tgtEl>
                                          <p:spTgt spid="3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8"/>
                                        </p:tgtEl>
                                        <p:attrNameLst>
                                          <p:attrName>style.visibility</p:attrName>
                                        </p:attrNameLst>
                                      </p:cBhvr>
                                      <p:to>
                                        <p:strVal val="visible"/>
                                      </p:to>
                                    </p:set>
                                    <p:animEffect transition="in" filter="fade">
                                      <p:cBhvr>
                                        <p:cTn id="13" dur="250"/>
                                        <p:tgtEl>
                                          <p:spTgt spid="2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250"/>
                                        <p:tgtEl>
                                          <p:spTgt spid="2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fade">
                                      <p:cBhvr>
                                        <p:cTn id="19" dur="250"/>
                                        <p:tgtEl>
                                          <p:spTgt spid="24"/>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250"/>
                                        <p:tgtEl>
                                          <p:spTgt spid="23"/>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fade">
                                      <p:cBhvr>
                                        <p:cTn id="25" dur="250"/>
                                        <p:tgtEl>
                                          <p:spTgt spid="2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7"/>
                                        </p:tgtEl>
                                        <p:attrNameLst>
                                          <p:attrName>style.visibility</p:attrName>
                                        </p:attrNameLst>
                                      </p:cBhvr>
                                      <p:to>
                                        <p:strVal val="visible"/>
                                      </p:to>
                                    </p:set>
                                    <p:animEffect transition="in" filter="fade">
                                      <p:cBhvr>
                                        <p:cTn id="28" dur="250"/>
                                        <p:tgtEl>
                                          <p:spTgt spid="37"/>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8"/>
                                        </p:tgtEl>
                                        <p:attrNameLst>
                                          <p:attrName>style.visibility</p:attrName>
                                        </p:attrNameLst>
                                      </p:cBhvr>
                                      <p:to>
                                        <p:strVal val="visible"/>
                                      </p:to>
                                    </p:set>
                                    <p:animEffect transition="in" filter="fade">
                                      <p:cBhvr>
                                        <p:cTn id="31" dur="250"/>
                                        <p:tgtEl>
                                          <p:spTgt spid="38"/>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9"/>
                                        </p:tgtEl>
                                        <p:attrNameLst>
                                          <p:attrName>style.visibility</p:attrName>
                                        </p:attrNameLst>
                                      </p:cBhvr>
                                      <p:to>
                                        <p:strVal val="visible"/>
                                      </p:to>
                                    </p:set>
                                    <p:animEffect transition="in" filter="fade">
                                      <p:cBhvr>
                                        <p:cTn id="34" dur="250"/>
                                        <p:tgtEl>
                                          <p:spTgt spid="39"/>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21"/>
                                        </p:tgtEl>
                                        <p:attrNameLst>
                                          <p:attrName>style.visibility</p:attrName>
                                        </p:attrNameLst>
                                      </p:cBhvr>
                                      <p:to>
                                        <p:strVal val="visible"/>
                                      </p:to>
                                    </p:set>
                                    <p:animEffect transition="in" filter="fade">
                                      <p:cBhvr>
                                        <p:cTn id="37" dur="250"/>
                                        <p:tgtEl>
                                          <p:spTgt spid="121"/>
                                        </p:tgtEl>
                                      </p:cBhvr>
                                    </p:animEffect>
                                  </p:childTnLst>
                                </p:cTn>
                              </p:par>
                              <p:par>
                                <p:cTn id="38" presetID="64" presetClass="path" presetSubtype="0" accel="50000" decel="50000" fill="hold" grpId="1" nodeType="withEffect">
                                  <p:stCondLst>
                                    <p:cond delay="0"/>
                                  </p:stCondLst>
                                  <p:childTnLst>
                                    <p:animMotion origin="layout" path="M 2.08333E-6 -2.22222E-6 L -0.03268 0.0382 " pathEditMode="relative" rAng="0" ptsTypes="AA">
                                      <p:cBhvr>
                                        <p:cTn id="39" dur="1500" spd="-100000" fill="hold"/>
                                        <p:tgtEl>
                                          <p:spTgt spid="66"/>
                                        </p:tgtEl>
                                        <p:attrNameLst>
                                          <p:attrName>ppt_x</p:attrName>
                                          <p:attrName>ppt_y</p:attrName>
                                        </p:attrNameLst>
                                      </p:cBhvr>
                                      <p:rCtr x="-1628" y="1898"/>
                                    </p:animMotion>
                                  </p:childTnLst>
                                </p:cTn>
                              </p:par>
                              <p:par>
                                <p:cTn id="40" presetID="64" presetClass="path" presetSubtype="0" accel="50000" decel="50000" fill="hold" grpId="1" nodeType="withEffect">
                                  <p:stCondLst>
                                    <p:cond delay="0"/>
                                  </p:stCondLst>
                                  <p:childTnLst>
                                    <p:animMotion origin="layout" path="M 6.93889E-18 1.85185E-6 L -0.06536 0.07477 " pathEditMode="relative" rAng="0" ptsTypes="AA">
                                      <p:cBhvr>
                                        <p:cTn id="41" dur="1500" spd="-100000" fill="hold"/>
                                        <p:tgtEl>
                                          <p:spTgt spid="30"/>
                                        </p:tgtEl>
                                        <p:attrNameLst>
                                          <p:attrName>ppt_x</p:attrName>
                                          <p:attrName>ppt_y</p:attrName>
                                        </p:attrNameLst>
                                      </p:cBhvr>
                                      <p:rCtr x="-3268" y="3727"/>
                                    </p:animMotion>
                                  </p:childTnLst>
                                </p:cTn>
                              </p:par>
                              <p:par>
                                <p:cTn id="42" presetID="64" presetClass="path" presetSubtype="0" accel="50000" decel="50000" fill="hold" grpId="1" nodeType="withEffect">
                                  <p:stCondLst>
                                    <p:cond delay="0"/>
                                  </p:stCondLst>
                                  <p:childTnLst>
                                    <p:animMotion origin="layout" path="M -2.29167E-6 -4.07407E-6 L -0.09804 0.11135 " pathEditMode="relative" rAng="0" ptsTypes="AA">
                                      <p:cBhvr>
                                        <p:cTn id="43" dur="1500" spd="-100000" fill="hold"/>
                                        <p:tgtEl>
                                          <p:spTgt spid="28"/>
                                        </p:tgtEl>
                                        <p:attrNameLst>
                                          <p:attrName>ppt_x</p:attrName>
                                          <p:attrName>ppt_y</p:attrName>
                                        </p:attrNameLst>
                                      </p:cBhvr>
                                      <p:rCtr x="-4909" y="5556"/>
                                    </p:animMotion>
                                  </p:childTnLst>
                                </p:cTn>
                              </p:par>
                              <p:par>
                                <p:cTn id="44" presetID="64" presetClass="path" presetSubtype="0" accel="50000" decel="50000" fill="hold" grpId="1" nodeType="withEffect">
                                  <p:stCondLst>
                                    <p:cond delay="0"/>
                                  </p:stCondLst>
                                  <p:childTnLst>
                                    <p:animMotion origin="layout" path="M -4.58333E-6 -1.48148E-6 L -0.13072 0.14792 " pathEditMode="relative" rAng="0" ptsTypes="AA">
                                      <p:cBhvr>
                                        <p:cTn id="45" dur="1500" spd="-100000" fill="hold"/>
                                        <p:tgtEl>
                                          <p:spTgt spid="25"/>
                                        </p:tgtEl>
                                        <p:attrNameLst>
                                          <p:attrName>ppt_x</p:attrName>
                                          <p:attrName>ppt_y</p:attrName>
                                        </p:attrNameLst>
                                      </p:cBhvr>
                                      <p:rCtr x="-6536" y="7384"/>
                                    </p:animMotion>
                                  </p:childTnLst>
                                </p:cTn>
                              </p:par>
                              <p:par>
                                <p:cTn id="46" presetID="64" presetClass="path" presetSubtype="0" accel="50000" decel="50000" fill="hold" grpId="1" nodeType="withEffect">
                                  <p:stCondLst>
                                    <p:cond delay="0"/>
                                  </p:stCondLst>
                                  <p:childTnLst>
                                    <p:animMotion origin="layout" path="M 3.125E-6 2.59259E-6 L -0.16341 0.18449 " pathEditMode="relative" rAng="0" ptsTypes="AA">
                                      <p:cBhvr>
                                        <p:cTn id="47" dur="1500" spd="-100000" fill="hold"/>
                                        <p:tgtEl>
                                          <p:spTgt spid="24"/>
                                        </p:tgtEl>
                                        <p:attrNameLst>
                                          <p:attrName>ppt_x</p:attrName>
                                          <p:attrName>ppt_y</p:attrName>
                                        </p:attrNameLst>
                                      </p:cBhvr>
                                      <p:rCtr x="-8177" y="9213"/>
                                    </p:animMotion>
                                  </p:childTnLst>
                                </p:cTn>
                              </p:par>
                              <p:par>
                                <p:cTn id="48" presetID="64" presetClass="path" presetSubtype="0" accel="50000" decel="50000" fill="hold" grpId="1" nodeType="withEffect">
                                  <p:stCondLst>
                                    <p:cond delay="0"/>
                                  </p:stCondLst>
                                  <p:childTnLst>
                                    <p:animMotion origin="layout" path="M 8.33333E-7 -4.81481E-6 L -0.19609 0.22084 " pathEditMode="relative" rAng="0" ptsTypes="AA">
                                      <p:cBhvr>
                                        <p:cTn id="49" dur="1500" spd="-100000" fill="hold"/>
                                        <p:tgtEl>
                                          <p:spTgt spid="23"/>
                                        </p:tgtEl>
                                        <p:attrNameLst>
                                          <p:attrName>ppt_x</p:attrName>
                                          <p:attrName>ppt_y</p:attrName>
                                        </p:attrNameLst>
                                      </p:cBhvr>
                                      <p:rCtr x="-9805" y="11042"/>
                                    </p:animMotion>
                                  </p:childTnLst>
                                </p:cTn>
                              </p:par>
                              <p:par>
                                <p:cTn id="50" presetID="64" presetClass="path" presetSubtype="0" accel="50000" decel="50000" fill="hold" grpId="1" nodeType="withEffect">
                                  <p:stCondLst>
                                    <p:cond delay="0"/>
                                  </p:stCondLst>
                                  <p:childTnLst>
                                    <p:animMotion origin="layout" path="M -1.45833E-6 -7.40741E-7 L -0.22864 0.25741 " pathEditMode="relative" rAng="0" ptsTypes="AA">
                                      <p:cBhvr>
                                        <p:cTn id="51" dur="1500" spd="-100000" fill="hold"/>
                                        <p:tgtEl>
                                          <p:spTgt spid="22"/>
                                        </p:tgtEl>
                                        <p:attrNameLst>
                                          <p:attrName>ppt_x</p:attrName>
                                          <p:attrName>ppt_y</p:attrName>
                                        </p:attrNameLst>
                                      </p:cBhvr>
                                      <p:rCtr x="-11432" y="12870"/>
                                    </p:animMotion>
                                  </p:childTnLst>
                                </p:cTn>
                              </p:par>
                              <p:par>
                                <p:cTn id="52" presetID="64" presetClass="path" presetSubtype="0" accel="50000" decel="50000" fill="hold" grpId="1" nodeType="withEffect">
                                  <p:stCondLst>
                                    <p:cond delay="0"/>
                                  </p:stCondLst>
                                  <p:childTnLst>
                                    <p:animMotion origin="layout" path="M -3.75E-6 3.33333E-6 L -0.26132 0.29398 " pathEditMode="relative" rAng="0" ptsTypes="AA">
                                      <p:cBhvr>
                                        <p:cTn id="53" dur="1500" spd="-100000" fill="hold"/>
                                        <p:tgtEl>
                                          <p:spTgt spid="37"/>
                                        </p:tgtEl>
                                        <p:attrNameLst>
                                          <p:attrName>ppt_x</p:attrName>
                                          <p:attrName>ppt_y</p:attrName>
                                        </p:attrNameLst>
                                      </p:cBhvr>
                                      <p:rCtr x="-13073" y="14699"/>
                                    </p:animMotion>
                                  </p:childTnLst>
                                </p:cTn>
                              </p:par>
                              <p:par>
                                <p:cTn id="54" presetID="64" presetClass="path" presetSubtype="0" accel="50000" decel="50000" fill="hold" grpId="1" nodeType="withEffect">
                                  <p:stCondLst>
                                    <p:cond delay="0"/>
                                  </p:stCondLst>
                                  <p:childTnLst>
                                    <p:animMotion origin="layout" path="M 3.95833E-6 -2.59259E-6 L -0.29401 0.33056 " pathEditMode="relative" rAng="0" ptsTypes="AA">
                                      <p:cBhvr>
                                        <p:cTn id="55" dur="1500" spd="-100000" fill="hold"/>
                                        <p:tgtEl>
                                          <p:spTgt spid="38"/>
                                        </p:tgtEl>
                                        <p:attrNameLst>
                                          <p:attrName>ppt_x</p:attrName>
                                          <p:attrName>ppt_y</p:attrName>
                                        </p:attrNameLst>
                                      </p:cBhvr>
                                      <p:rCtr x="-14701" y="16528"/>
                                    </p:animMotion>
                                  </p:childTnLst>
                                </p:cTn>
                              </p:par>
                              <p:par>
                                <p:cTn id="56" presetID="64" presetClass="path" presetSubtype="0" accel="50000" decel="50000" fill="hold" grpId="1" nodeType="withEffect">
                                  <p:stCondLst>
                                    <p:cond delay="0"/>
                                  </p:stCondLst>
                                  <p:childTnLst>
                                    <p:animMotion origin="layout" path="M 1.66667E-6 1.48148E-6 L -0.32669 0.36713 " pathEditMode="relative" rAng="0" ptsTypes="AA">
                                      <p:cBhvr>
                                        <p:cTn id="57" dur="1500" spd="-100000" fill="hold"/>
                                        <p:tgtEl>
                                          <p:spTgt spid="39"/>
                                        </p:tgtEl>
                                        <p:attrNameLst>
                                          <p:attrName>ppt_x</p:attrName>
                                          <p:attrName>ppt_y</p:attrName>
                                        </p:attrNameLst>
                                      </p:cBhvr>
                                      <p:rCtr x="-16341" y="18356"/>
                                    </p:animMotion>
                                  </p:childTnLst>
                                </p:cTn>
                              </p:par>
                              <p:par>
                                <p:cTn id="58" presetID="10" presetClass="entr" presetSubtype="0" fill="hold" grpId="0" nodeType="withEffect">
                                  <p:stCondLst>
                                    <p:cond delay="250"/>
                                  </p:stCondLst>
                                  <p:childTnLst>
                                    <p:set>
                                      <p:cBhvr>
                                        <p:cTn id="59" dur="1" fill="hold">
                                          <p:stCondLst>
                                            <p:cond delay="0"/>
                                          </p:stCondLst>
                                        </p:cTn>
                                        <p:tgtEl>
                                          <p:spTgt spid="83"/>
                                        </p:tgtEl>
                                        <p:attrNameLst>
                                          <p:attrName>style.visibility</p:attrName>
                                        </p:attrNameLst>
                                      </p:cBhvr>
                                      <p:to>
                                        <p:strVal val="visible"/>
                                      </p:to>
                                    </p:set>
                                    <p:animEffect transition="in" filter="fade">
                                      <p:cBhvr>
                                        <p:cTn id="60" dur="500"/>
                                        <p:tgtEl>
                                          <p:spTgt spid="83"/>
                                        </p:tgtEl>
                                      </p:cBhvr>
                                    </p:animEffect>
                                  </p:childTnLst>
                                </p:cTn>
                              </p:par>
                              <p:par>
                                <p:cTn id="61" presetID="10" presetClass="entr" presetSubtype="0" fill="hold" grpId="0" nodeType="withEffect">
                                  <p:stCondLst>
                                    <p:cond delay="250"/>
                                  </p:stCondLst>
                                  <p:childTnLst>
                                    <p:set>
                                      <p:cBhvr>
                                        <p:cTn id="62" dur="1" fill="hold">
                                          <p:stCondLst>
                                            <p:cond delay="0"/>
                                          </p:stCondLst>
                                        </p:cTn>
                                        <p:tgtEl>
                                          <p:spTgt spid="82"/>
                                        </p:tgtEl>
                                        <p:attrNameLst>
                                          <p:attrName>style.visibility</p:attrName>
                                        </p:attrNameLst>
                                      </p:cBhvr>
                                      <p:to>
                                        <p:strVal val="visible"/>
                                      </p:to>
                                    </p:set>
                                    <p:animEffect transition="in" filter="fade">
                                      <p:cBhvr>
                                        <p:cTn id="63" dur="500"/>
                                        <p:tgtEl>
                                          <p:spTgt spid="82"/>
                                        </p:tgtEl>
                                      </p:cBhvr>
                                    </p:animEffect>
                                  </p:childTnLst>
                                </p:cTn>
                              </p:par>
                              <p:par>
                                <p:cTn id="64" presetID="10" presetClass="entr" presetSubtype="0" fill="hold" grpId="0" nodeType="withEffect">
                                  <p:stCondLst>
                                    <p:cond delay="250"/>
                                  </p:stCondLst>
                                  <p:childTnLst>
                                    <p:set>
                                      <p:cBhvr>
                                        <p:cTn id="65" dur="1" fill="hold">
                                          <p:stCondLst>
                                            <p:cond delay="0"/>
                                          </p:stCondLst>
                                        </p:cTn>
                                        <p:tgtEl>
                                          <p:spTgt spid="81"/>
                                        </p:tgtEl>
                                        <p:attrNameLst>
                                          <p:attrName>style.visibility</p:attrName>
                                        </p:attrNameLst>
                                      </p:cBhvr>
                                      <p:to>
                                        <p:strVal val="visible"/>
                                      </p:to>
                                    </p:set>
                                    <p:animEffect transition="in" filter="fade">
                                      <p:cBhvr>
                                        <p:cTn id="66" dur="500"/>
                                        <p:tgtEl>
                                          <p:spTgt spid="81"/>
                                        </p:tgtEl>
                                      </p:cBhvr>
                                    </p:animEffect>
                                  </p:childTnLst>
                                </p:cTn>
                              </p:par>
                              <p:par>
                                <p:cTn id="67" presetID="10" presetClass="entr" presetSubtype="0" fill="hold" grpId="0" nodeType="withEffect">
                                  <p:stCondLst>
                                    <p:cond delay="250"/>
                                  </p:stCondLst>
                                  <p:childTnLst>
                                    <p:set>
                                      <p:cBhvr>
                                        <p:cTn id="68" dur="1" fill="hold">
                                          <p:stCondLst>
                                            <p:cond delay="0"/>
                                          </p:stCondLst>
                                        </p:cTn>
                                        <p:tgtEl>
                                          <p:spTgt spid="74"/>
                                        </p:tgtEl>
                                        <p:attrNameLst>
                                          <p:attrName>style.visibility</p:attrName>
                                        </p:attrNameLst>
                                      </p:cBhvr>
                                      <p:to>
                                        <p:strVal val="visible"/>
                                      </p:to>
                                    </p:set>
                                    <p:animEffect transition="in" filter="fade">
                                      <p:cBhvr>
                                        <p:cTn id="69" dur="500"/>
                                        <p:tgtEl>
                                          <p:spTgt spid="74"/>
                                        </p:tgtEl>
                                      </p:cBhvr>
                                    </p:animEffect>
                                  </p:childTnLst>
                                </p:cTn>
                              </p:par>
                              <p:par>
                                <p:cTn id="70" presetID="10" presetClass="entr" presetSubtype="0" fill="hold" grpId="0" nodeType="withEffect">
                                  <p:stCondLst>
                                    <p:cond delay="250"/>
                                  </p:stCondLst>
                                  <p:childTnLst>
                                    <p:set>
                                      <p:cBhvr>
                                        <p:cTn id="71" dur="1" fill="hold">
                                          <p:stCondLst>
                                            <p:cond delay="0"/>
                                          </p:stCondLst>
                                        </p:cTn>
                                        <p:tgtEl>
                                          <p:spTgt spid="75"/>
                                        </p:tgtEl>
                                        <p:attrNameLst>
                                          <p:attrName>style.visibility</p:attrName>
                                        </p:attrNameLst>
                                      </p:cBhvr>
                                      <p:to>
                                        <p:strVal val="visible"/>
                                      </p:to>
                                    </p:set>
                                    <p:animEffect transition="in" filter="fade">
                                      <p:cBhvr>
                                        <p:cTn id="72" dur="500"/>
                                        <p:tgtEl>
                                          <p:spTgt spid="75"/>
                                        </p:tgtEl>
                                      </p:cBhvr>
                                    </p:animEffect>
                                  </p:childTnLst>
                                </p:cTn>
                              </p:par>
                              <p:par>
                                <p:cTn id="73" presetID="10" presetClass="entr" presetSubtype="0" fill="hold" grpId="0" nodeType="withEffect">
                                  <p:stCondLst>
                                    <p:cond delay="250"/>
                                  </p:stCondLst>
                                  <p:childTnLst>
                                    <p:set>
                                      <p:cBhvr>
                                        <p:cTn id="74" dur="1" fill="hold">
                                          <p:stCondLst>
                                            <p:cond delay="0"/>
                                          </p:stCondLst>
                                        </p:cTn>
                                        <p:tgtEl>
                                          <p:spTgt spid="76"/>
                                        </p:tgtEl>
                                        <p:attrNameLst>
                                          <p:attrName>style.visibility</p:attrName>
                                        </p:attrNameLst>
                                      </p:cBhvr>
                                      <p:to>
                                        <p:strVal val="visible"/>
                                      </p:to>
                                    </p:set>
                                    <p:animEffect transition="in" filter="fade">
                                      <p:cBhvr>
                                        <p:cTn id="75" dur="500"/>
                                        <p:tgtEl>
                                          <p:spTgt spid="76"/>
                                        </p:tgtEl>
                                      </p:cBhvr>
                                    </p:animEffect>
                                  </p:childTnLst>
                                </p:cTn>
                              </p:par>
                              <p:par>
                                <p:cTn id="76" presetID="10" presetClass="entr" presetSubtype="0" fill="hold" grpId="0" nodeType="withEffect">
                                  <p:stCondLst>
                                    <p:cond delay="250"/>
                                  </p:stCondLst>
                                  <p:childTnLst>
                                    <p:set>
                                      <p:cBhvr>
                                        <p:cTn id="77" dur="1" fill="hold">
                                          <p:stCondLst>
                                            <p:cond delay="0"/>
                                          </p:stCondLst>
                                        </p:cTn>
                                        <p:tgtEl>
                                          <p:spTgt spid="77"/>
                                        </p:tgtEl>
                                        <p:attrNameLst>
                                          <p:attrName>style.visibility</p:attrName>
                                        </p:attrNameLst>
                                      </p:cBhvr>
                                      <p:to>
                                        <p:strVal val="visible"/>
                                      </p:to>
                                    </p:set>
                                    <p:animEffect transition="in" filter="fade">
                                      <p:cBhvr>
                                        <p:cTn id="78" dur="500"/>
                                        <p:tgtEl>
                                          <p:spTgt spid="77"/>
                                        </p:tgtEl>
                                      </p:cBhvr>
                                    </p:animEffect>
                                  </p:childTnLst>
                                </p:cTn>
                              </p:par>
                              <p:par>
                                <p:cTn id="79" presetID="10" presetClass="entr" presetSubtype="0" fill="hold" grpId="0" nodeType="withEffect">
                                  <p:stCondLst>
                                    <p:cond delay="250"/>
                                  </p:stCondLst>
                                  <p:childTnLst>
                                    <p:set>
                                      <p:cBhvr>
                                        <p:cTn id="80" dur="1" fill="hold">
                                          <p:stCondLst>
                                            <p:cond delay="0"/>
                                          </p:stCondLst>
                                        </p:cTn>
                                        <p:tgtEl>
                                          <p:spTgt spid="78"/>
                                        </p:tgtEl>
                                        <p:attrNameLst>
                                          <p:attrName>style.visibility</p:attrName>
                                        </p:attrNameLst>
                                      </p:cBhvr>
                                      <p:to>
                                        <p:strVal val="visible"/>
                                      </p:to>
                                    </p:set>
                                    <p:animEffect transition="in" filter="fade">
                                      <p:cBhvr>
                                        <p:cTn id="81" dur="500"/>
                                        <p:tgtEl>
                                          <p:spTgt spid="78"/>
                                        </p:tgtEl>
                                      </p:cBhvr>
                                    </p:animEffect>
                                  </p:childTnLst>
                                </p:cTn>
                              </p:par>
                              <p:par>
                                <p:cTn id="82" presetID="10" presetClass="entr" presetSubtype="0" fill="hold" grpId="0" nodeType="withEffect">
                                  <p:stCondLst>
                                    <p:cond delay="250"/>
                                  </p:stCondLst>
                                  <p:childTnLst>
                                    <p:set>
                                      <p:cBhvr>
                                        <p:cTn id="83" dur="1" fill="hold">
                                          <p:stCondLst>
                                            <p:cond delay="0"/>
                                          </p:stCondLst>
                                        </p:cTn>
                                        <p:tgtEl>
                                          <p:spTgt spid="80"/>
                                        </p:tgtEl>
                                        <p:attrNameLst>
                                          <p:attrName>style.visibility</p:attrName>
                                        </p:attrNameLst>
                                      </p:cBhvr>
                                      <p:to>
                                        <p:strVal val="visible"/>
                                      </p:to>
                                    </p:set>
                                    <p:animEffect transition="in" filter="fade">
                                      <p:cBhvr>
                                        <p:cTn id="84" dur="500"/>
                                        <p:tgtEl>
                                          <p:spTgt spid="80"/>
                                        </p:tgtEl>
                                      </p:cBhvr>
                                    </p:animEffect>
                                  </p:childTnLst>
                                </p:cTn>
                              </p:par>
                              <p:par>
                                <p:cTn id="85" presetID="10" presetClass="entr" presetSubtype="0" fill="hold" grpId="0" nodeType="withEffect">
                                  <p:stCondLst>
                                    <p:cond delay="250"/>
                                  </p:stCondLst>
                                  <p:childTnLst>
                                    <p:set>
                                      <p:cBhvr>
                                        <p:cTn id="86" dur="1" fill="hold">
                                          <p:stCondLst>
                                            <p:cond delay="0"/>
                                          </p:stCondLst>
                                        </p:cTn>
                                        <p:tgtEl>
                                          <p:spTgt spid="85"/>
                                        </p:tgtEl>
                                        <p:attrNameLst>
                                          <p:attrName>style.visibility</p:attrName>
                                        </p:attrNameLst>
                                      </p:cBhvr>
                                      <p:to>
                                        <p:strVal val="visible"/>
                                      </p:to>
                                    </p:set>
                                    <p:animEffect transition="in" filter="fade">
                                      <p:cBhvr>
                                        <p:cTn id="87" dur="500"/>
                                        <p:tgtEl>
                                          <p:spTgt spid="85"/>
                                        </p:tgtEl>
                                      </p:cBhvr>
                                    </p:animEffect>
                                  </p:childTnLst>
                                </p:cTn>
                              </p:par>
                              <p:par>
                                <p:cTn id="88" presetID="64" presetClass="path" presetSubtype="0" accel="50000" decel="50000" fill="hold" grpId="1" nodeType="withEffect">
                                  <p:stCondLst>
                                    <p:cond delay="250"/>
                                  </p:stCondLst>
                                  <p:childTnLst>
                                    <p:animMotion origin="layout" path="M 0 0 L -3.267263E-02 3.652592E-02 E" pathEditMode="relative" ptsTypes="">
                                      <p:cBhvr>
                                        <p:cTn id="89" dur="1500" spd="-100000" fill="hold"/>
                                        <p:tgtEl>
                                          <p:spTgt spid="80"/>
                                        </p:tgtEl>
                                        <p:attrNameLst>
                                          <p:attrName>ppt_x</p:attrName>
                                          <p:attrName>ppt_y</p:attrName>
                                        </p:attrNameLst>
                                      </p:cBhvr>
                                    </p:animMotion>
                                  </p:childTnLst>
                                </p:cTn>
                              </p:par>
                              <p:par>
                                <p:cTn id="90" presetID="64" presetClass="path" presetSubtype="0" accel="50000" decel="50000" fill="hold" grpId="1" nodeType="withEffect">
                                  <p:stCondLst>
                                    <p:cond delay="250"/>
                                  </p:stCondLst>
                                  <p:childTnLst>
                                    <p:animMotion origin="layout" path="M 0 0 L -6.534532E-02 7.305287E-02 E" pathEditMode="relative" ptsTypes="">
                                      <p:cBhvr>
                                        <p:cTn id="91" dur="1500" spd="-100000" fill="hold"/>
                                        <p:tgtEl>
                                          <p:spTgt spid="78"/>
                                        </p:tgtEl>
                                        <p:attrNameLst>
                                          <p:attrName>ppt_x</p:attrName>
                                          <p:attrName>ppt_y</p:attrName>
                                        </p:attrNameLst>
                                      </p:cBhvr>
                                    </p:animMotion>
                                  </p:childTnLst>
                                </p:cTn>
                              </p:par>
                              <p:par>
                                <p:cTn id="92" presetID="64" presetClass="path" presetSubtype="0" accel="50000" decel="50000" fill="hold" grpId="1" nodeType="withEffect">
                                  <p:stCondLst>
                                    <p:cond delay="250"/>
                                  </p:stCondLst>
                                  <p:childTnLst>
                                    <p:animMotion origin="layout" path="M 0 0 L -9.801789E-02 0.1095798 E" pathEditMode="relative" ptsTypes="">
                                      <p:cBhvr>
                                        <p:cTn id="93" dur="1500" spd="-100000" fill="hold"/>
                                        <p:tgtEl>
                                          <p:spTgt spid="77"/>
                                        </p:tgtEl>
                                        <p:attrNameLst>
                                          <p:attrName>ppt_x</p:attrName>
                                          <p:attrName>ppt_y</p:attrName>
                                        </p:attrNameLst>
                                      </p:cBhvr>
                                    </p:animMotion>
                                  </p:childTnLst>
                                </p:cTn>
                              </p:par>
                              <p:par>
                                <p:cTn id="94" presetID="64" presetClass="path" presetSubtype="0" accel="50000" decel="50000" fill="hold" grpId="1" nodeType="withEffect">
                                  <p:stCondLst>
                                    <p:cond delay="250"/>
                                  </p:stCondLst>
                                  <p:childTnLst>
                                    <p:animMotion origin="layout" path="M 0 0 L -0.1306905 0.1461069 E" pathEditMode="relative" ptsTypes="">
                                      <p:cBhvr>
                                        <p:cTn id="95" dur="1500" spd="-100000" fill="hold"/>
                                        <p:tgtEl>
                                          <p:spTgt spid="76"/>
                                        </p:tgtEl>
                                        <p:attrNameLst>
                                          <p:attrName>ppt_x</p:attrName>
                                          <p:attrName>ppt_y</p:attrName>
                                        </p:attrNameLst>
                                      </p:cBhvr>
                                    </p:animMotion>
                                  </p:childTnLst>
                                </p:cTn>
                              </p:par>
                              <p:par>
                                <p:cTn id="96" presetID="64" presetClass="path" presetSubtype="0" accel="50000" decel="50000" fill="hold" grpId="1" nodeType="withEffect">
                                  <p:stCondLst>
                                    <p:cond delay="250"/>
                                  </p:stCondLst>
                                  <p:childTnLst>
                                    <p:animMotion origin="layout" path="M 0 0 L -0.1633632 0.1826338 E" pathEditMode="relative" ptsTypes="">
                                      <p:cBhvr>
                                        <p:cTn id="97" dur="1500" spd="-100000" fill="hold"/>
                                        <p:tgtEl>
                                          <p:spTgt spid="75"/>
                                        </p:tgtEl>
                                        <p:attrNameLst>
                                          <p:attrName>ppt_x</p:attrName>
                                          <p:attrName>ppt_y</p:attrName>
                                        </p:attrNameLst>
                                      </p:cBhvr>
                                    </p:animMotion>
                                  </p:childTnLst>
                                </p:cTn>
                              </p:par>
                              <p:par>
                                <p:cTn id="98" presetID="64" presetClass="path" presetSubtype="0" accel="50000" decel="50000" fill="hold" grpId="1" nodeType="withEffect">
                                  <p:stCondLst>
                                    <p:cond delay="250"/>
                                  </p:stCondLst>
                                  <p:childTnLst>
                                    <p:animMotion origin="layout" path="M 0 0 L -0.1960358 0.2191608 E" pathEditMode="relative" ptsTypes="">
                                      <p:cBhvr>
                                        <p:cTn id="99" dur="1500" spd="-100000" fill="hold"/>
                                        <p:tgtEl>
                                          <p:spTgt spid="74"/>
                                        </p:tgtEl>
                                        <p:attrNameLst>
                                          <p:attrName>ppt_x</p:attrName>
                                          <p:attrName>ppt_y</p:attrName>
                                        </p:attrNameLst>
                                      </p:cBhvr>
                                    </p:animMotion>
                                  </p:childTnLst>
                                </p:cTn>
                              </p:par>
                              <p:par>
                                <p:cTn id="100" presetID="64" presetClass="path" presetSubtype="0" accel="50000" decel="50000" fill="hold" grpId="1" nodeType="withEffect">
                                  <p:stCondLst>
                                    <p:cond delay="250"/>
                                  </p:stCondLst>
                                  <p:childTnLst>
                                    <p:animMotion origin="layout" path="M 0 0 L -0.2287084 0.2556879 E" pathEditMode="relative" ptsTypes="">
                                      <p:cBhvr>
                                        <p:cTn id="101" dur="1500" spd="-100000" fill="hold"/>
                                        <p:tgtEl>
                                          <p:spTgt spid="81"/>
                                        </p:tgtEl>
                                        <p:attrNameLst>
                                          <p:attrName>ppt_x</p:attrName>
                                          <p:attrName>ppt_y</p:attrName>
                                        </p:attrNameLst>
                                      </p:cBhvr>
                                    </p:animMotion>
                                  </p:childTnLst>
                                </p:cTn>
                              </p:par>
                              <p:par>
                                <p:cTn id="102" presetID="64" presetClass="path" presetSubtype="0" accel="50000" decel="50000" fill="hold" grpId="1" nodeType="withEffect">
                                  <p:stCondLst>
                                    <p:cond delay="250"/>
                                  </p:stCondLst>
                                  <p:childTnLst>
                                    <p:animMotion origin="layout" path="M 0 0 L -0.2613811 0.2922149 E" pathEditMode="relative" ptsTypes="">
                                      <p:cBhvr>
                                        <p:cTn id="103" dur="1500" spd="-100000" fill="hold"/>
                                        <p:tgtEl>
                                          <p:spTgt spid="82"/>
                                        </p:tgtEl>
                                        <p:attrNameLst>
                                          <p:attrName>ppt_x</p:attrName>
                                          <p:attrName>ppt_y</p:attrName>
                                        </p:attrNameLst>
                                      </p:cBhvr>
                                    </p:animMotion>
                                  </p:childTnLst>
                                </p:cTn>
                              </p:par>
                              <p:par>
                                <p:cTn id="104" presetID="64" presetClass="path" presetSubtype="0" accel="50000" decel="50000" fill="hold" grpId="1" nodeType="withEffect">
                                  <p:stCondLst>
                                    <p:cond delay="250"/>
                                  </p:stCondLst>
                                  <p:childTnLst>
                                    <p:animMotion origin="layout" path="M 0 0 L -0.2940537 0.3287418 E" pathEditMode="relative" ptsTypes="">
                                      <p:cBhvr>
                                        <p:cTn id="105" dur="1500" spd="-100000" fill="hold"/>
                                        <p:tgtEl>
                                          <p:spTgt spid="83"/>
                                        </p:tgtEl>
                                        <p:attrNameLst>
                                          <p:attrName>ppt_x</p:attrName>
                                          <p:attrName>ppt_y</p:attrName>
                                        </p:attrNameLst>
                                      </p:cBhvr>
                                    </p:animMotion>
                                  </p:childTnLst>
                                </p:cTn>
                              </p:par>
                              <p:par>
                                <p:cTn id="106" presetID="64" presetClass="path" presetSubtype="0" accel="50000" decel="50000" fill="hold" grpId="0" nodeType="withEffect">
                                  <p:stCondLst>
                                    <p:cond delay="250"/>
                                  </p:stCondLst>
                                  <p:childTnLst>
                                    <p:animMotion origin="layout" path="M 0 0 L -0.3267228 0.3677704 E" pathEditMode="relative" ptsTypes="">
                                      <p:cBhvr>
                                        <p:cTn id="107" dur="1500" spd="-100000" fill="hold"/>
                                        <p:tgtEl>
                                          <p:spTgt spid="120"/>
                                        </p:tgtEl>
                                        <p:attrNameLst>
                                          <p:attrName>ppt_x</p:attrName>
                                          <p:attrName>ppt_y</p:attrName>
                                        </p:attrNameLst>
                                      </p:cBhvr>
                                    </p:animMotion>
                                  </p:childTnLst>
                                </p:cTn>
                              </p:par>
                              <p:par>
                                <p:cTn id="108" presetID="10" presetClass="entr" presetSubtype="0" fill="hold" grpId="0" nodeType="withEffect">
                                  <p:stCondLst>
                                    <p:cond delay="500"/>
                                  </p:stCondLst>
                                  <p:childTnLst>
                                    <p:set>
                                      <p:cBhvr>
                                        <p:cTn id="109" dur="1" fill="hold">
                                          <p:stCondLst>
                                            <p:cond delay="0"/>
                                          </p:stCondLst>
                                        </p:cTn>
                                        <p:tgtEl>
                                          <p:spTgt spid="2"/>
                                        </p:tgtEl>
                                        <p:attrNameLst>
                                          <p:attrName>style.visibility</p:attrName>
                                        </p:attrNameLst>
                                      </p:cBhvr>
                                      <p:to>
                                        <p:strVal val="visible"/>
                                      </p:to>
                                    </p:set>
                                    <p:animEffect transition="in" filter="fade">
                                      <p:cBhvr>
                                        <p:cTn id="110" dur="500"/>
                                        <p:tgtEl>
                                          <p:spTgt spid="2"/>
                                        </p:tgtEl>
                                      </p:cBhvr>
                                    </p:animEffect>
                                  </p:childTnLst>
                                </p:cTn>
                              </p:par>
                              <p:par>
                                <p:cTn id="111" presetID="42" presetClass="path" presetSubtype="0" decel="100000" fill="hold" grpId="1" nodeType="withEffect">
                                  <p:stCondLst>
                                    <p:cond delay="500"/>
                                  </p:stCondLst>
                                  <p:childTnLst>
                                    <p:animMotion origin="layout" path="M 0 0.03889 L 0 -3.7037E-6 " pathEditMode="relative" rAng="0" ptsTypes="AA">
                                      <p:cBhvr>
                                        <p:cTn id="112" dur="1000" fill="hold"/>
                                        <p:tgtEl>
                                          <p:spTgt spid="2"/>
                                        </p:tgtEl>
                                        <p:attrNameLst>
                                          <p:attrName>ppt_x</p:attrName>
                                          <p:attrName>ppt_y</p:attrName>
                                        </p:attrNameLst>
                                      </p:cBhvr>
                                      <p:rCtr x="0" y="-1944"/>
                                    </p:animMotion>
                                  </p:childTnLst>
                                </p:cTn>
                              </p:par>
                              <p:par>
                                <p:cTn id="113" presetID="10" presetClass="entr" presetSubtype="0" fill="hold" grpId="0" nodeType="withEffect">
                                  <p:stCondLst>
                                    <p:cond delay="500"/>
                                  </p:stCondLst>
                                  <p:childTnLst>
                                    <p:set>
                                      <p:cBhvr>
                                        <p:cTn id="114" dur="1" fill="hold">
                                          <p:stCondLst>
                                            <p:cond delay="0"/>
                                          </p:stCondLst>
                                        </p:cTn>
                                        <p:tgtEl>
                                          <p:spTgt spid="3"/>
                                        </p:tgtEl>
                                        <p:attrNameLst>
                                          <p:attrName>style.visibility</p:attrName>
                                        </p:attrNameLst>
                                      </p:cBhvr>
                                      <p:to>
                                        <p:strVal val="visible"/>
                                      </p:to>
                                    </p:set>
                                    <p:animEffect transition="in" filter="fade">
                                      <p:cBhvr>
                                        <p:cTn id="115" dur="500"/>
                                        <p:tgtEl>
                                          <p:spTgt spid="3"/>
                                        </p:tgtEl>
                                      </p:cBhvr>
                                    </p:animEffect>
                                  </p:childTnLst>
                                </p:cTn>
                              </p:par>
                              <p:par>
                                <p:cTn id="116" presetID="42" presetClass="path" presetSubtype="0" decel="100000" fill="hold" grpId="1" nodeType="withEffect">
                                  <p:stCondLst>
                                    <p:cond delay="500"/>
                                  </p:stCondLst>
                                  <p:childTnLst>
                                    <p:animMotion origin="layout" path="M 0 -0.03472 L 0 -2.59259E-6 " pathEditMode="relative" rAng="0" ptsTypes="AA">
                                      <p:cBhvr>
                                        <p:cTn id="117" dur="1000" fill="hold"/>
                                        <p:tgtEl>
                                          <p:spTgt spid="3"/>
                                        </p:tgtEl>
                                        <p:attrNameLst>
                                          <p:attrName>ppt_x</p:attrName>
                                          <p:attrName>ppt_y</p:attrName>
                                        </p:attrNameLst>
                                      </p:cBhvr>
                                      <p:rCtr x="0" y="173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 grpId="0">
        <p:tmplLst>
          <p:tmpl>
            <p:tnLst>
              <p:par>
                <p:cTn presetID="10" presetClass="entr" presetSubtype="0" fill="hold" nodeType="withEffect">
                  <p:stCondLst>
                    <p:cond delay="50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P spid="3" grpId="1">
        <p:tmplLst>
          <p:tmpl>
            <p:tnLst>
              <p:par>
                <p:cTn presetID="42" presetClass="path" presetSubtype="0" decel="100000" fill="hold" nodeType="withEffect">
                  <p:stCondLst>
                    <p:cond delay="500"/>
                  </p:stCondLst>
                  <p:childTnLst>
                    <p:animMotion origin="layout" path="M 0 -0.03472 L 0 -2.59259E-6 " pathEditMode="relative" rAng="0" ptsTypes="AA">
                      <p:cBhvr>
                        <p:cTn dur="1000" fill="hold"/>
                        <p:tgtEl>
                          <p:spTgt spid="3"/>
                        </p:tgtEl>
                        <p:attrNameLst>
                          <p:attrName>ppt_x</p:attrName>
                          <p:attrName>ppt_y</p:attrName>
                        </p:attrNameLst>
                      </p:cBhvr>
                      <p:rCtr x="0" y="1736"/>
                    </p:animMotion>
                  </p:childTnLst>
                </p:cTn>
              </p:par>
            </p:tnLst>
          </p:tmpl>
        </p:tmplLst>
      </p:bldP>
      <p:bldP spid="22" grpId="0" animBg="1"/>
      <p:bldP spid="22" grpId="1" animBg="1"/>
      <p:bldP spid="23" grpId="0" animBg="1"/>
      <p:bldP spid="23" grpId="1" animBg="1"/>
      <p:bldP spid="24" grpId="0" animBg="1"/>
      <p:bldP spid="24" grpId="1" animBg="1"/>
      <p:bldP spid="25" grpId="0" animBg="1"/>
      <p:bldP spid="25" grpId="1" animBg="1"/>
      <p:bldP spid="28" grpId="0" animBg="1"/>
      <p:bldP spid="28" grpId="1" animBg="1"/>
      <p:bldP spid="30" grpId="0" animBg="1"/>
      <p:bldP spid="30" grpId="1" animBg="1"/>
      <p:bldP spid="37" grpId="0" animBg="1"/>
      <p:bldP spid="37" grpId="1" animBg="1"/>
      <p:bldP spid="38" grpId="0" animBg="1"/>
      <p:bldP spid="38" grpId="1" animBg="1"/>
      <p:bldP spid="39" grpId="0" animBg="1"/>
      <p:bldP spid="39" grpId="1" animBg="1"/>
      <p:bldP spid="66" grpId="0" animBg="1"/>
      <p:bldP spid="66" grpId="1" animBg="1"/>
      <p:bldP spid="74" grpId="0" animBg="1"/>
      <p:bldP spid="74" grpId="1" animBg="1"/>
      <p:bldP spid="75" grpId="0" animBg="1"/>
      <p:bldP spid="75" grpId="1" animBg="1"/>
      <p:bldP spid="76" grpId="0" animBg="1"/>
      <p:bldP spid="76" grpId="1" animBg="1"/>
      <p:bldP spid="77" grpId="0" animBg="1"/>
      <p:bldP spid="77" grpId="1" animBg="1"/>
      <p:bldP spid="78" grpId="0" animBg="1"/>
      <p:bldP spid="78" grpId="1" animBg="1"/>
      <p:bldP spid="80" grpId="0" animBg="1"/>
      <p:bldP spid="80" grpId="1" animBg="1"/>
      <p:bldP spid="81" grpId="0" animBg="1"/>
      <p:bldP spid="81" grpId="1" animBg="1"/>
      <p:bldP spid="82" grpId="0" animBg="1"/>
      <p:bldP spid="82" grpId="1" animBg="1"/>
      <p:bldP spid="83" grpId="0" animBg="1"/>
      <p:bldP spid="83" grpId="1" animBg="1"/>
      <p:bldP spid="85" grpId="0" animBg="1"/>
      <p:bldP spid="120" grpId="0" animBg="1"/>
      <p:bldP spid="121" grpId="0" animBg="1"/>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A8432-F17A-0891-B39D-2FCAF0312B31}"/>
              </a:ext>
            </a:extLst>
          </p:cNvPr>
          <p:cNvSpPr>
            <a:spLocks noGrp="1"/>
          </p:cNvSpPr>
          <p:nvPr>
            <p:ph type="title" hasCustomPrompt="1"/>
          </p:nvPr>
        </p:nvSpPr>
        <p:spPr>
          <a:xfrm>
            <a:off x="546100" y="365125"/>
            <a:ext cx="10495943" cy="777875"/>
          </a:xfrm>
        </p:spPr>
        <p:txBody>
          <a:bodyPr tIns="176400" anchor="t" anchorCtr="0"/>
          <a:lstStyle/>
          <a:p>
            <a:r>
              <a:rPr lang="en-US"/>
              <a:t>Click to Add Title, Use Font Size 28, Title Case</a:t>
            </a:r>
          </a:p>
        </p:txBody>
      </p:sp>
      <p:sp>
        <p:nvSpPr>
          <p:cNvPr id="3" name="Content Placeholder 2">
            <a:extLst>
              <a:ext uri="{FF2B5EF4-FFF2-40B4-BE49-F238E27FC236}">
                <a16:creationId xmlns:a16="http://schemas.microsoft.com/office/drawing/2014/main" id="{B7BC0AC0-4C91-09D8-4EB7-2339802F7B27}"/>
              </a:ext>
            </a:extLst>
          </p:cNvPr>
          <p:cNvSpPr>
            <a:spLocks noGrp="1"/>
          </p:cNvSpPr>
          <p:nvPr>
            <p:ph sz="half" idx="1" hasCustomPrompt="1"/>
          </p:nvPr>
        </p:nvSpPr>
        <p:spPr>
          <a:xfrm>
            <a:off x="546100" y="1524000"/>
            <a:ext cx="5486400" cy="4762500"/>
          </a:xfrm>
        </p:spPr>
        <p:txBody>
          <a:bodyPr lIns="0" tIns="0" rIns="0" bIns="0"/>
          <a:lstStyle/>
          <a:p>
            <a:pPr lvl="0"/>
            <a:r>
              <a:rPr lang="en-US"/>
              <a:t>Click to add content. If you’re pasting from another location, please right-click and select the ‘Keep Text Only’ option.</a:t>
            </a:r>
          </a:p>
        </p:txBody>
      </p:sp>
      <p:sp>
        <p:nvSpPr>
          <p:cNvPr id="4" name="Content Placeholder 3">
            <a:extLst>
              <a:ext uri="{FF2B5EF4-FFF2-40B4-BE49-F238E27FC236}">
                <a16:creationId xmlns:a16="http://schemas.microsoft.com/office/drawing/2014/main" id="{A569AA6C-79DD-00E8-6E3B-5771F9BB6E71}"/>
              </a:ext>
            </a:extLst>
          </p:cNvPr>
          <p:cNvSpPr>
            <a:spLocks noGrp="1"/>
          </p:cNvSpPr>
          <p:nvPr>
            <p:ph sz="half" idx="2" hasCustomPrompt="1"/>
          </p:nvPr>
        </p:nvSpPr>
        <p:spPr>
          <a:xfrm>
            <a:off x="6159500" y="1524000"/>
            <a:ext cx="5486400" cy="4762500"/>
          </a:xfrm>
        </p:spPr>
        <p:txBody>
          <a:bodyPr lIns="0" tIns="0" rIns="0" bIns="0"/>
          <a:lstStyle/>
          <a:p>
            <a:pPr lvl="0"/>
            <a:r>
              <a:rPr lang="en-US"/>
              <a:t>Click to add content. If you’re pasting from another location, please right-click and select the ‘Keep Text Only’ option.</a:t>
            </a:r>
          </a:p>
        </p:txBody>
      </p:sp>
      <p:sp>
        <p:nvSpPr>
          <p:cNvPr id="6" name="Footer Placeholder 5">
            <a:extLst>
              <a:ext uri="{FF2B5EF4-FFF2-40B4-BE49-F238E27FC236}">
                <a16:creationId xmlns:a16="http://schemas.microsoft.com/office/drawing/2014/main" id="{A703D544-760D-F8F7-B34C-0EFE2025FC4F}"/>
              </a:ext>
            </a:extLst>
          </p:cNvPr>
          <p:cNvSpPr>
            <a:spLocks noGrp="1"/>
          </p:cNvSpPr>
          <p:nvPr>
            <p:ph type="ftr" sz="quarter" idx="11"/>
          </p:nvPr>
        </p:nvSpPr>
        <p:spPr/>
        <p:txBody>
          <a:bodyPr/>
          <a:lstStyle/>
          <a:p>
            <a:pPr>
              <a:buClr>
                <a:schemeClr val="tx2"/>
              </a:buClr>
              <a:buSzPct val="120000"/>
              <a:buFont typeface="Verdana" panose="020F0502020204030204" pitchFamily="34" charset="0"/>
              <a:buNone/>
            </a:pPr>
            <a:endParaRPr lang="en-US"/>
          </a:p>
        </p:txBody>
      </p:sp>
      <p:sp>
        <p:nvSpPr>
          <p:cNvPr id="5" name="Date Placeholder 4">
            <a:extLst>
              <a:ext uri="{FF2B5EF4-FFF2-40B4-BE49-F238E27FC236}">
                <a16:creationId xmlns:a16="http://schemas.microsoft.com/office/drawing/2014/main" id="{B143E48D-B146-F645-8CC2-E41A6C6E8DAC}"/>
              </a:ext>
            </a:extLst>
          </p:cNvPr>
          <p:cNvSpPr>
            <a:spLocks noGrp="1"/>
          </p:cNvSpPr>
          <p:nvPr>
            <p:ph type="dt" sz="half" idx="10"/>
          </p:nvPr>
        </p:nvSpPr>
        <p:spPr/>
        <p:txBody>
          <a:bodyPr/>
          <a:lstStyle/>
          <a:p>
            <a:pPr algn="r">
              <a:buClr>
                <a:schemeClr val="tx2"/>
              </a:buClr>
              <a:buSzPct val="120000"/>
              <a:buFont typeface="Verdana" panose="020F0502020204030204" pitchFamily="34" charset="0"/>
              <a:buNone/>
            </a:pPr>
            <a:fld id="{7E41EA80-3ECC-4E9E-BDED-596FA76E9088}" type="datetimeFigureOut">
              <a:rPr lang="en-US" smtClean="0"/>
              <a:pPr algn="r">
                <a:buClr>
                  <a:schemeClr val="tx2"/>
                </a:buClr>
                <a:buSzPct val="120000"/>
                <a:buFont typeface="Verdana" panose="020F0502020204030204" pitchFamily="34" charset="0"/>
                <a:buNone/>
              </a:pPr>
              <a:t>1/14/2026</a:t>
            </a:fld>
            <a:endParaRPr lang="en-US"/>
          </a:p>
        </p:txBody>
      </p:sp>
      <p:sp>
        <p:nvSpPr>
          <p:cNvPr id="7" name="Slide Number Placeholder 6">
            <a:extLst>
              <a:ext uri="{FF2B5EF4-FFF2-40B4-BE49-F238E27FC236}">
                <a16:creationId xmlns:a16="http://schemas.microsoft.com/office/drawing/2014/main" id="{D637C6A6-CBCB-F14D-6DDF-15206BB6F9EA}"/>
              </a:ext>
            </a:extLst>
          </p:cNvPr>
          <p:cNvSpPr>
            <a:spLocks noGrp="1"/>
          </p:cNvSpPr>
          <p:nvPr>
            <p:ph type="sldNum" sz="quarter" idx="12"/>
          </p:nvPr>
        </p:nvSpPr>
        <p:spPr/>
        <p:txBody>
          <a:bodyPr vert="horz" wrap="square" lIns="0" tIns="0" rIns="0" bIns="0" rtlCol="0" anchor="b" anchorCtr="0">
            <a:spAutoFit/>
          </a:bodyPr>
          <a:lstStyle>
            <a:lvl1pPr>
              <a:defRPr lang="en-GB" smtClean="0"/>
            </a:lvl1pPr>
          </a:lstStyle>
          <a:p>
            <a:pPr>
              <a:buClr>
                <a:schemeClr val="tx2"/>
              </a:buClr>
              <a:buSzPct val="120000"/>
              <a:buFont typeface="Verdana" panose="020F0502020204030204" pitchFamily="34" charset="0"/>
              <a:buNone/>
            </a:pPr>
            <a:fld id="{68C08D16-C227-489D-8B10-B6EE065660A6}" type="slidenum">
              <a:rPr lang="en-GB" smtClean="0"/>
              <a:pPr>
                <a:buClr>
                  <a:schemeClr val="tx2"/>
                </a:buClr>
                <a:buSzPct val="120000"/>
                <a:buFont typeface="Verdana" panose="020F0502020204030204" pitchFamily="34" charset="0"/>
                <a:buNone/>
              </a:pPr>
              <a:t>‹#›</a:t>
            </a:fld>
            <a:endParaRPr lang="en-GB"/>
          </a:p>
        </p:txBody>
      </p:sp>
      <p:grpSp>
        <p:nvGrpSpPr>
          <p:cNvPr id="88" name="Group 4">
            <a:extLst>
              <a:ext uri="{FF2B5EF4-FFF2-40B4-BE49-F238E27FC236}">
                <a16:creationId xmlns:a16="http://schemas.microsoft.com/office/drawing/2014/main" id="{165E01C8-9093-5393-01C5-0626717EE0E3}"/>
              </a:ext>
              <a:ext uri="{C183D7F6-B498-43B3-948B-1728B52AA6E4}">
                <adec:decorative xmlns:adec="http://schemas.microsoft.com/office/drawing/2017/decorative" val="1"/>
              </a:ext>
            </a:extLst>
          </p:cNvPr>
          <p:cNvGrpSpPr>
            <a:grpSpLocks noChangeAspect="1"/>
          </p:cNvGrpSpPr>
          <p:nvPr userDrawn="1"/>
        </p:nvGrpSpPr>
        <p:grpSpPr bwMode="auto">
          <a:xfrm>
            <a:off x="11430001" y="476250"/>
            <a:ext cx="213430" cy="571500"/>
            <a:chOff x="4249" y="1683"/>
            <a:chExt cx="695" cy="1861"/>
          </a:xfrm>
          <a:solidFill>
            <a:schemeClr val="tx1"/>
          </a:solidFill>
        </p:grpSpPr>
        <p:sp>
          <p:nvSpPr>
            <p:cNvPr id="89" name="Freeform 5">
              <a:extLst>
                <a:ext uri="{FF2B5EF4-FFF2-40B4-BE49-F238E27FC236}">
                  <a16:creationId xmlns:a16="http://schemas.microsoft.com/office/drawing/2014/main" id="{351BF7D7-1ED1-A9FE-20ED-DCC9B6C986AE}"/>
                </a:ext>
              </a:extLst>
            </p:cNvPr>
            <p:cNvSpPr>
              <a:spLocks/>
            </p:cNvSpPr>
            <p:nvPr userDrawn="1"/>
          </p:nvSpPr>
          <p:spPr bwMode="auto">
            <a:xfrm>
              <a:off x="4249" y="1824"/>
              <a:ext cx="463" cy="1720"/>
            </a:xfrm>
            <a:custGeom>
              <a:avLst/>
              <a:gdLst>
                <a:gd name="T0" fmla="*/ 232 w 463"/>
                <a:gd name="T1" fmla="*/ 116 h 1720"/>
                <a:gd name="T2" fmla="*/ 0 w 463"/>
                <a:gd name="T3" fmla="*/ 0 h 1720"/>
                <a:gd name="T4" fmla="*/ 0 w 463"/>
                <a:gd name="T5" fmla="*/ 1487 h 1720"/>
                <a:gd name="T6" fmla="*/ 463 w 463"/>
                <a:gd name="T7" fmla="*/ 1720 h 1720"/>
                <a:gd name="T8" fmla="*/ 463 w 463"/>
                <a:gd name="T9" fmla="*/ 1463 h 1720"/>
                <a:gd name="T10" fmla="*/ 232 w 463"/>
                <a:gd name="T11" fmla="*/ 1346 h 1720"/>
                <a:gd name="T12" fmla="*/ 232 w 463"/>
                <a:gd name="T13" fmla="*/ 116 h 1720"/>
              </a:gdLst>
              <a:ahLst/>
              <a:cxnLst>
                <a:cxn ang="0">
                  <a:pos x="T0" y="T1"/>
                </a:cxn>
                <a:cxn ang="0">
                  <a:pos x="T2" y="T3"/>
                </a:cxn>
                <a:cxn ang="0">
                  <a:pos x="T4" y="T5"/>
                </a:cxn>
                <a:cxn ang="0">
                  <a:pos x="T6" y="T7"/>
                </a:cxn>
                <a:cxn ang="0">
                  <a:pos x="T8" y="T9"/>
                </a:cxn>
                <a:cxn ang="0">
                  <a:pos x="T10" y="T11"/>
                </a:cxn>
                <a:cxn ang="0">
                  <a:pos x="T12" y="T13"/>
                </a:cxn>
              </a:cxnLst>
              <a:rect l="0" t="0" r="r" b="b"/>
              <a:pathLst>
                <a:path w="463" h="1720">
                  <a:moveTo>
                    <a:pt x="232" y="116"/>
                  </a:moveTo>
                  <a:lnTo>
                    <a:pt x="0" y="0"/>
                  </a:lnTo>
                  <a:lnTo>
                    <a:pt x="0" y="1487"/>
                  </a:lnTo>
                  <a:lnTo>
                    <a:pt x="463" y="1720"/>
                  </a:lnTo>
                  <a:lnTo>
                    <a:pt x="463" y="1463"/>
                  </a:lnTo>
                  <a:lnTo>
                    <a:pt x="232" y="1346"/>
                  </a:lnTo>
                  <a:lnTo>
                    <a:pt x="232" y="11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F3541"/>
                </a:solidFill>
                <a:effectLst/>
                <a:uLnTx/>
                <a:uFillTx/>
                <a:latin typeface="Verdana" panose="020B0604030504040204" pitchFamily="34" charset="0"/>
              </a:endParaRPr>
            </a:p>
          </p:txBody>
        </p:sp>
        <p:sp>
          <p:nvSpPr>
            <p:cNvPr id="90" name="Freeform 6">
              <a:extLst>
                <a:ext uri="{FF2B5EF4-FFF2-40B4-BE49-F238E27FC236}">
                  <a16:creationId xmlns:a16="http://schemas.microsoft.com/office/drawing/2014/main" id="{E763757B-637B-DB54-8B17-92BD08F108E1}"/>
                </a:ext>
              </a:extLst>
            </p:cNvPr>
            <p:cNvSpPr>
              <a:spLocks/>
            </p:cNvSpPr>
            <p:nvPr userDrawn="1"/>
          </p:nvSpPr>
          <p:spPr bwMode="auto">
            <a:xfrm>
              <a:off x="4481" y="1683"/>
              <a:ext cx="463" cy="1720"/>
            </a:xfrm>
            <a:custGeom>
              <a:avLst/>
              <a:gdLst>
                <a:gd name="T0" fmla="*/ 231 w 463"/>
                <a:gd name="T1" fmla="*/ 1604 h 1720"/>
                <a:gd name="T2" fmla="*/ 463 w 463"/>
                <a:gd name="T3" fmla="*/ 1720 h 1720"/>
                <a:gd name="T4" fmla="*/ 463 w 463"/>
                <a:gd name="T5" fmla="*/ 233 h 1720"/>
                <a:gd name="T6" fmla="*/ 0 w 463"/>
                <a:gd name="T7" fmla="*/ 0 h 1720"/>
                <a:gd name="T8" fmla="*/ 0 w 463"/>
                <a:gd name="T9" fmla="*/ 257 h 1720"/>
                <a:gd name="T10" fmla="*/ 231 w 463"/>
                <a:gd name="T11" fmla="*/ 374 h 1720"/>
                <a:gd name="T12" fmla="*/ 231 w 463"/>
                <a:gd name="T13" fmla="*/ 1604 h 1720"/>
              </a:gdLst>
              <a:ahLst/>
              <a:cxnLst>
                <a:cxn ang="0">
                  <a:pos x="T0" y="T1"/>
                </a:cxn>
                <a:cxn ang="0">
                  <a:pos x="T2" y="T3"/>
                </a:cxn>
                <a:cxn ang="0">
                  <a:pos x="T4" y="T5"/>
                </a:cxn>
                <a:cxn ang="0">
                  <a:pos x="T6" y="T7"/>
                </a:cxn>
                <a:cxn ang="0">
                  <a:pos x="T8" y="T9"/>
                </a:cxn>
                <a:cxn ang="0">
                  <a:pos x="T10" y="T11"/>
                </a:cxn>
                <a:cxn ang="0">
                  <a:pos x="T12" y="T13"/>
                </a:cxn>
              </a:cxnLst>
              <a:rect l="0" t="0" r="r" b="b"/>
              <a:pathLst>
                <a:path w="463" h="1720">
                  <a:moveTo>
                    <a:pt x="231" y="1604"/>
                  </a:moveTo>
                  <a:lnTo>
                    <a:pt x="463" y="1720"/>
                  </a:lnTo>
                  <a:lnTo>
                    <a:pt x="463" y="233"/>
                  </a:lnTo>
                  <a:lnTo>
                    <a:pt x="0" y="0"/>
                  </a:lnTo>
                  <a:lnTo>
                    <a:pt x="0" y="257"/>
                  </a:lnTo>
                  <a:lnTo>
                    <a:pt x="231" y="374"/>
                  </a:lnTo>
                  <a:lnTo>
                    <a:pt x="231" y="1604"/>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F3541"/>
                </a:solidFill>
                <a:effectLst/>
                <a:uLnTx/>
                <a:uFillTx/>
                <a:latin typeface="Verdana" panose="020B0604030504040204" pitchFamily="34" charset="0"/>
              </a:endParaRPr>
            </a:p>
          </p:txBody>
        </p:sp>
      </p:grpSp>
    </p:spTree>
    <p:extLst>
      <p:ext uri="{BB962C8B-B14F-4D97-AF65-F5344CB8AC3E}">
        <p14:creationId xmlns:p14="http://schemas.microsoft.com/office/powerpoint/2010/main" val="30545089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ABF71-CF3E-230E-BA48-B91D647449C1}"/>
              </a:ext>
            </a:extLst>
          </p:cNvPr>
          <p:cNvSpPr>
            <a:spLocks noGrp="1"/>
          </p:cNvSpPr>
          <p:nvPr>
            <p:ph type="title" hasCustomPrompt="1"/>
          </p:nvPr>
        </p:nvSpPr>
        <p:spPr>
          <a:xfrm>
            <a:off x="546100" y="365125"/>
            <a:ext cx="10495943" cy="777875"/>
          </a:xfrm>
        </p:spPr>
        <p:txBody>
          <a:bodyPr tIns="176400" anchor="t" anchorCtr="0"/>
          <a:lstStyle/>
          <a:p>
            <a:r>
              <a:rPr lang="en-US"/>
              <a:t>Click to Add Title, Use Font Size 28, Title Case</a:t>
            </a:r>
          </a:p>
        </p:txBody>
      </p:sp>
      <p:sp>
        <p:nvSpPr>
          <p:cNvPr id="3" name="Text Placeholder 2">
            <a:extLst>
              <a:ext uri="{FF2B5EF4-FFF2-40B4-BE49-F238E27FC236}">
                <a16:creationId xmlns:a16="http://schemas.microsoft.com/office/drawing/2014/main" id="{89312DA8-A6BF-4AB8-86CF-BDB3A0A7C587}"/>
              </a:ext>
            </a:extLst>
          </p:cNvPr>
          <p:cNvSpPr>
            <a:spLocks noGrp="1"/>
          </p:cNvSpPr>
          <p:nvPr>
            <p:ph type="body" idx="1" hasCustomPrompt="1"/>
          </p:nvPr>
        </p:nvSpPr>
        <p:spPr>
          <a:xfrm>
            <a:off x="546100" y="1523999"/>
            <a:ext cx="5486400" cy="1095375"/>
          </a:xfrm>
        </p:spPr>
        <p:txBody>
          <a:bodyPr lIns="0" tIns="0" rIns="0" bIns="0" anchor="ctr">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add subtitle, use font size 20, sentence case</a:t>
            </a:r>
          </a:p>
        </p:txBody>
      </p:sp>
      <p:sp>
        <p:nvSpPr>
          <p:cNvPr id="4" name="Content Placeholder 3">
            <a:extLst>
              <a:ext uri="{FF2B5EF4-FFF2-40B4-BE49-F238E27FC236}">
                <a16:creationId xmlns:a16="http://schemas.microsoft.com/office/drawing/2014/main" id="{D5DB2F4B-E795-2C6E-B791-FA285AAACFBA}"/>
              </a:ext>
            </a:extLst>
          </p:cNvPr>
          <p:cNvSpPr>
            <a:spLocks noGrp="1"/>
          </p:cNvSpPr>
          <p:nvPr>
            <p:ph sz="half" idx="2" hasCustomPrompt="1"/>
          </p:nvPr>
        </p:nvSpPr>
        <p:spPr>
          <a:xfrm>
            <a:off x="546100" y="2744788"/>
            <a:ext cx="5486400" cy="3541711"/>
          </a:xfrm>
        </p:spPr>
        <p:txBody>
          <a:bodyPr lIns="0" tIns="0" rIns="0" bIns="0">
            <a:normAutofit/>
          </a:bodyPr>
          <a:lstStyle>
            <a:lvl1pPr>
              <a:defRPr sz="1800"/>
            </a:lvl1pPr>
          </a:lstStyle>
          <a:p>
            <a:pPr lvl="0"/>
            <a:r>
              <a:rPr lang="en-US"/>
              <a:t>Click to add content. If you’re pasting from another location, please right-click and select the ‘Keep Text Only’ option.</a:t>
            </a:r>
          </a:p>
        </p:txBody>
      </p:sp>
      <p:sp>
        <p:nvSpPr>
          <p:cNvPr id="5" name="Text Placeholder 4">
            <a:extLst>
              <a:ext uri="{FF2B5EF4-FFF2-40B4-BE49-F238E27FC236}">
                <a16:creationId xmlns:a16="http://schemas.microsoft.com/office/drawing/2014/main" id="{E0803344-E744-22A3-9A75-3B9F08F90ECA}"/>
              </a:ext>
            </a:extLst>
          </p:cNvPr>
          <p:cNvSpPr>
            <a:spLocks noGrp="1"/>
          </p:cNvSpPr>
          <p:nvPr>
            <p:ph type="body" sz="quarter" idx="3" hasCustomPrompt="1"/>
          </p:nvPr>
        </p:nvSpPr>
        <p:spPr>
          <a:xfrm>
            <a:off x="6159500" y="1523999"/>
            <a:ext cx="5486400" cy="1095375"/>
          </a:xfrm>
        </p:spPr>
        <p:txBody>
          <a:bodyPr lIns="0" tIns="0" rIns="0" bIns="0" anchor="ctr">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add subtitle, use font size 20, sentence case</a:t>
            </a:r>
          </a:p>
        </p:txBody>
      </p:sp>
      <p:sp>
        <p:nvSpPr>
          <p:cNvPr id="6" name="Content Placeholder 5">
            <a:extLst>
              <a:ext uri="{FF2B5EF4-FFF2-40B4-BE49-F238E27FC236}">
                <a16:creationId xmlns:a16="http://schemas.microsoft.com/office/drawing/2014/main" id="{1A771797-9A36-AAF5-12A9-BFE7F5200EDF}"/>
              </a:ext>
            </a:extLst>
          </p:cNvPr>
          <p:cNvSpPr>
            <a:spLocks noGrp="1"/>
          </p:cNvSpPr>
          <p:nvPr>
            <p:ph sz="quarter" idx="4" hasCustomPrompt="1"/>
          </p:nvPr>
        </p:nvSpPr>
        <p:spPr>
          <a:xfrm>
            <a:off x="6159500" y="2744788"/>
            <a:ext cx="5486400" cy="3541711"/>
          </a:xfrm>
        </p:spPr>
        <p:txBody>
          <a:bodyPr lIns="0" tIns="0" rIns="0" bIns="0">
            <a:normAutofit/>
          </a:bodyPr>
          <a:lstStyle>
            <a:lvl1pPr>
              <a:defRPr sz="1800"/>
            </a:lvl1pPr>
          </a:lstStyle>
          <a:p>
            <a:pPr lvl="0"/>
            <a:r>
              <a:rPr lang="en-US"/>
              <a:t>Click to add content. If you’re pasting from another location, please right-click and select the ‘Keep Text Only’ option.</a:t>
            </a:r>
          </a:p>
        </p:txBody>
      </p:sp>
      <p:sp>
        <p:nvSpPr>
          <p:cNvPr id="8" name="Footer Placeholder 7">
            <a:extLst>
              <a:ext uri="{FF2B5EF4-FFF2-40B4-BE49-F238E27FC236}">
                <a16:creationId xmlns:a16="http://schemas.microsoft.com/office/drawing/2014/main" id="{0B33E33A-1CC7-BF0C-166A-266148BD597D}"/>
              </a:ext>
            </a:extLst>
          </p:cNvPr>
          <p:cNvSpPr>
            <a:spLocks noGrp="1"/>
          </p:cNvSpPr>
          <p:nvPr>
            <p:ph type="ftr" sz="quarter" idx="11"/>
          </p:nvPr>
        </p:nvSpPr>
        <p:spPr/>
        <p:txBody>
          <a:bodyPr/>
          <a:lstStyle/>
          <a:p>
            <a:pPr>
              <a:buClr>
                <a:schemeClr val="tx2"/>
              </a:buClr>
              <a:buSzPct val="120000"/>
              <a:buFont typeface="Verdana" panose="020F0502020204030204" pitchFamily="34" charset="0"/>
              <a:buNone/>
            </a:pPr>
            <a:endParaRPr lang="en-US"/>
          </a:p>
        </p:txBody>
      </p:sp>
      <p:sp>
        <p:nvSpPr>
          <p:cNvPr id="7" name="Date Placeholder 6">
            <a:extLst>
              <a:ext uri="{FF2B5EF4-FFF2-40B4-BE49-F238E27FC236}">
                <a16:creationId xmlns:a16="http://schemas.microsoft.com/office/drawing/2014/main" id="{C71BEDD7-557F-FE4D-6955-35BD859E718E}"/>
              </a:ext>
            </a:extLst>
          </p:cNvPr>
          <p:cNvSpPr>
            <a:spLocks noGrp="1"/>
          </p:cNvSpPr>
          <p:nvPr>
            <p:ph type="dt" sz="half" idx="10"/>
          </p:nvPr>
        </p:nvSpPr>
        <p:spPr/>
        <p:txBody>
          <a:bodyPr/>
          <a:lstStyle/>
          <a:p>
            <a:pPr algn="r">
              <a:buClr>
                <a:schemeClr val="tx2"/>
              </a:buClr>
              <a:buSzPct val="120000"/>
              <a:buFont typeface="Verdana" panose="020F0502020204030204" pitchFamily="34" charset="0"/>
              <a:buNone/>
            </a:pPr>
            <a:fld id="{7E41EA80-3ECC-4E9E-BDED-596FA76E9088}" type="datetimeFigureOut">
              <a:rPr lang="en-US" smtClean="0"/>
              <a:pPr algn="r">
                <a:buClr>
                  <a:schemeClr val="tx2"/>
                </a:buClr>
                <a:buSzPct val="120000"/>
                <a:buFont typeface="Verdana" panose="020F0502020204030204" pitchFamily="34" charset="0"/>
                <a:buNone/>
              </a:pPr>
              <a:t>1/14/2026</a:t>
            </a:fld>
            <a:endParaRPr lang="en-US"/>
          </a:p>
        </p:txBody>
      </p:sp>
      <p:sp>
        <p:nvSpPr>
          <p:cNvPr id="9" name="Slide Number Placeholder 8">
            <a:extLst>
              <a:ext uri="{FF2B5EF4-FFF2-40B4-BE49-F238E27FC236}">
                <a16:creationId xmlns:a16="http://schemas.microsoft.com/office/drawing/2014/main" id="{0577413A-A7A5-542D-649B-72ADBBD3FDFC}"/>
              </a:ext>
            </a:extLst>
          </p:cNvPr>
          <p:cNvSpPr>
            <a:spLocks noGrp="1"/>
          </p:cNvSpPr>
          <p:nvPr>
            <p:ph type="sldNum" sz="quarter" idx="12"/>
          </p:nvPr>
        </p:nvSpPr>
        <p:spPr/>
        <p:txBody>
          <a:bodyPr vert="horz" wrap="square" lIns="0" tIns="0" rIns="0" bIns="0" rtlCol="0" anchor="b" anchorCtr="0">
            <a:spAutoFit/>
          </a:bodyPr>
          <a:lstStyle>
            <a:lvl1pPr>
              <a:defRPr lang="en-GB" smtClean="0"/>
            </a:lvl1pPr>
          </a:lstStyle>
          <a:p>
            <a:pPr>
              <a:buClr>
                <a:schemeClr val="tx2"/>
              </a:buClr>
              <a:buSzPct val="120000"/>
              <a:buFont typeface="Verdana" panose="020F0502020204030204" pitchFamily="34" charset="0"/>
              <a:buNone/>
            </a:pPr>
            <a:fld id="{68C08D16-C227-489D-8B10-B6EE065660A6}" type="slidenum">
              <a:rPr lang="en-GB" smtClean="0"/>
              <a:pPr>
                <a:buClr>
                  <a:schemeClr val="tx2"/>
                </a:buClr>
                <a:buSzPct val="120000"/>
                <a:buFont typeface="Verdana" panose="020F0502020204030204" pitchFamily="34" charset="0"/>
                <a:buNone/>
              </a:pPr>
              <a:t>‹#›</a:t>
            </a:fld>
            <a:endParaRPr lang="en-GB"/>
          </a:p>
        </p:txBody>
      </p:sp>
      <p:grpSp>
        <p:nvGrpSpPr>
          <p:cNvPr id="11" name="Group 4">
            <a:extLst>
              <a:ext uri="{FF2B5EF4-FFF2-40B4-BE49-F238E27FC236}">
                <a16:creationId xmlns:a16="http://schemas.microsoft.com/office/drawing/2014/main" id="{6455070D-BED4-EC0F-FBA9-F4C41F2BFE11}"/>
              </a:ext>
              <a:ext uri="{C183D7F6-B498-43B3-948B-1728B52AA6E4}">
                <adec:decorative xmlns:adec="http://schemas.microsoft.com/office/drawing/2017/decorative" val="1"/>
              </a:ext>
            </a:extLst>
          </p:cNvPr>
          <p:cNvGrpSpPr>
            <a:grpSpLocks noChangeAspect="1"/>
          </p:cNvGrpSpPr>
          <p:nvPr userDrawn="1"/>
        </p:nvGrpSpPr>
        <p:grpSpPr bwMode="auto">
          <a:xfrm>
            <a:off x="11430001" y="476250"/>
            <a:ext cx="213430" cy="571500"/>
            <a:chOff x="4249" y="1683"/>
            <a:chExt cx="695" cy="1861"/>
          </a:xfrm>
          <a:solidFill>
            <a:schemeClr val="tx1"/>
          </a:solidFill>
        </p:grpSpPr>
        <p:sp>
          <p:nvSpPr>
            <p:cNvPr id="12" name="Freeform 5">
              <a:extLst>
                <a:ext uri="{FF2B5EF4-FFF2-40B4-BE49-F238E27FC236}">
                  <a16:creationId xmlns:a16="http://schemas.microsoft.com/office/drawing/2014/main" id="{09619A86-78F8-F132-0B47-F30E5C047E65}"/>
                </a:ext>
              </a:extLst>
            </p:cNvPr>
            <p:cNvSpPr>
              <a:spLocks/>
            </p:cNvSpPr>
            <p:nvPr userDrawn="1"/>
          </p:nvSpPr>
          <p:spPr bwMode="auto">
            <a:xfrm>
              <a:off x="4249" y="1824"/>
              <a:ext cx="463" cy="1720"/>
            </a:xfrm>
            <a:custGeom>
              <a:avLst/>
              <a:gdLst>
                <a:gd name="T0" fmla="*/ 232 w 463"/>
                <a:gd name="T1" fmla="*/ 116 h 1720"/>
                <a:gd name="T2" fmla="*/ 0 w 463"/>
                <a:gd name="T3" fmla="*/ 0 h 1720"/>
                <a:gd name="T4" fmla="*/ 0 w 463"/>
                <a:gd name="T5" fmla="*/ 1487 h 1720"/>
                <a:gd name="T6" fmla="*/ 463 w 463"/>
                <a:gd name="T7" fmla="*/ 1720 h 1720"/>
                <a:gd name="T8" fmla="*/ 463 w 463"/>
                <a:gd name="T9" fmla="*/ 1463 h 1720"/>
                <a:gd name="T10" fmla="*/ 232 w 463"/>
                <a:gd name="T11" fmla="*/ 1346 h 1720"/>
                <a:gd name="T12" fmla="*/ 232 w 463"/>
                <a:gd name="T13" fmla="*/ 116 h 1720"/>
              </a:gdLst>
              <a:ahLst/>
              <a:cxnLst>
                <a:cxn ang="0">
                  <a:pos x="T0" y="T1"/>
                </a:cxn>
                <a:cxn ang="0">
                  <a:pos x="T2" y="T3"/>
                </a:cxn>
                <a:cxn ang="0">
                  <a:pos x="T4" y="T5"/>
                </a:cxn>
                <a:cxn ang="0">
                  <a:pos x="T6" y="T7"/>
                </a:cxn>
                <a:cxn ang="0">
                  <a:pos x="T8" y="T9"/>
                </a:cxn>
                <a:cxn ang="0">
                  <a:pos x="T10" y="T11"/>
                </a:cxn>
                <a:cxn ang="0">
                  <a:pos x="T12" y="T13"/>
                </a:cxn>
              </a:cxnLst>
              <a:rect l="0" t="0" r="r" b="b"/>
              <a:pathLst>
                <a:path w="463" h="1720">
                  <a:moveTo>
                    <a:pt x="232" y="116"/>
                  </a:moveTo>
                  <a:lnTo>
                    <a:pt x="0" y="0"/>
                  </a:lnTo>
                  <a:lnTo>
                    <a:pt x="0" y="1487"/>
                  </a:lnTo>
                  <a:lnTo>
                    <a:pt x="463" y="1720"/>
                  </a:lnTo>
                  <a:lnTo>
                    <a:pt x="463" y="1463"/>
                  </a:lnTo>
                  <a:lnTo>
                    <a:pt x="232" y="1346"/>
                  </a:lnTo>
                  <a:lnTo>
                    <a:pt x="232" y="11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F3541"/>
                </a:solidFill>
                <a:effectLst/>
                <a:uLnTx/>
                <a:uFillTx/>
                <a:latin typeface="Verdana" panose="020B0604030504040204" pitchFamily="34" charset="0"/>
              </a:endParaRPr>
            </a:p>
          </p:txBody>
        </p:sp>
        <p:sp>
          <p:nvSpPr>
            <p:cNvPr id="16" name="Freeform 6">
              <a:extLst>
                <a:ext uri="{FF2B5EF4-FFF2-40B4-BE49-F238E27FC236}">
                  <a16:creationId xmlns:a16="http://schemas.microsoft.com/office/drawing/2014/main" id="{FE2CEA68-50AE-F9C8-9C83-42DD304303FB}"/>
                </a:ext>
              </a:extLst>
            </p:cNvPr>
            <p:cNvSpPr>
              <a:spLocks/>
            </p:cNvSpPr>
            <p:nvPr userDrawn="1"/>
          </p:nvSpPr>
          <p:spPr bwMode="auto">
            <a:xfrm>
              <a:off x="4481" y="1683"/>
              <a:ext cx="463" cy="1720"/>
            </a:xfrm>
            <a:custGeom>
              <a:avLst/>
              <a:gdLst>
                <a:gd name="T0" fmla="*/ 231 w 463"/>
                <a:gd name="T1" fmla="*/ 1604 h 1720"/>
                <a:gd name="T2" fmla="*/ 463 w 463"/>
                <a:gd name="T3" fmla="*/ 1720 h 1720"/>
                <a:gd name="T4" fmla="*/ 463 w 463"/>
                <a:gd name="T5" fmla="*/ 233 h 1720"/>
                <a:gd name="T6" fmla="*/ 0 w 463"/>
                <a:gd name="T7" fmla="*/ 0 h 1720"/>
                <a:gd name="T8" fmla="*/ 0 w 463"/>
                <a:gd name="T9" fmla="*/ 257 h 1720"/>
                <a:gd name="T10" fmla="*/ 231 w 463"/>
                <a:gd name="T11" fmla="*/ 374 h 1720"/>
                <a:gd name="T12" fmla="*/ 231 w 463"/>
                <a:gd name="T13" fmla="*/ 1604 h 1720"/>
              </a:gdLst>
              <a:ahLst/>
              <a:cxnLst>
                <a:cxn ang="0">
                  <a:pos x="T0" y="T1"/>
                </a:cxn>
                <a:cxn ang="0">
                  <a:pos x="T2" y="T3"/>
                </a:cxn>
                <a:cxn ang="0">
                  <a:pos x="T4" y="T5"/>
                </a:cxn>
                <a:cxn ang="0">
                  <a:pos x="T6" y="T7"/>
                </a:cxn>
                <a:cxn ang="0">
                  <a:pos x="T8" y="T9"/>
                </a:cxn>
                <a:cxn ang="0">
                  <a:pos x="T10" y="T11"/>
                </a:cxn>
                <a:cxn ang="0">
                  <a:pos x="T12" y="T13"/>
                </a:cxn>
              </a:cxnLst>
              <a:rect l="0" t="0" r="r" b="b"/>
              <a:pathLst>
                <a:path w="463" h="1720">
                  <a:moveTo>
                    <a:pt x="231" y="1604"/>
                  </a:moveTo>
                  <a:lnTo>
                    <a:pt x="463" y="1720"/>
                  </a:lnTo>
                  <a:lnTo>
                    <a:pt x="463" y="233"/>
                  </a:lnTo>
                  <a:lnTo>
                    <a:pt x="0" y="0"/>
                  </a:lnTo>
                  <a:lnTo>
                    <a:pt x="0" y="257"/>
                  </a:lnTo>
                  <a:lnTo>
                    <a:pt x="231" y="374"/>
                  </a:lnTo>
                  <a:lnTo>
                    <a:pt x="231" y="1604"/>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F3541"/>
                </a:solidFill>
                <a:effectLst/>
                <a:uLnTx/>
                <a:uFillTx/>
                <a:latin typeface="Verdana" panose="020B0604030504040204" pitchFamily="34" charset="0"/>
              </a:endParaRPr>
            </a:p>
          </p:txBody>
        </p:sp>
      </p:grpSp>
    </p:spTree>
    <p:extLst>
      <p:ext uri="{BB962C8B-B14F-4D97-AF65-F5344CB8AC3E}">
        <p14:creationId xmlns:p14="http://schemas.microsoft.com/office/powerpoint/2010/main" val="5959625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6D5A5-FE3E-2160-684A-E6A98F62E9AC}"/>
              </a:ext>
            </a:extLst>
          </p:cNvPr>
          <p:cNvSpPr>
            <a:spLocks noGrp="1"/>
          </p:cNvSpPr>
          <p:nvPr>
            <p:ph type="title" hasCustomPrompt="1"/>
          </p:nvPr>
        </p:nvSpPr>
        <p:spPr>
          <a:xfrm>
            <a:off x="546100" y="365125"/>
            <a:ext cx="10495943" cy="777875"/>
          </a:xfrm>
        </p:spPr>
        <p:txBody>
          <a:bodyPr tIns="176400" anchor="t" anchorCtr="0"/>
          <a:lstStyle/>
          <a:p>
            <a:r>
              <a:rPr lang="en-US"/>
              <a:t>Click to Add Title, Use Font Size 28, Title Case</a:t>
            </a:r>
          </a:p>
        </p:txBody>
      </p:sp>
      <p:sp>
        <p:nvSpPr>
          <p:cNvPr id="7" name="Footer Placeholder 6">
            <a:extLst>
              <a:ext uri="{FF2B5EF4-FFF2-40B4-BE49-F238E27FC236}">
                <a16:creationId xmlns:a16="http://schemas.microsoft.com/office/drawing/2014/main" id="{002385B9-B5B0-5372-0604-E5B72C9BEC95}"/>
              </a:ext>
            </a:extLst>
          </p:cNvPr>
          <p:cNvSpPr>
            <a:spLocks noGrp="1"/>
          </p:cNvSpPr>
          <p:nvPr>
            <p:ph type="ftr" sz="quarter" idx="11"/>
          </p:nvPr>
        </p:nvSpPr>
        <p:spPr/>
        <p:txBody>
          <a:bodyPr/>
          <a:lstStyle/>
          <a:p>
            <a:pPr>
              <a:buClr>
                <a:schemeClr val="tx2"/>
              </a:buClr>
              <a:buSzPct val="120000"/>
              <a:buFont typeface="Verdana" panose="020F0502020204030204" pitchFamily="34" charset="0"/>
              <a:buNone/>
            </a:pPr>
            <a:endParaRPr lang="en-US"/>
          </a:p>
        </p:txBody>
      </p:sp>
      <p:sp>
        <p:nvSpPr>
          <p:cNvPr id="6" name="Date Placeholder 5">
            <a:extLst>
              <a:ext uri="{FF2B5EF4-FFF2-40B4-BE49-F238E27FC236}">
                <a16:creationId xmlns:a16="http://schemas.microsoft.com/office/drawing/2014/main" id="{66547D4E-D7A0-D018-C320-DD98F64D60DC}"/>
              </a:ext>
            </a:extLst>
          </p:cNvPr>
          <p:cNvSpPr>
            <a:spLocks noGrp="1"/>
          </p:cNvSpPr>
          <p:nvPr>
            <p:ph type="dt" sz="half" idx="10"/>
          </p:nvPr>
        </p:nvSpPr>
        <p:spPr/>
        <p:txBody>
          <a:bodyPr/>
          <a:lstStyle/>
          <a:p>
            <a:pPr algn="r">
              <a:buClr>
                <a:schemeClr val="tx2"/>
              </a:buClr>
              <a:buSzPct val="120000"/>
              <a:buFont typeface="Verdana" panose="020F0502020204030204" pitchFamily="34" charset="0"/>
              <a:buNone/>
            </a:pPr>
            <a:fld id="{7E41EA80-3ECC-4E9E-BDED-596FA76E9088}" type="datetimeFigureOut">
              <a:rPr lang="en-US" smtClean="0"/>
              <a:pPr algn="r">
                <a:buClr>
                  <a:schemeClr val="tx2"/>
                </a:buClr>
                <a:buSzPct val="120000"/>
                <a:buFont typeface="Verdana" panose="020F0502020204030204" pitchFamily="34" charset="0"/>
                <a:buNone/>
              </a:pPr>
              <a:t>1/14/2026</a:t>
            </a:fld>
            <a:endParaRPr lang="en-US"/>
          </a:p>
        </p:txBody>
      </p:sp>
      <p:sp>
        <p:nvSpPr>
          <p:cNvPr id="8" name="Slide Number Placeholder 7">
            <a:extLst>
              <a:ext uri="{FF2B5EF4-FFF2-40B4-BE49-F238E27FC236}">
                <a16:creationId xmlns:a16="http://schemas.microsoft.com/office/drawing/2014/main" id="{AD81FAD0-7A6E-F4EC-802B-0E2095DB27FA}"/>
              </a:ext>
            </a:extLst>
          </p:cNvPr>
          <p:cNvSpPr>
            <a:spLocks noGrp="1"/>
          </p:cNvSpPr>
          <p:nvPr>
            <p:ph type="sldNum" sz="quarter" idx="12"/>
          </p:nvPr>
        </p:nvSpPr>
        <p:spPr/>
        <p:txBody>
          <a:bodyPr vert="horz" wrap="square" lIns="0" tIns="0" rIns="0" bIns="0" rtlCol="0" anchor="b" anchorCtr="0">
            <a:spAutoFit/>
          </a:bodyPr>
          <a:lstStyle>
            <a:lvl1pPr>
              <a:defRPr lang="en-GB" smtClean="0"/>
            </a:lvl1pPr>
          </a:lstStyle>
          <a:p>
            <a:pPr>
              <a:buClr>
                <a:schemeClr val="tx2"/>
              </a:buClr>
              <a:buSzPct val="120000"/>
              <a:buFont typeface="Verdana" panose="020F0502020204030204" pitchFamily="34" charset="0"/>
              <a:buNone/>
            </a:pPr>
            <a:fld id="{68C08D16-C227-489D-8B10-B6EE065660A6}" type="slidenum">
              <a:rPr lang="en-GB" smtClean="0"/>
              <a:pPr>
                <a:buClr>
                  <a:schemeClr val="tx2"/>
                </a:buClr>
                <a:buSzPct val="120000"/>
                <a:buFont typeface="Verdana" panose="020F0502020204030204" pitchFamily="34" charset="0"/>
                <a:buNone/>
              </a:pPr>
              <a:t>‹#›</a:t>
            </a:fld>
            <a:endParaRPr lang="en-GB"/>
          </a:p>
        </p:txBody>
      </p:sp>
      <p:grpSp>
        <p:nvGrpSpPr>
          <p:cNvPr id="3" name="Group 4">
            <a:extLst>
              <a:ext uri="{FF2B5EF4-FFF2-40B4-BE49-F238E27FC236}">
                <a16:creationId xmlns:a16="http://schemas.microsoft.com/office/drawing/2014/main" id="{C09CECC3-BF13-39E5-D333-31C1D6BC65BC}"/>
              </a:ext>
              <a:ext uri="{C183D7F6-B498-43B3-948B-1728B52AA6E4}">
                <adec:decorative xmlns:adec="http://schemas.microsoft.com/office/drawing/2017/decorative" val="1"/>
              </a:ext>
            </a:extLst>
          </p:cNvPr>
          <p:cNvGrpSpPr>
            <a:grpSpLocks noChangeAspect="1"/>
          </p:cNvGrpSpPr>
          <p:nvPr userDrawn="1"/>
        </p:nvGrpSpPr>
        <p:grpSpPr bwMode="auto">
          <a:xfrm>
            <a:off x="11430001" y="476250"/>
            <a:ext cx="213430" cy="571500"/>
            <a:chOff x="4249" y="1683"/>
            <a:chExt cx="695" cy="1861"/>
          </a:xfrm>
          <a:solidFill>
            <a:schemeClr val="tx1"/>
          </a:solidFill>
        </p:grpSpPr>
        <p:sp>
          <p:nvSpPr>
            <p:cNvPr id="4" name="Freeform 5">
              <a:extLst>
                <a:ext uri="{FF2B5EF4-FFF2-40B4-BE49-F238E27FC236}">
                  <a16:creationId xmlns:a16="http://schemas.microsoft.com/office/drawing/2014/main" id="{EEC2F251-8D93-E009-A004-C1AA62338216}"/>
                </a:ext>
              </a:extLst>
            </p:cNvPr>
            <p:cNvSpPr>
              <a:spLocks/>
            </p:cNvSpPr>
            <p:nvPr userDrawn="1"/>
          </p:nvSpPr>
          <p:spPr bwMode="auto">
            <a:xfrm>
              <a:off x="4249" y="1824"/>
              <a:ext cx="463" cy="1720"/>
            </a:xfrm>
            <a:custGeom>
              <a:avLst/>
              <a:gdLst>
                <a:gd name="T0" fmla="*/ 232 w 463"/>
                <a:gd name="T1" fmla="*/ 116 h 1720"/>
                <a:gd name="T2" fmla="*/ 0 w 463"/>
                <a:gd name="T3" fmla="*/ 0 h 1720"/>
                <a:gd name="T4" fmla="*/ 0 w 463"/>
                <a:gd name="T5" fmla="*/ 1487 h 1720"/>
                <a:gd name="T6" fmla="*/ 463 w 463"/>
                <a:gd name="T7" fmla="*/ 1720 h 1720"/>
                <a:gd name="T8" fmla="*/ 463 w 463"/>
                <a:gd name="T9" fmla="*/ 1463 h 1720"/>
                <a:gd name="T10" fmla="*/ 232 w 463"/>
                <a:gd name="T11" fmla="*/ 1346 h 1720"/>
                <a:gd name="T12" fmla="*/ 232 w 463"/>
                <a:gd name="T13" fmla="*/ 116 h 1720"/>
              </a:gdLst>
              <a:ahLst/>
              <a:cxnLst>
                <a:cxn ang="0">
                  <a:pos x="T0" y="T1"/>
                </a:cxn>
                <a:cxn ang="0">
                  <a:pos x="T2" y="T3"/>
                </a:cxn>
                <a:cxn ang="0">
                  <a:pos x="T4" y="T5"/>
                </a:cxn>
                <a:cxn ang="0">
                  <a:pos x="T6" y="T7"/>
                </a:cxn>
                <a:cxn ang="0">
                  <a:pos x="T8" y="T9"/>
                </a:cxn>
                <a:cxn ang="0">
                  <a:pos x="T10" y="T11"/>
                </a:cxn>
                <a:cxn ang="0">
                  <a:pos x="T12" y="T13"/>
                </a:cxn>
              </a:cxnLst>
              <a:rect l="0" t="0" r="r" b="b"/>
              <a:pathLst>
                <a:path w="463" h="1720">
                  <a:moveTo>
                    <a:pt x="232" y="116"/>
                  </a:moveTo>
                  <a:lnTo>
                    <a:pt x="0" y="0"/>
                  </a:lnTo>
                  <a:lnTo>
                    <a:pt x="0" y="1487"/>
                  </a:lnTo>
                  <a:lnTo>
                    <a:pt x="463" y="1720"/>
                  </a:lnTo>
                  <a:lnTo>
                    <a:pt x="463" y="1463"/>
                  </a:lnTo>
                  <a:lnTo>
                    <a:pt x="232" y="1346"/>
                  </a:lnTo>
                  <a:lnTo>
                    <a:pt x="232" y="11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F3541"/>
                </a:solidFill>
                <a:effectLst/>
                <a:uLnTx/>
                <a:uFillTx/>
                <a:latin typeface="Verdana" panose="020B0604030504040204" pitchFamily="34" charset="0"/>
              </a:endParaRPr>
            </a:p>
          </p:txBody>
        </p:sp>
        <p:sp>
          <p:nvSpPr>
            <p:cNvPr id="5" name="Freeform 6">
              <a:extLst>
                <a:ext uri="{FF2B5EF4-FFF2-40B4-BE49-F238E27FC236}">
                  <a16:creationId xmlns:a16="http://schemas.microsoft.com/office/drawing/2014/main" id="{0B4CEED9-C0E1-72B5-5477-06CA897D77DB}"/>
                </a:ext>
              </a:extLst>
            </p:cNvPr>
            <p:cNvSpPr>
              <a:spLocks/>
            </p:cNvSpPr>
            <p:nvPr userDrawn="1"/>
          </p:nvSpPr>
          <p:spPr bwMode="auto">
            <a:xfrm>
              <a:off x="4481" y="1683"/>
              <a:ext cx="463" cy="1720"/>
            </a:xfrm>
            <a:custGeom>
              <a:avLst/>
              <a:gdLst>
                <a:gd name="T0" fmla="*/ 231 w 463"/>
                <a:gd name="T1" fmla="*/ 1604 h 1720"/>
                <a:gd name="T2" fmla="*/ 463 w 463"/>
                <a:gd name="T3" fmla="*/ 1720 h 1720"/>
                <a:gd name="T4" fmla="*/ 463 w 463"/>
                <a:gd name="T5" fmla="*/ 233 h 1720"/>
                <a:gd name="T6" fmla="*/ 0 w 463"/>
                <a:gd name="T7" fmla="*/ 0 h 1720"/>
                <a:gd name="T8" fmla="*/ 0 w 463"/>
                <a:gd name="T9" fmla="*/ 257 h 1720"/>
                <a:gd name="T10" fmla="*/ 231 w 463"/>
                <a:gd name="T11" fmla="*/ 374 h 1720"/>
                <a:gd name="T12" fmla="*/ 231 w 463"/>
                <a:gd name="T13" fmla="*/ 1604 h 1720"/>
              </a:gdLst>
              <a:ahLst/>
              <a:cxnLst>
                <a:cxn ang="0">
                  <a:pos x="T0" y="T1"/>
                </a:cxn>
                <a:cxn ang="0">
                  <a:pos x="T2" y="T3"/>
                </a:cxn>
                <a:cxn ang="0">
                  <a:pos x="T4" y="T5"/>
                </a:cxn>
                <a:cxn ang="0">
                  <a:pos x="T6" y="T7"/>
                </a:cxn>
                <a:cxn ang="0">
                  <a:pos x="T8" y="T9"/>
                </a:cxn>
                <a:cxn ang="0">
                  <a:pos x="T10" y="T11"/>
                </a:cxn>
                <a:cxn ang="0">
                  <a:pos x="T12" y="T13"/>
                </a:cxn>
              </a:cxnLst>
              <a:rect l="0" t="0" r="r" b="b"/>
              <a:pathLst>
                <a:path w="463" h="1720">
                  <a:moveTo>
                    <a:pt x="231" y="1604"/>
                  </a:moveTo>
                  <a:lnTo>
                    <a:pt x="463" y="1720"/>
                  </a:lnTo>
                  <a:lnTo>
                    <a:pt x="463" y="233"/>
                  </a:lnTo>
                  <a:lnTo>
                    <a:pt x="0" y="0"/>
                  </a:lnTo>
                  <a:lnTo>
                    <a:pt x="0" y="257"/>
                  </a:lnTo>
                  <a:lnTo>
                    <a:pt x="231" y="374"/>
                  </a:lnTo>
                  <a:lnTo>
                    <a:pt x="231" y="1604"/>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F3541"/>
                </a:solidFill>
                <a:effectLst/>
                <a:uLnTx/>
                <a:uFillTx/>
                <a:latin typeface="Verdana" panose="020B0604030504040204" pitchFamily="34" charset="0"/>
              </a:endParaRPr>
            </a:p>
          </p:txBody>
        </p:sp>
      </p:grpSp>
    </p:spTree>
    <p:extLst>
      <p:ext uri="{BB962C8B-B14F-4D97-AF65-F5344CB8AC3E}">
        <p14:creationId xmlns:p14="http://schemas.microsoft.com/office/powerpoint/2010/main" val="2887991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2" name="Footer Placeholder 11">
            <a:extLst>
              <a:ext uri="{FF2B5EF4-FFF2-40B4-BE49-F238E27FC236}">
                <a16:creationId xmlns:a16="http://schemas.microsoft.com/office/drawing/2014/main" id="{21CF2424-3037-4B4E-D498-DACD55DEDA5D}"/>
              </a:ext>
            </a:extLst>
          </p:cNvPr>
          <p:cNvSpPr>
            <a:spLocks noGrp="1"/>
          </p:cNvSpPr>
          <p:nvPr>
            <p:ph type="ftr" sz="quarter" idx="11"/>
          </p:nvPr>
        </p:nvSpPr>
        <p:spPr/>
        <p:txBody>
          <a:bodyPr/>
          <a:lstStyle/>
          <a:p>
            <a:pPr>
              <a:buClr>
                <a:schemeClr val="tx2"/>
              </a:buClr>
              <a:buSzPct val="120000"/>
              <a:buFont typeface="Verdana" panose="020F0502020204030204" pitchFamily="34" charset="0"/>
              <a:buNone/>
            </a:pPr>
            <a:endParaRPr lang="en-US"/>
          </a:p>
        </p:txBody>
      </p:sp>
      <p:sp>
        <p:nvSpPr>
          <p:cNvPr id="11" name="Date Placeholder 10">
            <a:extLst>
              <a:ext uri="{FF2B5EF4-FFF2-40B4-BE49-F238E27FC236}">
                <a16:creationId xmlns:a16="http://schemas.microsoft.com/office/drawing/2014/main" id="{61243564-9F90-9ECE-2686-717877E67513}"/>
              </a:ext>
            </a:extLst>
          </p:cNvPr>
          <p:cNvSpPr>
            <a:spLocks noGrp="1"/>
          </p:cNvSpPr>
          <p:nvPr>
            <p:ph type="dt" sz="half" idx="10"/>
          </p:nvPr>
        </p:nvSpPr>
        <p:spPr/>
        <p:txBody>
          <a:bodyPr/>
          <a:lstStyle/>
          <a:p>
            <a:pPr algn="r">
              <a:buClr>
                <a:schemeClr val="tx2"/>
              </a:buClr>
              <a:buSzPct val="120000"/>
              <a:buFont typeface="Verdana" panose="020F0502020204030204" pitchFamily="34" charset="0"/>
              <a:buNone/>
            </a:pPr>
            <a:fld id="{7E41EA80-3ECC-4E9E-BDED-596FA76E9088}" type="datetimeFigureOut">
              <a:rPr lang="en-US" smtClean="0"/>
              <a:pPr algn="r">
                <a:buClr>
                  <a:schemeClr val="tx2"/>
                </a:buClr>
                <a:buSzPct val="120000"/>
                <a:buFont typeface="Verdana" panose="020F0502020204030204" pitchFamily="34" charset="0"/>
                <a:buNone/>
              </a:pPr>
              <a:t>1/14/2026</a:t>
            </a:fld>
            <a:endParaRPr lang="en-US"/>
          </a:p>
        </p:txBody>
      </p:sp>
      <p:sp>
        <p:nvSpPr>
          <p:cNvPr id="13" name="Slide Number Placeholder 12">
            <a:extLst>
              <a:ext uri="{FF2B5EF4-FFF2-40B4-BE49-F238E27FC236}">
                <a16:creationId xmlns:a16="http://schemas.microsoft.com/office/drawing/2014/main" id="{D4D5816A-A563-F4DA-76F8-5E4E362F3375}"/>
              </a:ext>
            </a:extLst>
          </p:cNvPr>
          <p:cNvSpPr>
            <a:spLocks noGrp="1"/>
          </p:cNvSpPr>
          <p:nvPr>
            <p:ph type="sldNum" sz="quarter" idx="12"/>
          </p:nvPr>
        </p:nvSpPr>
        <p:spPr/>
        <p:txBody>
          <a:bodyPr vert="horz" wrap="square" lIns="0" tIns="0" rIns="0" bIns="0" rtlCol="0" anchor="b" anchorCtr="0">
            <a:spAutoFit/>
          </a:bodyPr>
          <a:lstStyle>
            <a:lvl1pPr>
              <a:defRPr lang="en-GB" smtClean="0"/>
            </a:lvl1pPr>
          </a:lstStyle>
          <a:p>
            <a:pPr>
              <a:buClr>
                <a:schemeClr val="tx2"/>
              </a:buClr>
              <a:buSzPct val="120000"/>
              <a:buFont typeface="Verdana" panose="020F0502020204030204" pitchFamily="34" charset="0"/>
              <a:buNone/>
            </a:pPr>
            <a:fld id="{68C08D16-C227-489D-8B10-B6EE065660A6}" type="slidenum">
              <a:rPr lang="en-GB" smtClean="0"/>
              <a:pPr>
                <a:buClr>
                  <a:schemeClr val="tx2"/>
                </a:buClr>
                <a:buSzPct val="120000"/>
                <a:buFont typeface="Verdana" panose="020F0502020204030204" pitchFamily="34" charset="0"/>
                <a:buNone/>
              </a:pPr>
              <a:t>‹#›</a:t>
            </a:fld>
            <a:endParaRPr lang="en-GB"/>
          </a:p>
        </p:txBody>
      </p:sp>
      <p:grpSp>
        <p:nvGrpSpPr>
          <p:cNvPr id="3" name="Group 4">
            <a:extLst>
              <a:ext uri="{FF2B5EF4-FFF2-40B4-BE49-F238E27FC236}">
                <a16:creationId xmlns:a16="http://schemas.microsoft.com/office/drawing/2014/main" id="{C09CECC3-BF13-39E5-D333-31C1D6BC65BC}"/>
              </a:ext>
              <a:ext uri="{C183D7F6-B498-43B3-948B-1728B52AA6E4}">
                <adec:decorative xmlns:adec="http://schemas.microsoft.com/office/drawing/2017/decorative" val="1"/>
              </a:ext>
            </a:extLst>
          </p:cNvPr>
          <p:cNvGrpSpPr>
            <a:grpSpLocks noChangeAspect="1"/>
          </p:cNvGrpSpPr>
          <p:nvPr userDrawn="1"/>
        </p:nvGrpSpPr>
        <p:grpSpPr bwMode="auto">
          <a:xfrm>
            <a:off x="11430001" y="476250"/>
            <a:ext cx="213430" cy="571500"/>
            <a:chOff x="4249" y="1683"/>
            <a:chExt cx="695" cy="1861"/>
          </a:xfrm>
          <a:solidFill>
            <a:schemeClr val="tx1"/>
          </a:solidFill>
        </p:grpSpPr>
        <p:sp>
          <p:nvSpPr>
            <p:cNvPr id="4" name="Freeform 5">
              <a:extLst>
                <a:ext uri="{FF2B5EF4-FFF2-40B4-BE49-F238E27FC236}">
                  <a16:creationId xmlns:a16="http://schemas.microsoft.com/office/drawing/2014/main" id="{EEC2F251-8D93-E009-A004-C1AA62338216}"/>
                </a:ext>
              </a:extLst>
            </p:cNvPr>
            <p:cNvSpPr>
              <a:spLocks/>
            </p:cNvSpPr>
            <p:nvPr userDrawn="1"/>
          </p:nvSpPr>
          <p:spPr bwMode="auto">
            <a:xfrm>
              <a:off x="4249" y="1824"/>
              <a:ext cx="463" cy="1720"/>
            </a:xfrm>
            <a:custGeom>
              <a:avLst/>
              <a:gdLst>
                <a:gd name="T0" fmla="*/ 232 w 463"/>
                <a:gd name="T1" fmla="*/ 116 h 1720"/>
                <a:gd name="T2" fmla="*/ 0 w 463"/>
                <a:gd name="T3" fmla="*/ 0 h 1720"/>
                <a:gd name="T4" fmla="*/ 0 w 463"/>
                <a:gd name="T5" fmla="*/ 1487 h 1720"/>
                <a:gd name="T6" fmla="*/ 463 w 463"/>
                <a:gd name="T7" fmla="*/ 1720 h 1720"/>
                <a:gd name="T8" fmla="*/ 463 w 463"/>
                <a:gd name="T9" fmla="*/ 1463 h 1720"/>
                <a:gd name="T10" fmla="*/ 232 w 463"/>
                <a:gd name="T11" fmla="*/ 1346 h 1720"/>
                <a:gd name="T12" fmla="*/ 232 w 463"/>
                <a:gd name="T13" fmla="*/ 116 h 1720"/>
              </a:gdLst>
              <a:ahLst/>
              <a:cxnLst>
                <a:cxn ang="0">
                  <a:pos x="T0" y="T1"/>
                </a:cxn>
                <a:cxn ang="0">
                  <a:pos x="T2" y="T3"/>
                </a:cxn>
                <a:cxn ang="0">
                  <a:pos x="T4" y="T5"/>
                </a:cxn>
                <a:cxn ang="0">
                  <a:pos x="T6" y="T7"/>
                </a:cxn>
                <a:cxn ang="0">
                  <a:pos x="T8" y="T9"/>
                </a:cxn>
                <a:cxn ang="0">
                  <a:pos x="T10" y="T11"/>
                </a:cxn>
                <a:cxn ang="0">
                  <a:pos x="T12" y="T13"/>
                </a:cxn>
              </a:cxnLst>
              <a:rect l="0" t="0" r="r" b="b"/>
              <a:pathLst>
                <a:path w="463" h="1720">
                  <a:moveTo>
                    <a:pt x="232" y="116"/>
                  </a:moveTo>
                  <a:lnTo>
                    <a:pt x="0" y="0"/>
                  </a:lnTo>
                  <a:lnTo>
                    <a:pt x="0" y="1487"/>
                  </a:lnTo>
                  <a:lnTo>
                    <a:pt x="463" y="1720"/>
                  </a:lnTo>
                  <a:lnTo>
                    <a:pt x="463" y="1463"/>
                  </a:lnTo>
                  <a:lnTo>
                    <a:pt x="232" y="1346"/>
                  </a:lnTo>
                  <a:lnTo>
                    <a:pt x="232" y="11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F3541"/>
                </a:solidFill>
                <a:effectLst/>
                <a:uLnTx/>
                <a:uFillTx/>
                <a:latin typeface="Verdana" panose="020B0604030504040204" pitchFamily="34" charset="0"/>
              </a:endParaRPr>
            </a:p>
          </p:txBody>
        </p:sp>
        <p:sp>
          <p:nvSpPr>
            <p:cNvPr id="5" name="Freeform 6">
              <a:extLst>
                <a:ext uri="{FF2B5EF4-FFF2-40B4-BE49-F238E27FC236}">
                  <a16:creationId xmlns:a16="http://schemas.microsoft.com/office/drawing/2014/main" id="{0B4CEED9-C0E1-72B5-5477-06CA897D77DB}"/>
                </a:ext>
              </a:extLst>
            </p:cNvPr>
            <p:cNvSpPr>
              <a:spLocks/>
            </p:cNvSpPr>
            <p:nvPr userDrawn="1"/>
          </p:nvSpPr>
          <p:spPr bwMode="auto">
            <a:xfrm>
              <a:off x="4481" y="1683"/>
              <a:ext cx="463" cy="1720"/>
            </a:xfrm>
            <a:custGeom>
              <a:avLst/>
              <a:gdLst>
                <a:gd name="T0" fmla="*/ 231 w 463"/>
                <a:gd name="T1" fmla="*/ 1604 h 1720"/>
                <a:gd name="T2" fmla="*/ 463 w 463"/>
                <a:gd name="T3" fmla="*/ 1720 h 1720"/>
                <a:gd name="T4" fmla="*/ 463 w 463"/>
                <a:gd name="T5" fmla="*/ 233 h 1720"/>
                <a:gd name="T6" fmla="*/ 0 w 463"/>
                <a:gd name="T7" fmla="*/ 0 h 1720"/>
                <a:gd name="T8" fmla="*/ 0 w 463"/>
                <a:gd name="T9" fmla="*/ 257 h 1720"/>
                <a:gd name="T10" fmla="*/ 231 w 463"/>
                <a:gd name="T11" fmla="*/ 374 h 1720"/>
                <a:gd name="T12" fmla="*/ 231 w 463"/>
                <a:gd name="T13" fmla="*/ 1604 h 1720"/>
              </a:gdLst>
              <a:ahLst/>
              <a:cxnLst>
                <a:cxn ang="0">
                  <a:pos x="T0" y="T1"/>
                </a:cxn>
                <a:cxn ang="0">
                  <a:pos x="T2" y="T3"/>
                </a:cxn>
                <a:cxn ang="0">
                  <a:pos x="T4" y="T5"/>
                </a:cxn>
                <a:cxn ang="0">
                  <a:pos x="T6" y="T7"/>
                </a:cxn>
                <a:cxn ang="0">
                  <a:pos x="T8" y="T9"/>
                </a:cxn>
                <a:cxn ang="0">
                  <a:pos x="T10" y="T11"/>
                </a:cxn>
                <a:cxn ang="0">
                  <a:pos x="T12" y="T13"/>
                </a:cxn>
              </a:cxnLst>
              <a:rect l="0" t="0" r="r" b="b"/>
              <a:pathLst>
                <a:path w="463" h="1720">
                  <a:moveTo>
                    <a:pt x="231" y="1604"/>
                  </a:moveTo>
                  <a:lnTo>
                    <a:pt x="463" y="1720"/>
                  </a:lnTo>
                  <a:lnTo>
                    <a:pt x="463" y="233"/>
                  </a:lnTo>
                  <a:lnTo>
                    <a:pt x="0" y="0"/>
                  </a:lnTo>
                  <a:lnTo>
                    <a:pt x="0" y="257"/>
                  </a:lnTo>
                  <a:lnTo>
                    <a:pt x="231" y="374"/>
                  </a:lnTo>
                  <a:lnTo>
                    <a:pt x="231" y="1604"/>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F3541"/>
                </a:solidFill>
                <a:effectLst/>
                <a:uLnTx/>
                <a:uFillTx/>
                <a:latin typeface="Verdana" panose="020B0604030504040204" pitchFamily="34" charset="0"/>
              </a:endParaRPr>
            </a:p>
          </p:txBody>
        </p:sp>
      </p:grpSp>
    </p:spTree>
    <p:extLst>
      <p:ext uri="{BB962C8B-B14F-4D97-AF65-F5344CB8AC3E}">
        <p14:creationId xmlns:p14="http://schemas.microsoft.com/office/powerpoint/2010/main" val="5994561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1">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EB0BD77-ACED-82AE-4E0F-0EF7E78DCADC}"/>
              </a:ext>
              <a:ext uri="{C183D7F6-B498-43B3-948B-1728B52AA6E4}">
                <adec:decorative xmlns:adec="http://schemas.microsoft.com/office/drawing/2017/decorative" val="1"/>
              </a:ext>
            </a:extLst>
          </p:cNvPr>
          <p:cNvSpPr/>
          <p:nvPr userDrawn="1"/>
        </p:nvSpPr>
        <p:spPr>
          <a:xfrm flipH="1">
            <a:off x="-1" y="0"/>
            <a:ext cx="4749798" cy="6858001"/>
          </a:xfrm>
          <a:prstGeom prst="rect">
            <a:avLst/>
          </a:prstGeom>
          <a:gradFill flip="none" rotWithShape="1">
            <a:gsLst>
              <a:gs pos="0">
                <a:srgbClr val="0C0B26">
                  <a:alpha val="0"/>
                </a:srgbClr>
              </a:gs>
              <a:gs pos="35000">
                <a:srgbClr val="0C0B26"/>
              </a:gs>
            </a:gsLst>
            <a:lin ang="16200000" scaled="1"/>
            <a:tileRect/>
          </a:gradFill>
          <a:ln w="19050" cap="flat">
            <a:noFill/>
            <a:prstDash val="solid"/>
            <a:miter/>
          </a:ln>
          <a:effectLst/>
        </p:spPr>
        <p:txBody>
          <a:bodyPr wrap="square" rtlCol="0" anchor="ctr">
            <a:noAutofit/>
          </a:bodyPr>
          <a:lstStyle/>
          <a:p>
            <a:pPr defTabSz="2665918">
              <a:spcBef>
                <a:spcPts val="2918"/>
              </a:spcBef>
              <a:buClr>
                <a:srgbClr val="F2F2F2"/>
              </a:buClr>
            </a:pPr>
            <a:endParaRPr lang="en-US" sz="9457" kern="0">
              <a:solidFill>
                <a:srgbClr val="FFFFFF"/>
              </a:solidFill>
              <a:latin typeface="Verdana" panose="020B0604030504040204" pitchFamily="34" charset="0"/>
            </a:endParaRPr>
          </a:p>
        </p:txBody>
      </p:sp>
      <p:sp>
        <p:nvSpPr>
          <p:cNvPr id="4" name="Date Placeholder 3">
            <a:extLst>
              <a:ext uri="{FF2B5EF4-FFF2-40B4-BE49-F238E27FC236}">
                <a16:creationId xmlns:a16="http://schemas.microsoft.com/office/drawing/2014/main" id="{CCD2B5DD-602C-C09D-A527-58CEA0D221BD}"/>
              </a:ext>
            </a:extLst>
          </p:cNvPr>
          <p:cNvSpPr>
            <a:spLocks noGrp="1"/>
          </p:cNvSpPr>
          <p:nvPr>
            <p:ph type="dt" sz="half" idx="10"/>
          </p:nvPr>
        </p:nvSpPr>
        <p:spPr/>
        <p:txBody>
          <a:bodyPr/>
          <a:lstStyle/>
          <a:p>
            <a:pPr algn="r">
              <a:buClr>
                <a:schemeClr val="tx2"/>
              </a:buClr>
              <a:buSzPct val="120000"/>
              <a:buFont typeface="Verdana" panose="020F0502020204030204" pitchFamily="34" charset="0"/>
              <a:buNone/>
            </a:pPr>
            <a:fld id="{7E41EA80-3ECC-4E9E-BDED-596FA76E9088}" type="datetimeFigureOut">
              <a:rPr lang="en-US" smtClean="0"/>
              <a:pPr algn="r">
                <a:buClr>
                  <a:schemeClr val="tx2"/>
                </a:buClr>
                <a:buSzPct val="120000"/>
                <a:buFont typeface="Verdana" panose="020F0502020204030204" pitchFamily="34" charset="0"/>
                <a:buNone/>
              </a:pPr>
              <a:t>1/14/2026</a:t>
            </a:fld>
            <a:endParaRPr lang="en-US"/>
          </a:p>
        </p:txBody>
      </p:sp>
      <p:sp>
        <p:nvSpPr>
          <p:cNvPr id="6" name="Slide Number Placeholder 5">
            <a:extLst>
              <a:ext uri="{FF2B5EF4-FFF2-40B4-BE49-F238E27FC236}">
                <a16:creationId xmlns:a16="http://schemas.microsoft.com/office/drawing/2014/main" id="{20D1C035-E909-A298-5D24-F7F53BF6AA5A}"/>
              </a:ext>
            </a:extLst>
          </p:cNvPr>
          <p:cNvSpPr>
            <a:spLocks noGrp="1"/>
          </p:cNvSpPr>
          <p:nvPr>
            <p:ph type="sldNum" sz="quarter" idx="12"/>
          </p:nvPr>
        </p:nvSpPr>
        <p:spPr/>
        <p:txBody>
          <a:bodyPr vert="horz" wrap="square" lIns="0" tIns="0" rIns="0" bIns="0" rtlCol="0" anchor="b" anchorCtr="0">
            <a:spAutoFit/>
          </a:bodyPr>
          <a:lstStyle>
            <a:lvl1pPr>
              <a:defRPr lang="en-GB" smtClean="0"/>
            </a:lvl1pPr>
          </a:lstStyle>
          <a:p>
            <a:pPr>
              <a:buClr>
                <a:schemeClr val="tx2"/>
              </a:buClr>
              <a:buSzPct val="120000"/>
              <a:buFont typeface="Verdana" panose="020F0502020204030204" pitchFamily="34" charset="0"/>
              <a:buNone/>
            </a:pPr>
            <a:fld id="{68C08D16-C227-489D-8B10-B6EE065660A6}" type="slidenum">
              <a:rPr lang="en-GB" smtClean="0"/>
              <a:pPr>
                <a:buClr>
                  <a:schemeClr val="tx2"/>
                </a:buClr>
                <a:buSzPct val="120000"/>
                <a:buFont typeface="Verdana" panose="020F0502020204030204" pitchFamily="34" charset="0"/>
                <a:buNone/>
              </a:pPr>
              <a:t>‹#›</a:t>
            </a:fld>
            <a:endParaRPr lang="en-GB"/>
          </a:p>
        </p:txBody>
      </p:sp>
      <p:sp>
        <p:nvSpPr>
          <p:cNvPr id="13" name="Content Placeholder 3">
            <a:extLst>
              <a:ext uri="{FF2B5EF4-FFF2-40B4-BE49-F238E27FC236}">
                <a16:creationId xmlns:a16="http://schemas.microsoft.com/office/drawing/2014/main" id="{169B91F7-815B-CF2A-D8A9-34BD0E593D86}"/>
              </a:ext>
            </a:extLst>
          </p:cNvPr>
          <p:cNvSpPr>
            <a:spLocks noGrp="1"/>
          </p:cNvSpPr>
          <p:nvPr>
            <p:ph sz="half" idx="2" hasCustomPrompt="1"/>
          </p:nvPr>
        </p:nvSpPr>
        <p:spPr>
          <a:xfrm>
            <a:off x="5286626" y="355600"/>
            <a:ext cx="6359273" cy="5926137"/>
          </a:xfrm>
        </p:spPr>
        <p:txBody>
          <a:bodyPr lIns="0" tIns="0" rIns="0" bIns="0">
            <a:normAutofit/>
          </a:bodyPr>
          <a:lstStyle>
            <a:lvl1pPr>
              <a:defRPr sz="1800"/>
            </a:lvl1pPr>
          </a:lstStyle>
          <a:p>
            <a:pPr lvl="0"/>
            <a:r>
              <a:rPr lang="en-US"/>
              <a:t>Click to add content. If you’re pasting from another location, please right-click and select the ‘Keep Text  Only’ option.</a:t>
            </a:r>
          </a:p>
        </p:txBody>
      </p:sp>
      <p:sp>
        <p:nvSpPr>
          <p:cNvPr id="19" name="Title 1">
            <a:extLst>
              <a:ext uri="{FF2B5EF4-FFF2-40B4-BE49-F238E27FC236}">
                <a16:creationId xmlns:a16="http://schemas.microsoft.com/office/drawing/2014/main" id="{662FD348-5921-019C-E579-0AB39FADCE06}"/>
              </a:ext>
            </a:extLst>
          </p:cNvPr>
          <p:cNvSpPr>
            <a:spLocks noGrp="1"/>
          </p:cNvSpPr>
          <p:nvPr>
            <p:ph type="title" hasCustomPrompt="1"/>
          </p:nvPr>
        </p:nvSpPr>
        <p:spPr>
          <a:xfrm>
            <a:off x="546100" y="2204786"/>
            <a:ext cx="3656286" cy="2296968"/>
          </a:xfrm>
        </p:spPr>
        <p:txBody>
          <a:bodyPr vert="horz" lIns="0" tIns="0" rIns="0" bIns="0" rtlCol="0" anchor="ctr" anchorCtr="0">
            <a:normAutofit/>
          </a:bodyPr>
          <a:lstStyle>
            <a:lvl1pPr>
              <a:defRPr lang="en-US" dirty="0"/>
            </a:lvl1pPr>
          </a:lstStyle>
          <a:p>
            <a:pPr marL="0" lvl="0"/>
            <a:r>
              <a:rPr lang="en-US"/>
              <a:t>Click to Add Title, Use Font Size 28, Title Case</a:t>
            </a:r>
          </a:p>
        </p:txBody>
      </p:sp>
      <p:sp>
        <p:nvSpPr>
          <p:cNvPr id="24" name="Freeform: Shape 23">
            <a:extLst>
              <a:ext uri="{FF2B5EF4-FFF2-40B4-BE49-F238E27FC236}">
                <a16:creationId xmlns:a16="http://schemas.microsoft.com/office/drawing/2014/main" id="{34D1E00E-3421-30BC-B6C7-72957BC52969}"/>
              </a:ext>
              <a:ext uri="{C183D7F6-B498-43B3-948B-1728B52AA6E4}">
                <adec:decorative xmlns:adec="http://schemas.microsoft.com/office/drawing/2017/decorative" val="1"/>
              </a:ext>
            </a:extLst>
          </p:cNvPr>
          <p:cNvSpPr>
            <a:spLocks noChangeAspect="1"/>
          </p:cNvSpPr>
          <p:nvPr userDrawn="1"/>
        </p:nvSpPr>
        <p:spPr>
          <a:xfrm>
            <a:off x="546101" y="4528491"/>
            <a:ext cx="1361700" cy="3244391"/>
          </a:xfrm>
          <a:custGeom>
            <a:avLst/>
            <a:gdLst>
              <a:gd name="connsiteX0" fmla="*/ 0 w 1361700"/>
              <a:gd name="connsiteY0" fmla="*/ 0 h 3244391"/>
              <a:gd name="connsiteX1" fmla="*/ 1361700 w 1361700"/>
              <a:gd name="connsiteY1" fmla="*/ 675680 h 3244391"/>
              <a:gd name="connsiteX2" fmla="*/ 1361700 w 1361700"/>
              <a:gd name="connsiteY2" fmla="*/ 894254 h 3244391"/>
              <a:gd name="connsiteX3" fmla="*/ 1361700 w 1361700"/>
              <a:gd name="connsiteY3" fmla="*/ 3025817 h 3244391"/>
              <a:gd name="connsiteX4" fmla="*/ 1361700 w 1361700"/>
              <a:gd name="connsiteY4" fmla="*/ 3244391 h 3244391"/>
              <a:gd name="connsiteX5" fmla="*/ 0 w 1361700"/>
              <a:gd name="connsiteY5" fmla="*/ 2568711 h 3244391"/>
              <a:gd name="connsiteX6" fmla="*/ 0 w 1361700"/>
              <a:gd name="connsiteY6" fmla="*/ 2350137 h 3244391"/>
              <a:gd name="connsiteX7" fmla="*/ 0 w 1361700"/>
              <a:gd name="connsiteY7" fmla="*/ 218574 h 3244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61700" h="3244391">
                <a:moveTo>
                  <a:pt x="0" y="0"/>
                </a:moveTo>
                <a:lnTo>
                  <a:pt x="1361700" y="675680"/>
                </a:lnTo>
                <a:lnTo>
                  <a:pt x="1361700" y="894254"/>
                </a:lnTo>
                <a:lnTo>
                  <a:pt x="1361700" y="3025817"/>
                </a:lnTo>
                <a:lnTo>
                  <a:pt x="1361700" y="3244391"/>
                </a:lnTo>
                <a:lnTo>
                  <a:pt x="0" y="2568711"/>
                </a:lnTo>
                <a:lnTo>
                  <a:pt x="0" y="2350137"/>
                </a:lnTo>
                <a:lnTo>
                  <a:pt x="0" y="218574"/>
                </a:lnTo>
                <a:close/>
              </a:path>
            </a:pathLst>
          </a:custGeom>
          <a:noFill/>
          <a:ln w="19050" cap="flat">
            <a:gradFill flip="none" rotWithShape="1">
              <a:gsLst>
                <a:gs pos="15000">
                  <a:srgbClr val="D8E8F7">
                    <a:alpha val="26000"/>
                  </a:srgbClr>
                </a:gs>
                <a:gs pos="59600">
                  <a:srgbClr val="92C0E9">
                    <a:alpha val="50000"/>
                  </a:srgbClr>
                </a:gs>
                <a:gs pos="0">
                  <a:srgbClr val="FFFFFF">
                    <a:alpha val="80000"/>
                  </a:srgbClr>
                </a:gs>
                <a:gs pos="100000">
                  <a:srgbClr val="2F2A95">
                    <a:alpha val="6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lvl="0" defTabSz="2665918">
              <a:lnSpc>
                <a:spcPct val="90000"/>
              </a:lnSpc>
              <a:spcBef>
                <a:spcPts val="2918"/>
              </a:spcBef>
              <a:buClr>
                <a:srgbClr val="F2F2F2"/>
              </a:buClr>
              <a:buSzPct val="120000"/>
            </a:pPr>
            <a:endParaRPr lang="en-US" sz="9457" kern="0" noProof="0">
              <a:solidFill>
                <a:srgbClr val="FFFFFF"/>
              </a:solidFill>
              <a:latin typeface="Verdana" panose="020B0604030504040204" pitchFamily="34" charset="0"/>
            </a:endParaRPr>
          </a:p>
        </p:txBody>
      </p:sp>
      <p:sp>
        <p:nvSpPr>
          <p:cNvPr id="25" name="Freeform: Shape 24">
            <a:extLst>
              <a:ext uri="{FF2B5EF4-FFF2-40B4-BE49-F238E27FC236}">
                <a16:creationId xmlns:a16="http://schemas.microsoft.com/office/drawing/2014/main" id="{7A163389-76B0-EEE8-FF4B-ED32417AEDD3}"/>
              </a:ext>
              <a:ext uri="{C183D7F6-B498-43B3-948B-1728B52AA6E4}">
                <adec:decorative xmlns:adec="http://schemas.microsoft.com/office/drawing/2017/decorative" val="1"/>
              </a:ext>
            </a:extLst>
          </p:cNvPr>
          <p:cNvSpPr>
            <a:spLocks noChangeAspect="1"/>
          </p:cNvSpPr>
          <p:nvPr userDrawn="1"/>
        </p:nvSpPr>
        <p:spPr>
          <a:xfrm>
            <a:off x="0" y="5068106"/>
            <a:ext cx="1226948" cy="2813375"/>
          </a:xfrm>
          <a:custGeom>
            <a:avLst/>
            <a:gdLst>
              <a:gd name="connsiteX0" fmla="*/ 0 w 1226948"/>
              <a:gd name="connsiteY0" fmla="*/ 0 h 2813375"/>
              <a:gd name="connsiteX1" fmla="*/ 1226948 w 1226948"/>
              <a:gd name="connsiteY1" fmla="*/ 608816 h 2813375"/>
              <a:gd name="connsiteX2" fmla="*/ 1226948 w 1226948"/>
              <a:gd name="connsiteY2" fmla="*/ 805760 h 2813375"/>
              <a:gd name="connsiteX3" fmla="*/ 1226948 w 1226948"/>
              <a:gd name="connsiteY3" fmla="*/ 2616431 h 2813375"/>
              <a:gd name="connsiteX4" fmla="*/ 1226948 w 1226948"/>
              <a:gd name="connsiteY4" fmla="*/ 2813375 h 2813375"/>
              <a:gd name="connsiteX5" fmla="*/ 0 w 1226948"/>
              <a:gd name="connsiteY5" fmla="*/ 2204559 h 2813375"/>
              <a:gd name="connsiteX6" fmla="*/ 0 w 1226948"/>
              <a:gd name="connsiteY6" fmla="*/ 2007615 h 2813375"/>
              <a:gd name="connsiteX7" fmla="*/ 0 w 1226948"/>
              <a:gd name="connsiteY7" fmla="*/ 196944 h 281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6948" h="2813375">
                <a:moveTo>
                  <a:pt x="0" y="0"/>
                </a:moveTo>
                <a:lnTo>
                  <a:pt x="1226948" y="608816"/>
                </a:lnTo>
                <a:lnTo>
                  <a:pt x="1226948" y="805760"/>
                </a:lnTo>
                <a:lnTo>
                  <a:pt x="1226948" y="2616431"/>
                </a:lnTo>
                <a:lnTo>
                  <a:pt x="1226948" y="2813375"/>
                </a:lnTo>
                <a:lnTo>
                  <a:pt x="0" y="2204559"/>
                </a:lnTo>
                <a:lnTo>
                  <a:pt x="0" y="2007615"/>
                </a:lnTo>
                <a:lnTo>
                  <a:pt x="0" y="196944"/>
                </a:lnTo>
                <a:close/>
              </a:path>
            </a:pathLst>
          </a:custGeom>
          <a:gradFill>
            <a:gsLst>
              <a:gs pos="100000">
                <a:srgbClr val="C5B4E2">
                  <a:lumMod val="75000"/>
                  <a:alpha val="98000"/>
                </a:srgbClr>
              </a:gs>
              <a:gs pos="0">
                <a:srgbClr val="92C0E9">
                  <a:alpha val="47000"/>
                </a:srgbClr>
              </a:gs>
              <a:gs pos="61000">
                <a:srgbClr val="2F2A95">
                  <a:alpha val="80000"/>
                </a:srgbClr>
              </a:gs>
            </a:gsLst>
            <a:lin ang="6900000" scaled="0"/>
          </a:gradFill>
          <a:ln w="19050" cap="flat">
            <a:gradFill flip="none" rotWithShape="1">
              <a:gsLst>
                <a:gs pos="0">
                  <a:srgbClr val="92C0E9">
                    <a:alpha val="27000"/>
                  </a:srgbClr>
                </a:gs>
                <a:gs pos="100000">
                  <a:srgbClr val="C5B4E2">
                    <a:lumMod val="50000"/>
                    <a:alpha val="65000"/>
                  </a:srgbClr>
                </a:gs>
              </a:gsLst>
              <a:lin ang="5400000" scaled="1"/>
              <a:tileRect/>
            </a:gradFill>
            <a:prstDash val="solid"/>
            <a:miter/>
          </a:ln>
          <a:effectLst>
            <a:outerShdw blurRad="190500" algn="ctr" rotWithShape="0">
              <a:prstClr val="black">
                <a:alpha val="25000"/>
              </a:prstClr>
            </a:outerShdw>
          </a:effectLst>
        </p:spPr>
        <p:txBody>
          <a:bodyPr wrap="square" rtlCol="0" anchor="ctr">
            <a:noAutofit/>
          </a:bodyPr>
          <a:lstStyle/>
          <a:p>
            <a:pPr lvl="0" defTabSz="2665918">
              <a:spcBef>
                <a:spcPts val="2918"/>
              </a:spcBef>
              <a:buClr>
                <a:srgbClr val="F2F2F2"/>
              </a:buClr>
            </a:pPr>
            <a:endParaRPr lang="en-US" sz="9457" kern="0" noProof="0">
              <a:solidFill>
                <a:srgbClr val="FFFFFF"/>
              </a:solidFill>
              <a:latin typeface="Verdana" panose="020B0604030504040204" pitchFamily="34" charset="0"/>
            </a:endParaRPr>
          </a:p>
        </p:txBody>
      </p:sp>
      <p:sp>
        <p:nvSpPr>
          <p:cNvPr id="26" name="Freeform: Shape 25">
            <a:extLst>
              <a:ext uri="{FF2B5EF4-FFF2-40B4-BE49-F238E27FC236}">
                <a16:creationId xmlns:a16="http://schemas.microsoft.com/office/drawing/2014/main" id="{B3D4C70D-82A7-7173-CFC4-43FCFC58DE38}"/>
              </a:ext>
              <a:ext uri="{C183D7F6-B498-43B3-948B-1728B52AA6E4}">
                <adec:decorative xmlns:adec="http://schemas.microsoft.com/office/drawing/2017/decorative" val="1"/>
              </a:ext>
            </a:extLst>
          </p:cNvPr>
          <p:cNvSpPr>
            <a:spLocks noChangeAspect="1"/>
          </p:cNvSpPr>
          <p:nvPr userDrawn="1"/>
        </p:nvSpPr>
        <p:spPr>
          <a:xfrm>
            <a:off x="3323794" y="-1227550"/>
            <a:ext cx="1280450" cy="2751551"/>
          </a:xfrm>
          <a:custGeom>
            <a:avLst/>
            <a:gdLst>
              <a:gd name="connsiteX0" fmla="*/ 0 w 1280450"/>
              <a:gd name="connsiteY0" fmla="*/ 0 h 2751551"/>
              <a:gd name="connsiteX1" fmla="*/ 1280450 w 1280450"/>
              <a:gd name="connsiteY1" fmla="*/ 635363 h 2751551"/>
              <a:gd name="connsiteX2" fmla="*/ 1280450 w 1280450"/>
              <a:gd name="connsiteY2" fmla="*/ 840895 h 2751551"/>
              <a:gd name="connsiteX3" fmla="*/ 1280450 w 1280450"/>
              <a:gd name="connsiteY3" fmla="*/ 2546019 h 2751551"/>
              <a:gd name="connsiteX4" fmla="*/ 1280450 w 1280450"/>
              <a:gd name="connsiteY4" fmla="*/ 2751551 h 2751551"/>
              <a:gd name="connsiteX5" fmla="*/ 0 w 1280450"/>
              <a:gd name="connsiteY5" fmla="*/ 2116188 h 2751551"/>
              <a:gd name="connsiteX6" fmla="*/ 0 w 1280450"/>
              <a:gd name="connsiteY6" fmla="*/ 1910656 h 2751551"/>
              <a:gd name="connsiteX7" fmla="*/ 0 w 1280450"/>
              <a:gd name="connsiteY7" fmla="*/ 205532 h 2751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80450" h="2751551">
                <a:moveTo>
                  <a:pt x="0" y="0"/>
                </a:moveTo>
                <a:lnTo>
                  <a:pt x="1280450" y="635363"/>
                </a:lnTo>
                <a:lnTo>
                  <a:pt x="1280450" y="840895"/>
                </a:lnTo>
                <a:lnTo>
                  <a:pt x="1280450" y="2546019"/>
                </a:lnTo>
                <a:lnTo>
                  <a:pt x="1280450" y="2751551"/>
                </a:lnTo>
                <a:lnTo>
                  <a:pt x="0" y="2116188"/>
                </a:lnTo>
                <a:lnTo>
                  <a:pt x="0" y="1910656"/>
                </a:lnTo>
                <a:lnTo>
                  <a:pt x="0" y="205532"/>
                </a:lnTo>
                <a:close/>
              </a:path>
            </a:pathLst>
          </a:custGeom>
          <a:noFill/>
          <a:ln w="19050" cap="flat">
            <a:gradFill flip="none" rotWithShape="1">
              <a:gsLst>
                <a:gs pos="59600">
                  <a:srgbClr val="92C0E9">
                    <a:alpha val="37000"/>
                  </a:srgbClr>
                </a:gs>
                <a:gs pos="0">
                  <a:srgbClr val="FFFFFF">
                    <a:alpha val="11000"/>
                  </a:srgbClr>
                </a:gs>
                <a:gs pos="100000">
                  <a:srgbClr val="2F2A95">
                    <a:alpha val="6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lvl="0" defTabSz="2665918">
              <a:lnSpc>
                <a:spcPct val="90000"/>
              </a:lnSpc>
              <a:spcBef>
                <a:spcPts val="2918"/>
              </a:spcBef>
              <a:buClr>
                <a:srgbClr val="F2F2F2"/>
              </a:buClr>
              <a:buSzPct val="120000"/>
            </a:pPr>
            <a:endParaRPr lang="en-US" sz="9457" kern="0" noProof="0">
              <a:solidFill>
                <a:srgbClr val="FFFFFF"/>
              </a:solidFill>
              <a:latin typeface="Verdana" panose="020B0604030504040204" pitchFamily="34" charset="0"/>
            </a:endParaRPr>
          </a:p>
        </p:txBody>
      </p:sp>
      <p:sp>
        <p:nvSpPr>
          <p:cNvPr id="27" name="Freeform: Shape 26">
            <a:extLst>
              <a:ext uri="{FF2B5EF4-FFF2-40B4-BE49-F238E27FC236}">
                <a16:creationId xmlns:a16="http://schemas.microsoft.com/office/drawing/2014/main" id="{D4EC937F-2ABC-A3A9-F8FC-C4DD593B3400}"/>
              </a:ext>
              <a:ext uri="{C183D7F6-B498-43B3-948B-1728B52AA6E4}">
                <adec:decorative xmlns:adec="http://schemas.microsoft.com/office/drawing/2017/decorative" val="1"/>
              </a:ext>
            </a:extLst>
          </p:cNvPr>
          <p:cNvSpPr>
            <a:spLocks noChangeAspect="1"/>
          </p:cNvSpPr>
          <p:nvPr userDrawn="1"/>
        </p:nvSpPr>
        <p:spPr>
          <a:xfrm flipH="1" flipV="1">
            <a:off x="2696448" y="-798318"/>
            <a:ext cx="1280450" cy="2982614"/>
          </a:xfrm>
          <a:custGeom>
            <a:avLst/>
            <a:gdLst>
              <a:gd name="connsiteX0" fmla="*/ 1280450 w 1280450"/>
              <a:gd name="connsiteY0" fmla="*/ 2982614 h 2982614"/>
              <a:gd name="connsiteX1" fmla="*/ 0 w 1280450"/>
              <a:gd name="connsiteY1" fmla="*/ 2347250 h 2982614"/>
              <a:gd name="connsiteX2" fmla="*/ 0 w 1280450"/>
              <a:gd name="connsiteY2" fmla="*/ 2141719 h 2982614"/>
              <a:gd name="connsiteX3" fmla="*/ 0 w 1280450"/>
              <a:gd name="connsiteY3" fmla="*/ 205532 h 2982614"/>
              <a:gd name="connsiteX4" fmla="*/ 0 w 1280450"/>
              <a:gd name="connsiteY4" fmla="*/ 0 h 2982614"/>
              <a:gd name="connsiteX5" fmla="*/ 1280450 w 1280450"/>
              <a:gd name="connsiteY5" fmla="*/ 635363 h 2982614"/>
              <a:gd name="connsiteX6" fmla="*/ 1280450 w 1280450"/>
              <a:gd name="connsiteY6" fmla="*/ 840895 h 2982614"/>
              <a:gd name="connsiteX7" fmla="*/ 1280450 w 1280450"/>
              <a:gd name="connsiteY7" fmla="*/ 2777082 h 2982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80450" h="2982614">
                <a:moveTo>
                  <a:pt x="1280450" y="2982614"/>
                </a:moveTo>
                <a:lnTo>
                  <a:pt x="0" y="2347250"/>
                </a:lnTo>
                <a:lnTo>
                  <a:pt x="0" y="2141719"/>
                </a:lnTo>
                <a:lnTo>
                  <a:pt x="0" y="205532"/>
                </a:lnTo>
                <a:lnTo>
                  <a:pt x="0" y="0"/>
                </a:lnTo>
                <a:lnTo>
                  <a:pt x="1280450" y="635363"/>
                </a:lnTo>
                <a:lnTo>
                  <a:pt x="1280450" y="840895"/>
                </a:lnTo>
                <a:lnTo>
                  <a:pt x="1280450" y="2777082"/>
                </a:lnTo>
                <a:close/>
              </a:path>
            </a:pathLst>
          </a:custGeom>
          <a:gradFill>
            <a:gsLst>
              <a:gs pos="49500">
                <a:srgbClr val="92C0E9">
                  <a:lumMod val="95000"/>
                  <a:alpha val="66000"/>
                </a:srgbClr>
              </a:gs>
              <a:gs pos="0">
                <a:srgbClr val="00B2A9">
                  <a:alpha val="47000"/>
                </a:srgbClr>
              </a:gs>
              <a:gs pos="100000">
                <a:srgbClr val="C5B4E2">
                  <a:alpha val="70000"/>
                </a:srgbClr>
              </a:gs>
            </a:gsLst>
            <a:lin ang="6900000" scaled="0"/>
          </a:gradFill>
          <a:ln w="19050" cap="flat">
            <a:gradFill flip="none" rotWithShape="1">
              <a:gsLst>
                <a:gs pos="27000">
                  <a:srgbClr val="00B2A9"/>
                </a:gs>
                <a:gs pos="100000">
                  <a:srgbClr val="C5B4E2"/>
                </a:gs>
                <a:gs pos="0">
                  <a:srgbClr val="006990"/>
                </a:gs>
              </a:gsLst>
              <a:lin ang="5400000" scaled="1"/>
              <a:tileRect/>
            </a:gradFill>
            <a:prstDash val="solid"/>
            <a:miter/>
          </a:ln>
          <a:effectLst>
            <a:outerShdw blurRad="190500" algn="ctr" rotWithShape="0">
              <a:prstClr val="black">
                <a:alpha val="25000"/>
              </a:prstClr>
            </a:outerShdw>
          </a:effectLst>
        </p:spPr>
        <p:txBody>
          <a:bodyPr wrap="square" rtlCol="0" anchor="ctr">
            <a:noAutofit/>
          </a:bodyPr>
          <a:lstStyle/>
          <a:p>
            <a:pPr lvl="0" defTabSz="2665918">
              <a:spcBef>
                <a:spcPts val="2918"/>
              </a:spcBef>
              <a:buClr>
                <a:srgbClr val="F2F2F2"/>
              </a:buClr>
            </a:pPr>
            <a:endParaRPr lang="en-US" sz="9457" kern="0">
              <a:solidFill>
                <a:srgbClr val="FFFFFF"/>
              </a:solidFill>
              <a:latin typeface="Verdana" panose="020B0604030504040204" pitchFamily="34" charset="0"/>
            </a:endParaRPr>
          </a:p>
        </p:txBody>
      </p:sp>
      <p:sp>
        <p:nvSpPr>
          <p:cNvPr id="2" name="Footer Placeholder 5">
            <a:extLst>
              <a:ext uri="{FF2B5EF4-FFF2-40B4-BE49-F238E27FC236}">
                <a16:creationId xmlns:a16="http://schemas.microsoft.com/office/drawing/2014/main" id="{4DFCF571-837D-13DF-BACC-6F3F3B5BD076}"/>
              </a:ext>
            </a:extLst>
          </p:cNvPr>
          <p:cNvSpPr>
            <a:spLocks noGrp="1"/>
          </p:cNvSpPr>
          <p:nvPr>
            <p:ph type="ftr" sz="quarter" idx="11"/>
          </p:nvPr>
        </p:nvSpPr>
        <p:spPr>
          <a:xfrm>
            <a:off x="539749" y="6492925"/>
            <a:ext cx="8302626" cy="153888"/>
          </a:xfrm>
        </p:spPr>
        <p:txBody>
          <a:bodyPr/>
          <a:lstStyle/>
          <a:p>
            <a:pPr>
              <a:buClr>
                <a:schemeClr val="tx2"/>
              </a:buClr>
              <a:buSzPct val="120000"/>
              <a:buFont typeface="Verdana" panose="020F0502020204030204" pitchFamily="34" charset="0"/>
              <a:buNone/>
            </a:pPr>
            <a:endParaRPr lang="en-US"/>
          </a:p>
        </p:txBody>
      </p:sp>
    </p:spTree>
    <p:extLst>
      <p:ext uri="{BB962C8B-B14F-4D97-AF65-F5344CB8AC3E}">
        <p14:creationId xmlns:p14="http://schemas.microsoft.com/office/powerpoint/2010/main" val="30817755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CCD2B5DD-602C-C09D-A527-58CEA0D221BD}"/>
              </a:ext>
            </a:extLst>
          </p:cNvPr>
          <p:cNvSpPr>
            <a:spLocks noGrp="1"/>
          </p:cNvSpPr>
          <p:nvPr userDrawn="1">
            <p:ph type="dt" sz="half" idx="10"/>
          </p:nvPr>
        </p:nvSpPr>
        <p:spPr/>
        <p:txBody>
          <a:bodyPr/>
          <a:lstStyle/>
          <a:p>
            <a:pPr algn="r">
              <a:buClr>
                <a:schemeClr val="tx2"/>
              </a:buClr>
              <a:buSzPct val="120000"/>
              <a:buFont typeface="Verdana" panose="020F0502020204030204" pitchFamily="34" charset="0"/>
              <a:buNone/>
            </a:pPr>
            <a:fld id="{7E41EA80-3ECC-4E9E-BDED-596FA76E9088}" type="datetimeFigureOut">
              <a:rPr lang="en-US" smtClean="0"/>
              <a:pPr algn="r">
                <a:buClr>
                  <a:schemeClr val="tx2"/>
                </a:buClr>
                <a:buSzPct val="120000"/>
                <a:buFont typeface="Verdana" panose="020F0502020204030204" pitchFamily="34" charset="0"/>
                <a:buNone/>
              </a:pPr>
              <a:t>1/14/2026</a:t>
            </a:fld>
            <a:endParaRPr lang="en-US"/>
          </a:p>
        </p:txBody>
      </p:sp>
      <p:sp>
        <p:nvSpPr>
          <p:cNvPr id="6" name="Slide Number Placeholder 5">
            <a:extLst>
              <a:ext uri="{FF2B5EF4-FFF2-40B4-BE49-F238E27FC236}">
                <a16:creationId xmlns:a16="http://schemas.microsoft.com/office/drawing/2014/main" id="{20D1C035-E909-A298-5D24-F7F53BF6AA5A}"/>
              </a:ext>
            </a:extLst>
          </p:cNvPr>
          <p:cNvSpPr>
            <a:spLocks noGrp="1"/>
          </p:cNvSpPr>
          <p:nvPr userDrawn="1">
            <p:ph type="sldNum" sz="quarter" idx="12"/>
          </p:nvPr>
        </p:nvSpPr>
        <p:spPr/>
        <p:txBody>
          <a:bodyPr vert="horz" wrap="square" lIns="0" tIns="0" rIns="0" bIns="0" rtlCol="0" anchor="b" anchorCtr="0">
            <a:spAutoFit/>
          </a:bodyPr>
          <a:lstStyle>
            <a:lvl1pPr>
              <a:defRPr lang="en-GB" smtClean="0"/>
            </a:lvl1pPr>
          </a:lstStyle>
          <a:p>
            <a:pPr>
              <a:buClr>
                <a:schemeClr val="tx2"/>
              </a:buClr>
              <a:buSzPct val="120000"/>
              <a:buFont typeface="Verdana" panose="020F0502020204030204" pitchFamily="34" charset="0"/>
              <a:buNone/>
            </a:pPr>
            <a:fld id="{68C08D16-C227-489D-8B10-B6EE065660A6}" type="slidenum">
              <a:rPr lang="en-GB" smtClean="0"/>
              <a:pPr>
                <a:buClr>
                  <a:schemeClr val="tx2"/>
                </a:buClr>
                <a:buSzPct val="120000"/>
                <a:buFont typeface="Verdana" panose="020F0502020204030204" pitchFamily="34" charset="0"/>
                <a:buNone/>
              </a:pPr>
              <a:t>‹#›</a:t>
            </a:fld>
            <a:endParaRPr lang="en-GB"/>
          </a:p>
        </p:txBody>
      </p:sp>
      <p:sp>
        <p:nvSpPr>
          <p:cNvPr id="13" name="Content Placeholder 3">
            <a:extLst>
              <a:ext uri="{FF2B5EF4-FFF2-40B4-BE49-F238E27FC236}">
                <a16:creationId xmlns:a16="http://schemas.microsoft.com/office/drawing/2014/main" id="{169B91F7-815B-CF2A-D8A9-34BD0E593D86}"/>
              </a:ext>
            </a:extLst>
          </p:cNvPr>
          <p:cNvSpPr>
            <a:spLocks noGrp="1"/>
          </p:cNvSpPr>
          <p:nvPr userDrawn="1">
            <p:ph sz="half" idx="2" hasCustomPrompt="1"/>
          </p:nvPr>
        </p:nvSpPr>
        <p:spPr>
          <a:xfrm>
            <a:off x="3352800" y="1649413"/>
            <a:ext cx="8293101" cy="4637087"/>
          </a:xfrm>
        </p:spPr>
        <p:txBody>
          <a:bodyPr lIns="0" tIns="0" rIns="0" bIns="0">
            <a:normAutofit/>
          </a:bodyPr>
          <a:lstStyle>
            <a:lvl1pPr>
              <a:defRPr sz="1800"/>
            </a:lvl1pPr>
          </a:lstStyle>
          <a:p>
            <a:pPr lvl="0"/>
            <a:r>
              <a:rPr lang="en-US"/>
              <a:t>Click to add content. If you’re pasting from another location, please right-click and select the ‘Keep Text  Only’ option.</a:t>
            </a:r>
          </a:p>
        </p:txBody>
      </p:sp>
      <p:grpSp>
        <p:nvGrpSpPr>
          <p:cNvPr id="16" name="Group 4">
            <a:extLst>
              <a:ext uri="{FF2B5EF4-FFF2-40B4-BE49-F238E27FC236}">
                <a16:creationId xmlns:a16="http://schemas.microsoft.com/office/drawing/2014/main" id="{9D2D5ACD-ED87-9440-14B3-A88AD4E4695C}"/>
              </a:ext>
              <a:ext uri="{C183D7F6-B498-43B3-948B-1728B52AA6E4}">
                <adec:decorative xmlns:adec="http://schemas.microsoft.com/office/drawing/2017/decorative" val="1"/>
              </a:ext>
            </a:extLst>
          </p:cNvPr>
          <p:cNvGrpSpPr>
            <a:grpSpLocks noChangeAspect="1"/>
          </p:cNvGrpSpPr>
          <p:nvPr userDrawn="1"/>
        </p:nvGrpSpPr>
        <p:grpSpPr bwMode="auto">
          <a:xfrm>
            <a:off x="11430001" y="476250"/>
            <a:ext cx="213430" cy="571500"/>
            <a:chOff x="4249" y="1683"/>
            <a:chExt cx="695" cy="1861"/>
          </a:xfrm>
          <a:solidFill>
            <a:schemeClr val="tx1"/>
          </a:solidFill>
        </p:grpSpPr>
        <p:sp>
          <p:nvSpPr>
            <p:cNvPr id="17" name="Freeform 5">
              <a:extLst>
                <a:ext uri="{FF2B5EF4-FFF2-40B4-BE49-F238E27FC236}">
                  <a16:creationId xmlns:a16="http://schemas.microsoft.com/office/drawing/2014/main" id="{903B6DC9-BBC4-5F87-9837-38FC315DC605}"/>
                </a:ext>
              </a:extLst>
            </p:cNvPr>
            <p:cNvSpPr>
              <a:spLocks/>
            </p:cNvSpPr>
            <p:nvPr userDrawn="1"/>
          </p:nvSpPr>
          <p:spPr bwMode="auto">
            <a:xfrm>
              <a:off x="4249" y="1824"/>
              <a:ext cx="463" cy="1720"/>
            </a:xfrm>
            <a:custGeom>
              <a:avLst/>
              <a:gdLst>
                <a:gd name="T0" fmla="*/ 232 w 463"/>
                <a:gd name="T1" fmla="*/ 116 h 1720"/>
                <a:gd name="T2" fmla="*/ 0 w 463"/>
                <a:gd name="T3" fmla="*/ 0 h 1720"/>
                <a:gd name="T4" fmla="*/ 0 w 463"/>
                <a:gd name="T5" fmla="*/ 1487 h 1720"/>
                <a:gd name="T6" fmla="*/ 463 w 463"/>
                <a:gd name="T7" fmla="*/ 1720 h 1720"/>
                <a:gd name="T8" fmla="*/ 463 w 463"/>
                <a:gd name="T9" fmla="*/ 1463 h 1720"/>
                <a:gd name="T10" fmla="*/ 232 w 463"/>
                <a:gd name="T11" fmla="*/ 1346 h 1720"/>
                <a:gd name="T12" fmla="*/ 232 w 463"/>
                <a:gd name="T13" fmla="*/ 116 h 1720"/>
              </a:gdLst>
              <a:ahLst/>
              <a:cxnLst>
                <a:cxn ang="0">
                  <a:pos x="T0" y="T1"/>
                </a:cxn>
                <a:cxn ang="0">
                  <a:pos x="T2" y="T3"/>
                </a:cxn>
                <a:cxn ang="0">
                  <a:pos x="T4" y="T5"/>
                </a:cxn>
                <a:cxn ang="0">
                  <a:pos x="T6" y="T7"/>
                </a:cxn>
                <a:cxn ang="0">
                  <a:pos x="T8" y="T9"/>
                </a:cxn>
                <a:cxn ang="0">
                  <a:pos x="T10" y="T11"/>
                </a:cxn>
                <a:cxn ang="0">
                  <a:pos x="T12" y="T13"/>
                </a:cxn>
              </a:cxnLst>
              <a:rect l="0" t="0" r="r" b="b"/>
              <a:pathLst>
                <a:path w="463" h="1720">
                  <a:moveTo>
                    <a:pt x="232" y="116"/>
                  </a:moveTo>
                  <a:lnTo>
                    <a:pt x="0" y="0"/>
                  </a:lnTo>
                  <a:lnTo>
                    <a:pt x="0" y="1487"/>
                  </a:lnTo>
                  <a:lnTo>
                    <a:pt x="463" y="1720"/>
                  </a:lnTo>
                  <a:lnTo>
                    <a:pt x="463" y="1463"/>
                  </a:lnTo>
                  <a:lnTo>
                    <a:pt x="232" y="1346"/>
                  </a:lnTo>
                  <a:lnTo>
                    <a:pt x="232" y="11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F3541"/>
                </a:solidFill>
                <a:effectLst/>
                <a:uLnTx/>
                <a:uFillTx/>
                <a:latin typeface="Verdana" panose="020B0604030504040204" pitchFamily="34" charset="0"/>
              </a:endParaRPr>
            </a:p>
          </p:txBody>
        </p:sp>
        <p:sp>
          <p:nvSpPr>
            <p:cNvPr id="18" name="Freeform 6">
              <a:extLst>
                <a:ext uri="{FF2B5EF4-FFF2-40B4-BE49-F238E27FC236}">
                  <a16:creationId xmlns:a16="http://schemas.microsoft.com/office/drawing/2014/main" id="{9EBED387-5AE5-F640-DCDC-C1247ECE5ABA}"/>
                </a:ext>
              </a:extLst>
            </p:cNvPr>
            <p:cNvSpPr>
              <a:spLocks/>
            </p:cNvSpPr>
            <p:nvPr userDrawn="1"/>
          </p:nvSpPr>
          <p:spPr bwMode="auto">
            <a:xfrm>
              <a:off x="4481" y="1683"/>
              <a:ext cx="463" cy="1720"/>
            </a:xfrm>
            <a:custGeom>
              <a:avLst/>
              <a:gdLst>
                <a:gd name="T0" fmla="*/ 231 w 463"/>
                <a:gd name="T1" fmla="*/ 1604 h 1720"/>
                <a:gd name="T2" fmla="*/ 463 w 463"/>
                <a:gd name="T3" fmla="*/ 1720 h 1720"/>
                <a:gd name="T4" fmla="*/ 463 w 463"/>
                <a:gd name="T5" fmla="*/ 233 h 1720"/>
                <a:gd name="T6" fmla="*/ 0 w 463"/>
                <a:gd name="T7" fmla="*/ 0 h 1720"/>
                <a:gd name="T8" fmla="*/ 0 w 463"/>
                <a:gd name="T9" fmla="*/ 257 h 1720"/>
                <a:gd name="T10" fmla="*/ 231 w 463"/>
                <a:gd name="T11" fmla="*/ 374 h 1720"/>
                <a:gd name="T12" fmla="*/ 231 w 463"/>
                <a:gd name="T13" fmla="*/ 1604 h 1720"/>
              </a:gdLst>
              <a:ahLst/>
              <a:cxnLst>
                <a:cxn ang="0">
                  <a:pos x="T0" y="T1"/>
                </a:cxn>
                <a:cxn ang="0">
                  <a:pos x="T2" y="T3"/>
                </a:cxn>
                <a:cxn ang="0">
                  <a:pos x="T4" y="T5"/>
                </a:cxn>
                <a:cxn ang="0">
                  <a:pos x="T6" y="T7"/>
                </a:cxn>
                <a:cxn ang="0">
                  <a:pos x="T8" y="T9"/>
                </a:cxn>
                <a:cxn ang="0">
                  <a:pos x="T10" y="T11"/>
                </a:cxn>
                <a:cxn ang="0">
                  <a:pos x="T12" y="T13"/>
                </a:cxn>
              </a:cxnLst>
              <a:rect l="0" t="0" r="r" b="b"/>
              <a:pathLst>
                <a:path w="463" h="1720">
                  <a:moveTo>
                    <a:pt x="231" y="1604"/>
                  </a:moveTo>
                  <a:lnTo>
                    <a:pt x="463" y="1720"/>
                  </a:lnTo>
                  <a:lnTo>
                    <a:pt x="463" y="233"/>
                  </a:lnTo>
                  <a:lnTo>
                    <a:pt x="0" y="0"/>
                  </a:lnTo>
                  <a:lnTo>
                    <a:pt x="0" y="257"/>
                  </a:lnTo>
                  <a:lnTo>
                    <a:pt x="231" y="374"/>
                  </a:lnTo>
                  <a:lnTo>
                    <a:pt x="231" y="1604"/>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F3541"/>
                </a:solidFill>
                <a:effectLst/>
                <a:uLnTx/>
                <a:uFillTx/>
                <a:latin typeface="Verdana" panose="020B0604030504040204" pitchFamily="34" charset="0"/>
              </a:endParaRPr>
            </a:p>
          </p:txBody>
        </p:sp>
      </p:grpSp>
      <p:sp>
        <p:nvSpPr>
          <p:cNvPr id="19" name="Title 1">
            <a:extLst>
              <a:ext uri="{FF2B5EF4-FFF2-40B4-BE49-F238E27FC236}">
                <a16:creationId xmlns:a16="http://schemas.microsoft.com/office/drawing/2014/main" id="{662FD348-5921-019C-E579-0AB39FADCE06}"/>
              </a:ext>
            </a:extLst>
          </p:cNvPr>
          <p:cNvSpPr>
            <a:spLocks noGrp="1"/>
          </p:cNvSpPr>
          <p:nvPr userDrawn="1">
            <p:ph type="title" hasCustomPrompt="1"/>
          </p:nvPr>
        </p:nvSpPr>
        <p:spPr>
          <a:xfrm>
            <a:off x="3352800" y="365125"/>
            <a:ext cx="7689243" cy="1158875"/>
          </a:xfrm>
        </p:spPr>
        <p:txBody>
          <a:bodyPr vert="horz" lIns="0" tIns="176400" rIns="0" bIns="0" rtlCol="0" anchor="t" anchorCtr="0">
            <a:normAutofit/>
          </a:bodyPr>
          <a:lstStyle>
            <a:lvl1pPr>
              <a:defRPr lang="en-US" dirty="0"/>
            </a:lvl1pPr>
          </a:lstStyle>
          <a:p>
            <a:pPr marL="0" lvl="0"/>
            <a:r>
              <a:rPr lang="en-US"/>
              <a:t>Click to Add Title, Use Font Size 28, Title Case</a:t>
            </a:r>
          </a:p>
        </p:txBody>
      </p:sp>
      <p:sp>
        <p:nvSpPr>
          <p:cNvPr id="9" name="Freeform: Shape 8">
            <a:extLst>
              <a:ext uri="{FF2B5EF4-FFF2-40B4-BE49-F238E27FC236}">
                <a16:creationId xmlns:a16="http://schemas.microsoft.com/office/drawing/2014/main" id="{83750CB7-6314-A457-19CE-912D2D8CAD69}"/>
              </a:ext>
              <a:ext uri="{C183D7F6-B498-43B3-948B-1728B52AA6E4}">
                <adec:decorative xmlns:adec="http://schemas.microsoft.com/office/drawing/2017/decorative" val="1"/>
              </a:ext>
            </a:extLst>
          </p:cNvPr>
          <p:cNvSpPr>
            <a:spLocks noChangeAspect="1"/>
          </p:cNvSpPr>
          <p:nvPr userDrawn="1"/>
        </p:nvSpPr>
        <p:spPr>
          <a:xfrm>
            <a:off x="0" y="-278092"/>
            <a:ext cx="2254111" cy="6564592"/>
          </a:xfrm>
          <a:custGeom>
            <a:avLst/>
            <a:gdLst>
              <a:gd name="connsiteX0" fmla="*/ 0 w 2254111"/>
              <a:gd name="connsiteY0" fmla="*/ 0 h 6564592"/>
              <a:gd name="connsiteX1" fmla="*/ 2254111 w 2254111"/>
              <a:gd name="connsiteY1" fmla="*/ 1118498 h 6564592"/>
              <a:gd name="connsiteX2" fmla="*/ 2254111 w 2254111"/>
              <a:gd name="connsiteY2" fmla="*/ 1168711 h 6564592"/>
              <a:gd name="connsiteX3" fmla="*/ 2254111 w 2254111"/>
              <a:gd name="connsiteY3" fmla="*/ 1315217 h 6564592"/>
              <a:gd name="connsiteX4" fmla="*/ 2254111 w 2254111"/>
              <a:gd name="connsiteY4" fmla="*/ 1333811 h 6564592"/>
              <a:gd name="connsiteX5" fmla="*/ 2254111 w 2254111"/>
              <a:gd name="connsiteY5" fmla="*/ 1480317 h 6564592"/>
              <a:gd name="connsiteX6" fmla="*/ 2254111 w 2254111"/>
              <a:gd name="connsiteY6" fmla="*/ 6202773 h 6564592"/>
              <a:gd name="connsiteX7" fmla="*/ 2254111 w 2254111"/>
              <a:gd name="connsiteY7" fmla="*/ 6349279 h 6564592"/>
              <a:gd name="connsiteX8" fmla="*/ 2254111 w 2254111"/>
              <a:gd name="connsiteY8" fmla="*/ 6367873 h 6564592"/>
              <a:gd name="connsiteX9" fmla="*/ 2254111 w 2254111"/>
              <a:gd name="connsiteY9" fmla="*/ 6514379 h 6564592"/>
              <a:gd name="connsiteX10" fmla="*/ 2254111 w 2254111"/>
              <a:gd name="connsiteY10" fmla="*/ 6564592 h 6564592"/>
              <a:gd name="connsiteX11" fmla="*/ 0 w 2254111"/>
              <a:gd name="connsiteY11" fmla="*/ 5446096 h 6564592"/>
              <a:gd name="connsiteX12" fmla="*/ 0 w 2254111"/>
              <a:gd name="connsiteY12" fmla="*/ 5395882 h 6564592"/>
              <a:gd name="connsiteX13" fmla="*/ 0 w 2254111"/>
              <a:gd name="connsiteY13" fmla="*/ 5249376 h 6564592"/>
              <a:gd name="connsiteX14" fmla="*/ 0 w 2254111"/>
              <a:gd name="connsiteY14" fmla="*/ 5230782 h 6564592"/>
              <a:gd name="connsiteX15" fmla="*/ 0 w 2254111"/>
              <a:gd name="connsiteY15" fmla="*/ 5084276 h 6564592"/>
              <a:gd name="connsiteX16" fmla="*/ 0 w 2254111"/>
              <a:gd name="connsiteY16" fmla="*/ 361820 h 6564592"/>
              <a:gd name="connsiteX17" fmla="*/ 0 w 2254111"/>
              <a:gd name="connsiteY17" fmla="*/ 215314 h 6564592"/>
              <a:gd name="connsiteX18" fmla="*/ 0 w 2254111"/>
              <a:gd name="connsiteY18" fmla="*/ 196720 h 6564592"/>
              <a:gd name="connsiteX19" fmla="*/ 0 w 2254111"/>
              <a:gd name="connsiteY19" fmla="*/ 50214 h 6564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254111" h="6564592">
                <a:moveTo>
                  <a:pt x="0" y="0"/>
                </a:moveTo>
                <a:lnTo>
                  <a:pt x="2254111" y="1118498"/>
                </a:lnTo>
                <a:lnTo>
                  <a:pt x="2254111" y="1168711"/>
                </a:lnTo>
                <a:lnTo>
                  <a:pt x="2254111" y="1315217"/>
                </a:lnTo>
                <a:lnTo>
                  <a:pt x="2254111" y="1333811"/>
                </a:lnTo>
                <a:lnTo>
                  <a:pt x="2254111" y="1480317"/>
                </a:lnTo>
                <a:lnTo>
                  <a:pt x="2254111" y="6202773"/>
                </a:lnTo>
                <a:lnTo>
                  <a:pt x="2254111" y="6349279"/>
                </a:lnTo>
                <a:lnTo>
                  <a:pt x="2254111" y="6367873"/>
                </a:lnTo>
                <a:lnTo>
                  <a:pt x="2254111" y="6514379"/>
                </a:lnTo>
                <a:lnTo>
                  <a:pt x="2254111" y="6564592"/>
                </a:lnTo>
                <a:lnTo>
                  <a:pt x="0" y="5446096"/>
                </a:lnTo>
                <a:lnTo>
                  <a:pt x="0" y="5395882"/>
                </a:lnTo>
                <a:lnTo>
                  <a:pt x="0" y="5249376"/>
                </a:lnTo>
                <a:lnTo>
                  <a:pt x="0" y="5230782"/>
                </a:lnTo>
                <a:lnTo>
                  <a:pt x="0" y="5084276"/>
                </a:lnTo>
                <a:lnTo>
                  <a:pt x="0" y="361820"/>
                </a:lnTo>
                <a:lnTo>
                  <a:pt x="0" y="215314"/>
                </a:lnTo>
                <a:lnTo>
                  <a:pt x="0" y="196720"/>
                </a:lnTo>
                <a:lnTo>
                  <a:pt x="0" y="50214"/>
                </a:lnTo>
                <a:close/>
              </a:path>
            </a:pathLst>
          </a:custGeom>
          <a:gradFill flip="none" rotWithShape="1">
            <a:gsLst>
              <a:gs pos="49500">
                <a:srgbClr val="92C0E9">
                  <a:lumMod val="95000"/>
                  <a:alpha val="66000"/>
                </a:srgbClr>
              </a:gs>
              <a:gs pos="0">
                <a:srgbClr val="00B2A9">
                  <a:alpha val="47000"/>
                </a:srgbClr>
              </a:gs>
              <a:gs pos="100000">
                <a:srgbClr val="C5B4E2">
                  <a:alpha val="70000"/>
                </a:srgbClr>
              </a:gs>
            </a:gsLst>
            <a:lin ang="18900000" scaled="1"/>
            <a:tileRect/>
          </a:gradFill>
          <a:ln w="19050" cap="flat">
            <a:gradFill flip="none" rotWithShape="1">
              <a:gsLst>
                <a:gs pos="27000">
                  <a:srgbClr val="00B2A9"/>
                </a:gs>
                <a:gs pos="100000">
                  <a:srgbClr val="C5B4E2"/>
                </a:gs>
                <a:gs pos="0">
                  <a:srgbClr val="006990"/>
                </a:gs>
              </a:gsLst>
              <a:lin ang="5400000" scaled="1"/>
              <a:tileRect/>
            </a:gradFill>
            <a:prstDash val="solid"/>
            <a:miter/>
          </a:ln>
          <a:effectLst>
            <a:outerShdw blurRad="190500" algn="ctr" rotWithShape="0">
              <a:prstClr val="black">
                <a:alpha val="25000"/>
              </a:prstClr>
            </a:outerShdw>
          </a:effectLst>
        </p:spPr>
        <p:txBody>
          <a:bodyPr wrap="square" rtlCol="0" anchor="ctr">
            <a:noAutofit/>
          </a:bodyPr>
          <a:lstStyle/>
          <a:p>
            <a:pPr defTabSz="2665918">
              <a:spcBef>
                <a:spcPts val="2918"/>
              </a:spcBef>
              <a:buClr>
                <a:srgbClr val="F2F2F2"/>
              </a:buClr>
            </a:pPr>
            <a:endParaRPr lang="en-US" sz="9457" kern="0">
              <a:solidFill>
                <a:srgbClr val="FFFFFF"/>
              </a:solidFill>
              <a:latin typeface="Verdana" panose="020B0604030504040204" pitchFamily="34" charset="0"/>
            </a:endParaRPr>
          </a:p>
        </p:txBody>
      </p:sp>
      <p:sp>
        <p:nvSpPr>
          <p:cNvPr id="2" name="Footer Placeholder 5">
            <a:extLst>
              <a:ext uri="{FF2B5EF4-FFF2-40B4-BE49-F238E27FC236}">
                <a16:creationId xmlns:a16="http://schemas.microsoft.com/office/drawing/2014/main" id="{8DCE63EE-403F-BC41-72F4-9D7592B08A40}"/>
              </a:ext>
            </a:extLst>
          </p:cNvPr>
          <p:cNvSpPr>
            <a:spLocks noGrp="1"/>
          </p:cNvSpPr>
          <p:nvPr>
            <p:ph type="ftr" sz="quarter" idx="11"/>
          </p:nvPr>
        </p:nvSpPr>
        <p:spPr>
          <a:xfrm>
            <a:off x="539749" y="6492925"/>
            <a:ext cx="8302626" cy="153888"/>
          </a:xfrm>
        </p:spPr>
        <p:txBody>
          <a:bodyPr/>
          <a:lstStyle/>
          <a:p>
            <a:pPr>
              <a:buClr>
                <a:schemeClr val="tx2"/>
              </a:buClr>
              <a:buSzPct val="120000"/>
              <a:buFont typeface="Verdana" panose="020F0502020204030204" pitchFamily="34" charset="0"/>
              <a:buNone/>
            </a:pPr>
            <a:endParaRPr lang="en-US"/>
          </a:p>
        </p:txBody>
      </p:sp>
      <p:sp>
        <p:nvSpPr>
          <p:cNvPr id="12" name="Freeform: Shape 11">
            <a:extLst>
              <a:ext uri="{FF2B5EF4-FFF2-40B4-BE49-F238E27FC236}">
                <a16:creationId xmlns:a16="http://schemas.microsoft.com/office/drawing/2014/main" id="{44EA1182-B655-D7C5-2E7D-384675E692A4}"/>
              </a:ext>
              <a:ext uri="{C183D7F6-B498-43B3-948B-1728B52AA6E4}">
                <adec:decorative xmlns:adec="http://schemas.microsoft.com/office/drawing/2017/decorative" val="1"/>
              </a:ext>
            </a:extLst>
          </p:cNvPr>
          <p:cNvSpPr>
            <a:spLocks noChangeAspect="1"/>
          </p:cNvSpPr>
          <p:nvPr userDrawn="1"/>
        </p:nvSpPr>
        <p:spPr>
          <a:xfrm>
            <a:off x="409575" y="2619375"/>
            <a:ext cx="2254111" cy="5607629"/>
          </a:xfrm>
          <a:custGeom>
            <a:avLst/>
            <a:gdLst>
              <a:gd name="connsiteX0" fmla="*/ 0 w 2254111"/>
              <a:gd name="connsiteY0" fmla="*/ 0 h 5607629"/>
              <a:gd name="connsiteX1" fmla="*/ 2254111 w 2254111"/>
              <a:gd name="connsiteY1" fmla="*/ 1118498 h 5607629"/>
              <a:gd name="connsiteX2" fmla="*/ 2254111 w 2254111"/>
              <a:gd name="connsiteY2" fmla="*/ 1480317 h 5607629"/>
              <a:gd name="connsiteX3" fmla="*/ 2254111 w 2254111"/>
              <a:gd name="connsiteY3" fmla="*/ 5245810 h 5607629"/>
              <a:gd name="connsiteX4" fmla="*/ 2254111 w 2254111"/>
              <a:gd name="connsiteY4" fmla="*/ 5607629 h 5607629"/>
              <a:gd name="connsiteX5" fmla="*/ 0 w 2254111"/>
              <a:gd name="connsiteY5" fmla="*/ 4489133 h 5607629"/>
              <a:gd name="connsiteX6" fmla="*/ 0 w 2254111"/>
              <a:gd name="connsiteY6" fmla="*/ 4127313 h 5607629"/>
              <a:gd name="connsiteX7" fmla="*/ 0 w 2254111"/>
              <a:gd name="connsiteY7" fmla="*/ 361820 h 5607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54111" h="5607629">
                <a:moveTo>
                  <a:pt x="0" y="0"/>
                </a:moveTo>
                <a:lnTo>
                  <a:pt x="2254111" y="1118498"/>
                </a:lnTo>
                <a:lnTo>
                  <a:pt x="2254111" y="1480317"/>
                </a:lnTo>
                <a:lnTo>
                  <a:pt x="2254111" y="5245810"/>
                </a:lnTo>
                <a:lnTo>
                  <a:pt x="2254111" y="5607629"/>
                </a:lnTo>
                <a:lnTo>
                  <a:pt x="0" y="4489133"/>
                </a:lnTo>
                <a:lnTo>
                  <a:pt x="0" y="4127313"/>
                </a:lnTo>
                <a:lnTo>
                  <a:pt x="0" y="361820"/>
                </a:lnTo>
                <a:close/>
              </a:path>
            </a:pathLst>
          </a:custGeom>
          <a:noFill/>
          <a:ln w="19050" cap="flat">
            <a:gradFill flip="none" rotWithShape="1">
              <a:gsLst>
                <a:gs pos="15000">
                  <a:srgbClr val="D8E8F7">
                    <a:alpha val="26000"/>
                    <a:lumMod val="89000"/>
                  </a:srgbClr>
                </a:gs>
                <a:gs pos="59600">
                  <a:srgbClr val="92C0E9">
                    <a:alpha val="50000"/>
                  </a:srgbClr>
                </a:gs>
                <a:gs pos="0">
                  <a:srgbClr val="FFFFFF">
                    <a:alpha val="80000"/>
                  </a:srgbClr>
                </a:gs>
                <a:gs pos="100000">
                  <a:srgbClr val="2F2A95">
                    <a:alpha val="6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lvl="0" defTabSz="2665918">
              <a:lnSpc>
                <a:spcPct val="90000"/>
              </a:lnSpc>
              <a:spcBef>
                <a:spcPts val="2918"/>
              </a:spcBef>
              <a:buClr>
                <a:srgbClr val="F2F2F2"/>
              </a:buClr>
              <a:buSzPct val="120000"/>
            </a:pPr>
            <a:endParaRPr lang="en-US" sz="9457" kern="0">
              <a:solidFill>
                <a:srgbClr val="FFFFFF"/>
              </a:solidFill>
              <a:latin typeface="Verdana" panose="020B0604030504040204" pitchFamily="34" charset="0"/>
            </a:endParaRPr>
          </a:p>
        </p:txBody>
      </p:sp>
    </p:spTree>
    <p:extLst>
      <p:ext uri="{BB962C8B-B14F-4D97-AF65-F5344CB8AC3E}">
        <p14:creationId xmlns:p14="http://schemas.microsoft.com/office/powerpoint/2010/main" val="22540193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52693B-C87B-579E-9804-888003BD2547}"/>
              </a:ext>
            </a:extLst>
          </p:cNvPr>
          <p:cNvSpPr>
            <a:spLocks noGrp="1"/>
          </p:cNvSpPr>
          <p:nvPr>
            <p:ph type="title" hasCustomPrompt="1"/>
          </p:nvPr>
        </p:nvSpPr>
        <p:spPr>
          <a:xfrm>
            <a:off x="546100" y="365125"/>
            <a:ext cx="10495943" cy="777875"/>
          </a:xfrm>
        </p:spPr>
        <p:txBody>
          <a:bodyPr vert="horz" lIns="0" tIns="176400" rIns="0" bIns="0" rtlCol="0" anchor="t" anchorCtr="0">
            <a:normAutofit/>
          </a:bodyPr>
          <a:lstStyle>
            <a:lvl1pPr>
              <a:defRPr lang="en-US" dirty="0"/>
            </a:lvl1pPr>
          </a:lstStyle>
          <a:p>
            <a:pPr marL="0" lvl="0"/>
            <a:r>
              <a:rPr lang="en-US"/>
              <a:t>Click to Add Title, Use Font Size 28, Title Case</a:t>
            </a:r>
          </a:p>
        </p:txBody>
      </p:sp>
      <p:sp>
        <p:nvSpPr>
          <p:cNvPr id="4" name="Text Placeholder 3">
            <a:extLst>
              <a:ext uri="{FF2B5EF4-FFF2-40B4-BE49-F238E27FC236}">
                <a16:creationId xmlns:a16="http://schemas.microsoft.com/office/drawing/2014/main" id="{A445236C-6934-9C66-504A-8F0B460FD0D2}"/>
              </a:ext>
            </a:extLst>
          </p:cNvPr>
          <p:cNvSpPr>
            <a:spLocks noGrp="1"/>
          </p:cNvSpPr>
          <p:nvPr>
            <p:ph type="body" sz="half" idx="2" hasCustomPrompt="1"/>
          </p:nvPr>
        </p:nvSpPr>
        <p:spPr>
          <a:xfrm>
            <a:off x="546100" y="1524000"/>
            <a:ext cx="5486400" cy="4762500"/>
          </a:xfrm>
        </p:spPr>
        <p:txBody>
          <a:bodyPr lIns="0" tIns="0" rIns="0" bIns="0"/>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text. Please ensure content remains within the text box. Placeholder text will not show in presentations unless edited.</a:t>
            </a:r>
          </a:p>
        </p:txBody>
      </p:sp>
      <p:sp>
        <p:nvSpPr>
          <p:cNvPr id="3" name="Content Placeholder 2">
            <a:extLst>
              <a:ext uri="{FF2B5EF4-FFF2-40B4-BE49-F238E27FC236}">
                <a16:creationId xmlns:a16="http://schemas.microsoft.com/office/drawing/2014/main" id="{3CB819E9-01B5-8DB8-17BD-128C735F74AD}"/>
              </a:ext>
            </a:extLst>
          </p:cNvPr>
          <p:cNvSpPr>
            <a:spLocks noGrp="1"/>
          </p:cNvSpPr>
          <p:nvPr>
            <p:ph idx="1" hasCustomPrompt="1"/>
          </p:nvPr>
        </p:nvSpPr>
        <p:spPr>
          <a:xfrm>
            <a:off x="6159500" y="1524000"/>
            <a:ext cx="5486400" cy="4762500"/>
          </a:xfrm>
        </p:spPr>
        <p:txBody>
          <a:bodyPr lIns="0" tIns="0" rIns="0" bIns="0">
            <a:normAutofit/>
          </a:bodyPr>
          <a:lstStyle>
            <a:lvl1pPr>
              <a:defRPr sz="1800"/>
            </a:lvl1pPr>
            <a:lvl2pPr>
              <a:defRPr sz="1400"/>
            </a:lvl2pPr>
            <a:lvl3pPr>
              <a:defRPr sz="1200"/>
            </a:lvl3pPr>
            <a:lvl4pPr>
              <a:defRPr sz="1100"/>
            </a:lvl4pPr>
            <a:lvl5pPr>
              <a:defRPr sz="1100"/>
            </a:lvl5pPr>
            <a:lvl6pPr>
              <a:defRPr sz="2000"/>
            </a:lvl6pPr>
            <a:lvl7pPr>
              <a:defRPr sz="2000"/>
            </a:lvl7pPr>
            <a:lvl8pPr>
              <a:defRPr sz="2000"/>
            </a:lvl8pPr>
            <a:lvl9pPr>
              <a:defRPr sz="2000"/>
            </a:lvl9pPr>
          </a:lstStyle>
          <a:p>
            <a:pPr lvl="0"/>
            <a:r>
              <a:rPr lang="en-US"/>
              <a:t>Click to add content. If you’re pasting from another location, please right-click and select the ‘Keep Text Only’ option.</a:t>
            </a:r>
          </a:p>
        </p:txBody>
      </p:sp>
      <p:sp>
        <p:nvSpPr>
          <p:cNvPr id="6" name="Footer Placeholder 5">
            <a:extLst>
              <a:ext uri="{FF2B5EF4-FFF2-40B4-BE49-F238E27FC236}">
                <a16:creationId xmlns:a16="http://schemas.microsoft.com/office/drawing/2014/main" id="{F0F92463-E3CA-957F-6112-5C9C3E83F545}"/>
              </a:ext>
            </a:extLst>
          </p:cNvPr>
          <p:cNvSpPr>
            <a:spLocks noGrp="1"/>
          </p:cNvSpPr>
          <p:nvPr>
            <p:ph type="ftr" sz="quarter" idx="11"/>
          </p:nvPr>
        </p:nvSpPr>
        <p:spPr/>
        <p:txBody>
          <a:bodyPr/>
          <a:lstStyle/>
          <a:p>
            <a:pPr>
              <a:buClr>
                <a:schemeClr val="tx2"/>
              </a:buClr>
              <a:buSzPct val="120000"/>
              <a:buFont typeface="Verdana" panose="020F0502020204030204" pitchFamily="34" charset="0"/>
              <a:buNone/>
            </a:pPr>
            <a:endParaRPr lang="en-US"/>
          </a:p>
        </p:txBody>
      </p:sp>
      <p:sp>
        <p:nvSpPr>
          <p:cNvPr id="5" name="Date Placeholder 4">
            <a:extLst>
              <a:ext uri="{FF2B5EF4-FFF2-40B4-BE49-F238E27FC236}">
                <a16:creationId xmlns:a16="http://schemas.microsoft.com/office/drawing/2014/main" id="{5B789AB0-EAEB-3767-BC49-60F999D452AC}"/>
              </a:ext>
            </a:extLst>
          </p:cNvPr>
          <p:cNvSpPr>
            <a:spLocks noGrp="1"/>
          </p:cNvSpPr>
          <p:nvPr>
            <p:ph type="dt" sz="half" idx="10"/>
          </p:nvPr>
        </p:nvSpPr>
        <p:spPr/>
        <p:txBody>
          <a:bodyPr/>
          <a:lstStyle/>
          <a:p>
            <a:pPr algn="r">
              <a:buClr>
                <a:schemeClr val="tx2"/>
              </a:buClr>
              <a:buSzPct val="120000"/>
              <a:buFont typeface="Verdana" panose="020F0502020204030204" pitchFamily="34" charset="0"/>
              <a:buNone/>
            </a:pPr>
            <a:fld id="{7E41EA80-3ECC-4E9E-BDED-596FA76E9088}" type="datetimeFigureOut">
              <a:rPr lang="en-US" smtClean="0"/>
              <a:pPr algn="r">
                <a:buClr>
                  <a:schemeClr val="tx2"/>
                </a:buClr>
                <a:buSzPct val="120000"/>
                <a:buFont typeface="Verdana" panose="020F0502020204030204" pitchFamily="34" charset="0"/>
                <a:buNone/>
              </a:pPr>
              <a:t>1/14/2026</a:t>
            </a:fld>
            <a:endParaRPr lang="en-US"/>
          </a:p>
        </p:txBody>
      </p:sp>
      <p:sp>
        <p:nvSpPr>
          <p:cNvPr id="7" name="Slide Number Placeholder 6">
            <a:extLst>
              <a:ext uri="{FF2B5EF4-FFF2-40B4-BE49-F238E27FC236}">
                <a16:creationId xmlns:a16="http://schemas.microsoft.com/office/drawing/2014/main" id="{5295D070-2586-23C5-26E6-E3FA7318E5D3}"/>
              </a:ext>
            </a:extLst>
          </p:cNvPr>
          <p:cNvSpPr>
            <a:spLocks noGrp="1"/>
          </p:cNvSpPr>
          <p:nvPr>
            <p:ph type="sldNum" sz="quarter" idx="12"/>
          </p:nvPr>
        </p:nvSpPr>
        <p:spPr/>
        <p:txBody>
          <a:bodyPr vert="horz" wrap="square" lIns="0" tIns="0" rIns="0" bIns="0" rtlCol="0" anchor="b" anchorCtr="0">
            <a:spAutoFit/>
          </a:bodyPr>
          <a:lstStyle>
            <a:lvl1pPr>
              <a:defRPr lang="en-GB" smtClean="0"/>
            </a:lvl1pPr>
          </a:lstStyle>
          <a:p>
            <a:pPr>
              <a:buClr>
                <a:schemeClr val="tx2"/>
              </a:buClr>
              <a:buSzPct val="120000"/>
              <a:buFont typeface="Verdana" panose="020F0502020204030204" pitchFamily="34" charset="0"/>
              <a:buNone/>
            </a:pPr>
            <a:fld id="{68C08D16-C227-489D-8B10-B6EE065660A6}" type="slidenum">
              <a:rPr lang="en-GB" smtClean="0"/>
              <a:pPr>
                <a:buClr>
                  <a:schemeClr val="tx2"/>
                </a:buClr>
                <a:buSzPct val="120000"/>
                <a:buFont typeface="Verdana" panose="020F0502020204030204" pitchFamily="34" charset="0"/>
                <a:buNone/>
              </a:pPr>
              <a:t>‹#›</a:t>
            </a:fld>
            <a:endParaRPr lang="en-GB"/>
          </a:p>
        </p:txBody>
      </p:sp>
      <p:grpSp>
        <p:nvGrpSpPr>
          <p:cNvPr id="12" name="Group 4">
            <a:extLst>
              <a:ext uri="{FF2B5EF4-FFF2-40B4-BE49-F238E27FC236}">
                <a16:creationId xmlns:a16="http://schemas.microsoft.com/office/drawing/2014/main" id="{CC8E8BFF-8BC3-159C-CB63-CCB6BA27A106}"/>
              </a:ext>
              <a:ext uri="{C183D7F6-B498-43B3-948B-1728B52AA6E4}">
                <adec:decorative xmlns:adec="http://schemas.microsoft.com/office/drawing/2017/decorative" val="1"/>
              </a:ext>
            </a:extLst>
          </p:cNvPr>
          <p:cNvGrpSpPr>
            <a:grpSpLocks noChangeAspect="1"/>
          </p:cNvGrpSpPr>
          <p:nvPr userDrawn="1"/>
        </p:nvGrpSpPr>
        <p:grpSpPr bwMode="auto">
          <a:xfrm>
            <a:off x="11430001" y="476250"/>
            <a:ext cx="213430" cy="571500"/>
            <a:chOff x="4249" y="1683"/>
            <a:chExt cx="695" cy="1861"/>
          </a:xfrm>
          <a:solidFill>
            <a:schemeClr val="tx1"/>
          </a:solidFill>
        </p:grpSpPr>
        <p:sp>
          <p:nvSpPr>
            <p:cNvPr id="13" name="Freeform 5">
              <a:extLst>
                <a:ext uri="{FF2B5EF4-FFF2-40B4-BE49-F238E27FC236}">
                  <a16:creationId xmlns:a16="http://schemas.microsoft.com/office/drawing/2014/main" id="{2F6C3600-11E2-A516-9631-F9CE08E70EF2}"/>
                </a:ext>
              </a:extLst>
            </p:cNvPr>
            <p:cNvSpPr>
              <a:spLocks/>
            </p:cNvSpPr>
            <p:nvPr userDrawn="1"/>
          </p:nvSpPr>
          <p:spPr bwMode="auto">
            <a:xfrm>
              <a:off x="4249" y="1824"/>
              <a:ext cx="463" cy="1720"/>
            </a:xfrm>
            <a:custGeom>
              <a:avLst/>
              <a:gdLst>
                <a:gd name="T0" fmla="*/ 232 w 463"/>
                <a:gd name="T1" fmla="*/ 116 h 1720"/>
                <a:gd name="T2" fmla="*/ 0 w 463"/>
                <a:gd name="T3" fmla="*/ 0 h 1720"/>
                <a:gd name="T4" fmla="*/ 0 w 463"/>
                <a:gd name="T5" fmla="*/ 1487 h 1720"/>
                <a:gd name="T6" fmla="*/ 463 w 463"/>
                <a:gd name="T7" fmla="*/ 1720 h 1720"/>
                <a:gd name="T8" fmla="*/ 463 w 463"/>
                <a:gd name="T9" fmla="*/ 1463 h 1720"/>
                <a:gd name="T10" fmla="*/ 232 w 463"/>
                <a:gd name="T11" fmla="*/ 1346 h 1720"/>
                <a:gd name="T12" fmla="*/ 232 w 463"/>
                <a:gd name="T13" fmla="*/ 116 h 1720"/>
              </a:gdLst>
              <a:ahLst/>
              <a:cxnLst>
                <a:cxn ang="0">
                  <a:pos x="T0" y="T1"/>
                </a:cxn>
                <a:cxn ang="0">
                  <a:pos x="T2" y="T3"/>
                </a:cxn>
                <a:cxn ang="0">
                  <a:pos x="T4" y="T5"/>
                </a:cxn>
                <a:cxn ang="0">
                  <a:pos x="T6" y="T7"/>
                </a:cxn>
                <a:cxn ang="0">
                  <a:pos x="T8" y="T9"/>
                </a:cxn>
                <a:cxn ang="0">
                  <a:pos x="T10" y="T11"/>
                </a:cxn>
                <a:cxn ang="0">
                  <a:pos x="T12" y="T13"/>
                </a:cxn>
              </a:cxnLst>
              <a:rect l="0" t="0" r="r" b="b"/>
              <a:pathLst>
                <a:path w="463" h="1720">
                  <a:moveTo>
                    <a:pt x="232" y="116"/>
                  </a:moveTo>
                  <a:lnTo>
                    <a:pt x="0" y="0"/>
                  </a:lnTo>
                  <a:lnTo>
                    <a:pt x="0" y="1487"/>
                  </a:lnTo>
                  <a:lnTo>
                    <a:pt x="463" y="1720"/>
                  </a:lnTo>
                  <a:lnTo>
                    <a:pt x="463" y="1463"/>
                  </a:lnTo>
                  <a:lnTo>
                    <a:pt x="232" y="1346"/>
                  </a:lnTo>
                  <a:lnTo>
                    <a:pt x="232" y="11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F3541"/>
                </a:solidFill>
                <a:effectLst/>
                <a:uLnTx/>
                <a:uFillTx/>
                <a:latin typeface="Verdana" panose="020B0604030504040204" pitchFamily="34" charset="0"/>
              </a:endParaRPr>
            </a:p>
          </p:txBody>
        </p:sp>
        <p:sp>
          <p:nvSpPr>
            <p:cNvPr id="14" name="Freeform 6">
              <a:extLst>
                <a:ext uri="{FF2B5EF4-FFF2-40B4-BE49-F238E27FC236}">
                  <a16:creationId xmlns:a16="http://schemas.microsoft.com/office/drawing/2014/main" id="{5FCADADE-630C-988E-4352-B1E904FD3034}"/>
                </a:ext>
              </a:extLst>
            </p:cNvPr>
            <p:cNvSpPr>
              <a:spLocks/>
            </p:cNvSpPr>
            <p:nvPr userDrawn="1"/>
          </p:nvSpPr>
          <p:spPr bwMode="auto">
            <a:xfrm>
              <a:off x="4481" y="1683"/>
              <a:ext cx="463" cy="1720"/>
            </a:xfrm>
            <a:custGeom>
              <a:avLst/>
              <a:gdLst>
                <a:gd name="T0" fmla="*/ 231 w 463"/>
                <a:gd name="T1" fmla="*/ 1604 h 1720"/>
                <a:gd name="T2" fmla="*/ 463 w 463"/>
                <a:gd name="T3" fmla="*/ 1720 h 1720"/>
                <a:gd name="T4" fmla="*/ 463 w 463"/>
                <a:gd name="T5" fmla="*/ 233 h 1720"/>
                <a:gd name="T6" fmla="*/ 0 w 463"/>
                <a:gd name="T7" fmla="*/ 0 h 1720"/>
                <a:gd name="T8" fmla="*/ 0 w 463"/>
                <a:gd name="T9" fmla="*/ 257 h 1720"/>
                <a:gd name="T10" fmla="*/ 231 w 463"/>
                <a:gd name="T11" fmla="*/ 374 h 1720"/>
                <a:gd name="T12" fmla="*/ 231 w 463"/>
                <a:gd name="T13" fmla="*/ 1604 h 1720"/>
              </a:gdLst>
              <a:ahLst/>
              <a:cxnLst>
                <a:cxn ang="0">
                  <a:pos x="T0" y="T1"/>
                </a:cxn>
                <a:cxn ang="0">
                  <a:pos x="T2" y="T3"/>
                </a:cxn>
                <a:cxn ang="0">
                  <a:pos x="T4" y="T5"/>
                </a:cxn>
                <a:cxn ang="0">
                  <a:pos x="T6" y="T7"/>
                </a:cxn>
                <a:cxn ang="0">
                  <a:pos x="T8" y="T9"/>
                </a:cxn>
                <a:cxn ang="0">
                  <a:pos x="T10" y="T11"/>
                </a:cxn>
                <a:cxn ang="0">
                  <a:pos x="T12" y="T13"/>
                </a:cxn>
              </a:cxnLst>
              <a:rect l="0" t="0" r="r" b="b"/>
              <a:pathLst>
                <a:path w="463" h="1720">
                  <a:moveTo>
                    <a:pt x="231" y="1604"/>
                  </a:moveTo>
                  <a:lnTo>
                    <a:pt x="463" y="1720"/>
                  </a:lnTo>
                  <a:lnTo>
                    <a:pt x="463" y="233"/>
                  </a:lnTo>
                  <a:lnTo>
                    <a:pt x="0" y="0"/>
                  </a:lnTo>
                  <a:lnTo>
                    <a:pt x="0" y="257"/>
                  </a:lnTo>
                  <a:lnTo>
                    <a:pt x="231" y="374"/>
                  </a:lnTo>
                  <a:lnTo>
                    <a:pt x="231" y="1604"/>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F3541"/>
                </a:solidFill>
                <a:effectLst/>
                <a:uLnTx/>
                <a:uFillTx/>
                <a:latin typeface="Verdana" panose="020B0604030504040204" pitchFamily="34" charset="0"/>
              </a:endParaRPr>
            </a:p>
          </p:txBody>
        </p:sp>
      </p:grpSp>
    </p:spTree>
    <p:extLst>
      <p:ext uri="{BB962C8B-B14F-4D97-AF65-F5344CB8AC3E}">
        <p14:creationId xmlns:p14="http://schemas.microsoft.com/office/powerpoint/2010/main" val="12935246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4E62BD-4213-CC26-037F-124C93A003AB}"/>
              </a:ext>
            </a:extLst>
          </p:cNvPr>
          <p:cNvSpPr>
            <a:spLocks noGrp="1"/>
          </p:cNvSpPr>
          <p:nvPr>
            <p:ph type="title" hasCustomPrompt="1"/>
          </p:nvPr>
        </p:nvSpPr>
        <p:spPr>
          <a:xfrm>
            <a:off x="546100" y="365125"/>
            <a:ext cx="10495943" cy="777875"/>
          </a:xfrm>
        </p:spPr>
        <p:txBody>
          <a:bodyPr vert="horz" lIns="0" tIns="176400" rIns="0" bIns="0" rtlCol="0" anchor="t" anchorCtr="0">
            <a:normAutofit/>
          </a:bodyPr>
          <a:lstStyle>
            <a:lvl1pPr>
              <a:defRPr lang="en-US"/>
            </a:lvl1pPr>
          </a:lstStyle>
          <a:p>
            <a:pPr marL="0" lvl="0"/>
            <a:r>
              <a:rPr lang="en-US"/>
              <a:t>Click to Add Title, Use Font Size 28, Title Case</a:t>
            </a:r>
          </a:p>
        </p:txBody>
      </p:sp>
      <p:sp>
        <p:nvSpPr>
          <p:cNvPr id="4" name="Text Placeholder 3">
            <a:extLst>
              <a:ext uri="{FF2B5EF4-FFF2-40B4-BE49-F238E27FC236}">
                <a16:creationId xmlns:a16="http://schemas.microsoft.com/office/drawing/2014/main" id="{4DEF869D-DF7B-2703-9E04-157257D37C96}"/>
              </a:ext>
            </a:extLst>
          </p:cNvPr>
          <p:cNvSpPr>
            <a:spLocks noGrp="1"/>
          </p:cNvSpPr>
          <p:nvPr>
            <p:ph type="body" sz="half" idx="2" hasCustomPrompt="1"/>
          </p:nvPr>
        </p:nvSpPr>
        <p:spPr>
          <a:xfrm>
            <a:off x="546100" y="1524000"/>
            <a:ext cx="5486400" cy="4762500"/>
          </a:xfrm>
        </p:spPr>
        <p:txBody>
          <a:bodyPr lIns="0" tIns="0" rIns="0" bIns="0"/>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text. Please ensure content remains within the text box. Placeholder text will not show in presentations unless edited.</a:t>
            </a:r>
          </a:p>
        </p:txBody>
      </p:sp>
      <p:sp>
        <p:nvSpPr>
          <p:cNvPr id="9" name="Picture Placeholder 8">
            <a:extLst>
              <a:ext uri="{FF2B5EF4-FFF2-40B4-BE49-F238E27FC236}">
                <a16:creationId xmlns:a16="http://schemas.microsoft.com/office/drawing/2014/main" id="{EF1DC0CC-6F94-0E17-FE23-A3FBB5C11849}"/>
              </a:ext>
            </a:extLst>
          </p:cNvPr>
          <p:cNvSpPr>
            <a:spLocks noGrp="1"/>
          </p:cNvSpPr>
          <p:nvPr>
            <p:ph type="pic" sz="quarter" idx="10" hasCustomPrompt="1"/>
          </p:nvPr>
        </p:nvSpPr>
        <p:spPr>
          <a:xfrm>
            <a:off x="6159500" y="1524000"/>
            <a:ext cx="5486400" cy="4762500"/>
          </a:xfrm>
          <a:solidFill>
            <a:schemeClr val="bg2"/>
          </a:solidFill>
          <a:effectLst>
            <a:outerShdw blurRad="254000" algn="ctr" rotWithShape="0">
              <a:prstClr val="black">
                <a:alpha val="20000"/>
              </a:prstClr>
            </a:outerShdw>
          </a:effectLst>
        </p:spPr>
        <p:txBody>
          <a:bodyPr lIns="360000" tIns="900000" rIns="360000">
            <a:normAutofit/>
          </a:bodyPr>
          <a:lstStyle>
            <a:lvl1pPr marL="0" indent="0" algn="ctr">
              <a:buNone/>
              <a:defRPr sz="1800"/>
            </a:lvl1pPr>
          </a:lstStyle>
          <a:p>
            <a:r>
              <a:rPr lang="en-US"/>
              <a:t>Click the icon to add an image. To scale or reposition the image in the frame, use the ‘Crop’ options in the ‘Picture Format’ tab. Right-click on image to add or edit alt text.</a:t>
            </a:r>
          </a:p>
        </p:txBody>
      </p:sp>
      <p:sp>
        <p:nvSpPr>
          <p:cNvPr id="8" name="Footer Placeholder 7">
            <a:extLst>
              <a:ext uri="{FF2B5EF4-FFF2-40B4-BE49-F238E27FC236}">
                <a16:creationId xmlns:a16="http://schemas.microsoft.com/office/drawing/2014/main" id="{E8075E52-8DB8-6048-9901-D16A5CA4EC62}"/>
              </a:ext>
            </a:extLst>
          </p:cNvPr>
          <p:cNvSpPr>
            <a:spLocks noGrp="1"/>
          </p:cNvSpPr>
          <p:nvPr>
            <p:ph type="ftr" sz="quarter" idx="12"/>
          </p:nvPr>
        </p:nvSpPr>
        <p:spPr/>
        <p:txBody>
          <a:bodyPr/>
          <a:lstStyle/>
          <a:p>
            <a:pPr>
              <a:buClr>
                <a:schemeClr val="tx2"/>
              </a:buClr>
              <a:buSzPct val="120000"/>
              <a:buFont typeface="Verdana" panose="020F0502020204030204" pitchFamily="34" charset="0"/>
              <a:buNone/>
            </a:pPr>
            <a:endParaRPr lang="en-US"/>
          </a:p>
        </p:txBody>
      </p:sp>
      <p:sp>
        <p:nvSpPr>
          <p:cNvPr id="3" name="Date Placeholder 2">
            <a:extLst>
              <a:ext uri="{FF2B5EF4-FFF2-40B4-BE49-F238E27FC236}">
                <a16:creationId xmlns:a16="http://schemas.microsoft.com/office/drawing/2014/main" id="{C7D750AE-50CF-50BA-B5C8-BA8ED97E68A4}"/>
              </a:ext>
            </a:extLst>
          </p:cNvPr>
          <p:cNvSpPr>
            <a:spLocks noGrp="1"/>
          </p:cNvSpPr>
          <p:nvPr>
            <p:ph type="dt" sz="half" idx="11"/>
          </p:nvPr>
        </p:nvSpPr>
        <p:spPr/>
        <p:txBody>
          <a:bodyPr/>
          <a:lstStyle/>
          <a:p>
            <a:pPr algn="r">
              <a:buClr>
                <a:schemeClr val="tx2"/>
              </a:buClr>
              <a:buSzPct val="120000"/>
              <a:buFont typeface="Verdana" panose="020F0502020204030204" pitchFamily="34" charset="0"/>
              <a:buNone/>
            </a:pPr>
            <a:fld id="{7E41EA80-3ECC-4E9E-BDED-596FA76E9088}" type="datetimeFigureOut">
              <a:rPr lang="en-US" smtClean="0"/>
              <a:pPr algn="r">
                <a:buClr>
                  <a:schemeClr val="tx2"/>
                </a:buClr>
                <a:buSzPct val="120000"/>
                <a:buFont typeface="Verdana" panose="020F0502020204030204" pitchFamily="34" charset="0"/>
                <a:buNone/>
              </a:pPr>
              <a:t>1/14/2026</a:t>
            </a:fld>
            <a:endParaRPr lang="en-US"/>
          </a:p>
        </p:txBody>
      </p:sp>
      <p:sp>
        <p:nvSpPr>
          <p:cNvPr id="10" name="Slide Number Placeholder 9">
            <a:extLst>
              <a:ext uri="{FF2B5EF4-FFF2-40B4-BE49-F238E27FC236}">
                <a16:creationId xmlns:a16="http://schemas.microsoft.com/office/drawing/2014/main" id="{058FF9FA-D3C7-040B-F613-A409EE3FAB03}"/>
              </a:ext>
            </a:extLst>
          </p:cNvPr>
          <p:cNvSpPr>
            <a:spLocks noGrp="1"/>
          </p:cNvSpPr>
          <p:nvPr>
            <p:ph type="sldNum" sz="quarter" idx="13"/>
          </p:nvPr>
        </p:nvSpPr>
        <p:spPr/>
        <p:txBody>
          <a:bodyPr vert="horz" wrap="square" lIns="0" tIns="0" rIns="0" bIns="0" rtlCol="0" anchor="b" anchorCtr="0">
            <a:spAutoFit/>
          </a:bodyPr>
          <a:lstStyle>
            <a:lvl1pPr>
              <a:defRPr lang="en-GB" smtClean="0"/>
            </a:lvl1pPr>
          </a:lstStyle>
          <a:p>
            <a:pPr>
              <a:buClr>
                <a:schemeClr val="tx2"/>
              </a:buClr>
              <a:buSzPct val="120000"/>
              <a:buFont typeface="Verdana" panose="020F0502020204030204" pitchFamily="34" charset="0"/>
              <a:buNone/>
            </a:pPr>
            <a:fld id="{68C08D16-C227-489D-8B10-B6EE065660A6}" type="slidenum">
              <a:rPr lang="en-GB" smtClean="0"/>
              <a:pPr>
                <a:buClr>
                  <a:schemeClr val="tx2"/>
                </a:buClr>
                <a:buSzPct val="120000"/>
                <a:buFont typeface="Verdana" panose="020F0502020204030204" pitchFamily="34" charset="0"/>
                <a:buNone/>
              </a:pPr>
              <a:t>‹#›</a:t>
            </a:fld>
            <a:endParaRPr lang="en-GB"/>
          </a:p>
        </p:txBody>
      </p:sp>
      <p:grpSp>
        <p:nvGrpSpPr>
          <p:cNvPr id="5" name="Group 4">
            <a:extLst>
              <a:ext uri="{FF2B5EF4-FFF2-40B4-BE49-F238E27FC236}">
                <a16:creationId xmlns:a16="http://schemas.microsoft.com/office/drawing/2014/main" id="{253B795D-038E-FCB0-E4CC-A4F000254CB9}"/>
              </a:ext>
              <a:ext uri="{C183D7F6-B498-43B3-948B-1728B52AA6E4}">
                <adec:decorative xmlns:adec="http://schemas.microsoft.com/office/drawing/2017/decorative" val="1"/>
              </a:ext>
            </a:extLst>
          </p:cNvPr>
          <p:cNvGrpSpPr>
            <a:grpSpLocks noChangeAspect="1"/>
          </p:cNvGrpSpPr>
          <p:nvPr userDrawn="1"/>
        </p:nvGrpSpPr>
        <p:grpSpPr bwMode="auto">
          <a:xfrm>
            <a:off x="11430001" y="476250"/>
            <a:ext cx="213430" cy="571500"/>
            <a:chOff x="4249" y="1683"/>
            <a:chExt cx="695" cy="1861"/>
          </a:xfrm>
          <a:solidFill>
            <a:schemeClr val="tx1"/>
          </a:solidFill>
        </p:grpSpPr>
        <p:sp>
          <p:nvSpPr>
            <p:cNvPr id="6" name="Freeform 5">
              <a:extLst>
                <a:ext uri="{FF2B5EF4-FFF2-40B4-BE49-F238E27FC236}">
                  <a16:creationId xmlns:a16="http://schemas.microsoft.com/office/drawing/2014/main" id="{336108CD-1162-1B9F-1CBA-B4006E88F105}"/>
                </a:ext>
              </a:extLst>
            </p:cNvPr>
            <p:cNvSpPr>
              <a:spLocks/>
            </p:cNvSpPr>
            <p:nvPr userDrawn="1"/>
          </p:nvSpPr>
          <p:spPr bwMode="auto">
            <a:xfrm>
              <a:off x="4249" y="1824"/>
              <a:ext cx="463" cy="1720"/>
            </a:xfrm>
            <a:custGeom>
              <a:avLst/>
              <a:gdLst>
                <a:gd name="T0" fmla="*/ 232 w 463"/>
                <a:gd name="T1" fmla="*/ 116 h 1720"/>
                <a:gd name="T2" fmla="*/ 0 w 463"/>
                <a:gd name="T3" fmla="*/ 0 h 1720"/>
                <a:gd name="T4" fmla="*/ 0 w 463"/>
                <a:gd name="T5" fmla="*/ 1487 h 1720"/>
                <a:gd name="T6" fmla="*/ 463 w 463"/>
                <a:gd name="T7" fmla="*/ 1720 h 1720"/>
                <a:gd name="T8" fmla="*/ 463 w 463"/>
                <a:gd name="T9" fmla="*/ 1463 h 1720"/>
                <a:gd name="T10" fmla="*/ 232 w 463"/>
                <a:gd name="T11" fmla="*/ 1346 h 1720"/>
                <a:gd name="T12" fmla="*/ 232 w 463"/>
                <a:gd name="T13" fmla="*/ 116 h 1720"/>
              </a:gdLst>
              <a:ahLst/>
              <a:cxnLst>
                <a:cxn ang="0">
                  <a:pos x="T0" y="T1"/>
                </a:cxn>
                <a:cxn ang="0">
                  <a:pos x="T2" y="T3"/>
                </a:cxn>
                <a:cxn ang="0">
                  <a:pos x="T4" y="T5"/>
                </a:cxn>
                <a:cxn ang="0">
                  <a:pos x="T6" y="T7"/>
                </a:cxn>
                <a:cxn ang="0">
                  <a:pos x="T8" y="T9"/>
                </a:cxn>
                <a:cxn ang="0">
                  <a:pos x="T10" y="T11"/>
                </a:cxn>
                <a:cxn ang="0">
                  <a:pos x="T12" y="T13"/>
                </a:cxn>
              </a:cxnLst>
              <a:rect l="0" t="0" r="r" b="b"/>
              <a:pathLst>
                <a:path w="463" h="1720">
                  <a:moveTo>
                    <a:pt x="232" y="116"/>
                  </a:moveTo>
                  <a:lnTo>
                    <a:pt x="0" y="0"/>
                  </a:lnTo>
                  <a:lnTo>
                    <a:pt x="0" y="1487"/>
                  </a:lnTo>
                  <a:lnTo>
                    <a:pt x="463" y="1720"/>
                  </a:lnTo>
                  <a:lnTo>
                    <a:pt x="463" y="1463"/>
                  </a:lnTo>
                  <a:lnTo>
                    <a:pt x="232" y="1346"/>
                  </a:lnTo>
                  <a:lnTo>
                    <a:pt x="232" y="11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F3541"/>
                </a:solidFill>
                <a:effectLst/>
                <a:uLnTx/>
                <a:uFillTx/>
                <a:latin typeface="Verdana" panose="020B0604030504040204" pitchFamily="34" charset="0"/>
              </a:endParaRPr>
            </a:p>
          </p:txBody>
        </p:sp>
        <p:sp>
          <p:nvSpPr>
            <p:cNvPr id="7" name="Freeform 6">
              <a:extLst>
                <a:ext uri="{FF2B5EF4-FFF2-40B4-BE49-F238E27FC236}">
                  <a16:creationId xmlns:a16="http://schemas.microsoft.com/office/drawing/2014/main" id="{0A7DE99E-5356-58A6-58BE-A8F3C57952BE}"/>
                </a:ext>
              </a:extLst>
            </p:cNvPr>
            <p:cNvSpPr>
              <a:spLocks/>
            </p:cNvSpPr>
            <p:nvPr userDrawn="1"/>
          </p:nvSpPr>
          <p:spPr bwMode="auto">
            <a:xfrm>
              <a:off x="4481" y="1683"/>
              <a:ext cx="463" cy="1720"/>
            </a:xfrm>
            <a:custGeom>
              <a:avLst/>
              <a:gdLst>
                <a:gd name="T0" fmla="*/ 231 w 463"/>
                <a:gd name="T1" fmla="*/ 1604 h 1720"/>
                <a:gd name="T2" fmla="*/ 463 w 463"/>
                <a:gd name="T3" fmla="*/ 1720 h 1720"/>
                <a:gd name="T4" fmla="*/ 463 w 463"/>
                <a:gd name="T5" fmla="*/ 233 h 1720"/>
                <a:gd name="T6" fmla="*/ 0 w 463"/>
                <a:gd name="T7" fmla="*/ 0 h 1720"/>
                <a:gd name="T8" fmla="*/ 0 w 463"/>
                <a:gd name="T9" fmla="*/ 257 h 1720"/>
                <a:gd name="T10" fmla="*/ 231 w 463"/>
                <a:gd name="T11" fmla="*/ 374 h 1720"/>
                <a:gd name="T12" fmla="*/ 231 w 463"/>
                <a:gd name="T13" fmla="*/ 1604 h 1720"/>
              </a:gdLst>
              <a:ahLst/>
              <a:cxnLst>
                <a:cxn ang="0">
                  <a:pos x="T0" y="T1"/>
                </a:cxn>
                <a:cxn ang="0">
                  <a:pos x="T2" y="T3"/>
                </a:cxn>
                <a:cxn ang="0">
                  <a:pos x="T4" y="T5"/>
                </a:cxn>
                <a:cxn ang="0">
                  <a:pos x="T6" y="T7"/>
                </a:cxn>
                <a:cxn ang="0">
                  <a:pos x="T8" y="T9"/>
                </a:cxn>
                <a:cxn ang="0">
                  <a:pos x="T10" y="T11"/>
                </a:cxn>
                <a:cxn ang="0">
                  <a:pos x="T12" y="T13"/>
                </a:cxn>
              </a:cxnLst>
              <a:rect l="0" t="0" r="r" b="b"/>
              <a:pathLst>
                <a:path w="463" h="1720">
                  <a:moveTo>
                    <a:pt x="231" y="1604"/>
                  </a:moveTo>
                  <a:lnTo>
                    <a:pt x="463" y="1720"/>
                  </a:lnTo>
                  <a:lnTo>
                    <a:pt x="463" y="233"/>
                  </a:lnTo>
                  <a:lnTo>
                    <a:pt x="0" y="0"/>
                  </a:lnTo>
                  <a:lnTo>
                    <a:pt x="0" y="257"/>
                  </a:lnTo>
                  <a:lnTo>
                    <a:pt x="231" y="374"/>
                  </a:lnTo>
                  <a:lnTo>
                    <a:pt x="231" y="1604"/>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F3541"/>
                </a:solidFill>
                <a:effectLst/>
                <a:uLnTx/>
                <a:uFillTx/>
                <a:latin typeface="Verdana" panose="020B0604030504040204" pitchFamily="34" charset="0"/>
              </a:endParaRPr>
            </a:p>
          </p:txBody>
        </p:sp>
      </p:grpSp>
    </p:spTree>
    <p:extLst>
      <p:ext uri="{BB962C8B-B14F-4D97-AF65-F5344CB8AC3E}">
        <p14:creationId xmlns:p14="http://schemas.microsoft.com/office/powerpoint/2010/main" val="18287411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le Slide (Picture)">
    <p:bg>
      <p:bgPr>
        <a:gradFill>
          <a:gsLst>
            <a:gs pos="100000">
              <a:srgbClr val="0C0B26"/>
            </a:gs>
            <a:gs pos="0">
              <a:schemeClr val="bg2">
                <a:lumMod val="50000"/>
              </a:schemeClr>
            </a:gs>
          </a:gsLst>
          <a:lin ang="5400000" scaled="1"/>
        </a:gradFill>
        <a:effectLst/>
      </p:bgPr>
    </p:bg>
    <p:spTree>
      <p:nvGrpSpPr>
        <p:cNvPr id="1" name=""/>
        <p:cNvGrpSpPr/>
        <p:nvPr/>
      </p:nvGrpSpPr>
      <p:grpSpPr>
        <a:xfrm>
          <a:off x="0" y="0"/>
          <a:ext cx="0" cy="0"/>
          <a:chOff x="0" y="0"/>
          <a:chExt cx="0" cy="0"/>
        </a:xfrm>
      </p:grpSpPr>
      <p:pic>
        <p:nvPicPr>
          <p:cNvPr id="41" name="Graphic 40" descr="InterSystems: Creative data technology">
            <a:extLst>
              <a:ext uri="{FF2B5EF4-FFF2-40B4-BE49-F238E27FC236}">
                <a16:creationId xmlns:a16="http://schemas.microsoft.com/office/drawing/2014/main" id="{6D1F4415-3901-E314-2AC4-920569B1FA27}"/>
              </a:ext>
            </a:extLst>
          </p:cNvPr>
          <p:cNvPicPr>
            <a:picLocks noChangeAspect="1"/>
          </p:cNvPicPr>
          <p:nvPr userDrawn="1">
            <p:custDataLst>
              <p:tags r:id="rId1"/>
            </p:custDataLst>
          </p:nvPr>
        </p:nvPicPr>
        <p:blipFill rotWithShape="1">
          <a:blip r:embed="rId3">
            <a:extLst>
              <a:ext uri="{96DAC541-7B7A-43D3-8B79-37D633B846F1}">
                <asvg:svgBlip xmlns:asvg="http://schemas.microsoft.com/office/drawing/2016/SVG/main" r:embed="rId4"/>
              </a:ext>
            </a:extLst>
          </a:blip>
          <a:srcRect l="-1" r="-7033"/>
          <a:stretch/>
        </p:blipFill>
        <p:spPr>
          <a:xfrm>
            <a:off x="570977" y="459740"/>
            <a:ext cx="2375423" cy="591820"/>
          </a:xfrm>
          <a:prstGeom prst="rect">
            <a:avLst/>
          </a:prstGeom>
        </p:spPr>
      </p:pic>
      <p:sp>
        <p:nvSpPr>
          <p:cNvPr id="4" name="Picture Placeholder 11">
            <a:extLst>
              <a:ext uri="{FF2B5EF4-FFF2-40B4-BE49-F238E27FC236}">
                <a16:creationId xmlns:a16="http://schemas.microsoft.com/office/drawing/2014/main" id="{2DDE2CD5-04AF-E44A-3D47-A38FBFFC379D}"/>
              </a:ext>
            </a:extLst>
          </p:cNvPr>
          <p:cNvSpPr>
            <a:spLocks noGrp="1"/>
          </p:cNvSpPr>
          <p:nvPr>
            <p:ph type="pic" sz="quarter" idx="10" hasCustomPrompt="1"/>
          </p:nvPr>
        </p:nvSpPr>
        <p:spPr>
          <a:xfrm>
            <a:off x="3352801" y="355600"/>
            <a:ext cx="2679700" cy="787400"/>
          </a:xfrm>
        </p:spPr>
        <p:txBody>
          <a:bodyPr anchor="ctr">
            <a:noAutofit/>
          </a:bodyPr>
          <a:lstStyle>
            <a:lvl1pPr marL="0" indent="0" algn="ctr">
              <a:buNone/>
              <a:defRPr sz="1400"/>
            </a:lvl1pPr>
          </a:lstStyle>
          <a:p>
            <a:r>
              <a:rPr lang="en-US"/>
              <a:t>Click icon to add</a:t>
            </a:r>
            <a:br>
              <a:rPr lang="en-US"/>
            </a:br>
            <a:r>
              <a:rPr lang="en-US"/>
              <a:t>additional logo</a:t>
            </a:r>
          </a:p>
        </p:txBody>
      </p:sp>
      <p:sp>
        <p:nvSpPr>
          <p:cNvPr id="11" name="Title 67">
            <a:extLst>
              <a:ext uri="{FF2B5EF4-FFF2-40B4-BE49-F238E27FC236}">
                <a16:creationId xmlns:a16="http://schemas.microsoft.com/office/drawing/2014/main" id="{0C3EB450-B833-689E-3131-6F56B67DB406}"/>
              </a:ext>
            </a:extLst>
          </p:cNvPr>
          <p:cNvSpPr>
            <a:spLocks noGrp="1"/>
          </p:cNvSpPr>
          <p:nvPr>
            <p:ph type="title" hasCustomPrompt="1"/>
          </p:nvPr>
        </p:nvSpPr>
        <p:spPr>
          <a:xfrm>
            <a:off x="546100" y="1524001"/>
            <a:ext cx="6275614" cy="2317750"/>
          </a:xfrm>
        </p:spPr>
        <p:txBody>
          <a:bodyPr anchor="b" anchorCtr="0">
            <a:normAutofit/>
          </a:bodyPr>
          <a:lstStyle>
            <a:lvl1pPr>
              <a:lnSpc>
                <a:spcPct val="100000"/>
              </a:lnSpc>
              <a:spcBef>
                <a:spcPts val="0"/>
              </a:spcBef>
              <a:defRPr lang="en-US" sz="4400" kern="1200" dirty="0">
                <a:solidFill>
                  <a:schemeClr val="accent2"/>
                </a:solidFill>
                <a:latin typeface="+mj-lt"/>
                <a:ea typeface="+mn-ea"/>
                <a:cs typeface="+mn-cs"/>
              </a:defRPr>
            </a:lvl1pPr>
          </a:lstStyle>
          <a:p>
            <a:pPr>
              <a:buClrTx/>
              <a:buSzTx/>
              <a:buFontTx/>
            </a:pPr>
            <a:r>
              <a:rPr lang="en-US"/>
              <a:t>Click to Add Title, Use Font Size 44, Title Case</a:t>
            </a:r>
          </a:p>
        </p:txBody>
      </p:sp>
      <p:sp>
        <p:nvSpPr>
          <p:cNvPr id="35" name="Text Placeholder 34">
            <a:extLst>
              <a:ext uri="{FF2B5EF4-FFF2-40B4-BE49-F238E27FC236}">
                <a16:creationId xmlns:a16="http://schemas.microsoft.com/office/drawing/2014/main" id="{7E971615-77E4-E062-C4A0-A9F503D4AE75}"/>
              </a:ext>
            </a:extLst>
          </p:cNvPr>
          <p:cNvSpPr>
            <a:spLocks noGrp="1"/>
          </p:cNvSpPr>
          <p:nvPr>
            <p:ph type="body" sz="quarter" idx="31" hasCustomPrompt="1"/>
          </p:nvPr>
        </p:nvSpPr>
        <p:spPr>
          <a:xfrm>
            <a:off x="546100" y="3967163"/>
            <a:ext cx="6275615" cy="1222375"/>
          </a:xfrm>
        </p:spPr>
        <p:txBody>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 xml:space="preserve">Click to add subtitle, use font size 18, </a:t>
            </a:r>
            <a:br>
              <a:rPr lang="en-US"/>
            </a:br>
            <a:r>
              <a:rPr lang="en-US"/>
              <a:t>sentence case</a:t>
            </a:r>
          </a:p>
        </p:txBody>
      </p:sp>
      <p:sp>
        <p:nvSpPr>
          <p:cNvPr id="100" name="Freeform: Shape 99">
            <a:extLst>
              <a:ext uri="{FF2B5EF4-FFF2-40B4-BE49-F238E27FC236}">
                <a16:creationId xmlns:a16="http://schemas.microsoft.com/office/drawing/2014/main" id="{682A3A59-64B7-A01E-ABEC-B1D35CF2B826}"/>
              </a:ext>
              <a:ext uri="{C183D7F6-B498-43B3-948B-1728B52AA6E4}">
                <adec:decorative xmlns:adec="http://schemas.microsoft.com/office/drawing/2017/decorative" val="1"/>
              </a:ext>
            </a:extLst>
          </p:cNvPr>
          <p:cNvSpPr>
            <a:spLocks/>
          </p:cNvSpPr>
          <p:nvPr userDrawn="1"/>
        </p:nvSpPr>
        <p:spPr>
          <a:xfrm>
            <a:off x="8590334" y="368300"/>
            <a:ext cx="3055566" cy="6588760"/>
          </a:xfrm>
          <a:custGeom>
            <a:avLst/>
            <a:gdLst>
              <a:gd name="connsiteX0" fmla="*/ 0 w 3055566"/>
              <a:gd name="connsiteY0" fmla="*/ 0 h 6588760"/>
              <a:gd name="connsiteX1" fmla="*/ 3055566 w 3055566"/>
              <a:gd name="connsiteY1" fmla="*/ 1516182 h 6588760"/>
              <a:gd name="connsiteX2" fmla="*/ 3055566 w 3055566"/>
              <a:gd name="connsiteY2" fmla="*/ 6588760 h 6588760"/>
              <a:gd name="connsiteX3" fmla="*/ 0 w 3055566"/>
              <a:gd name="connsiteY3" fmla="*/ 6588760 h 6588760"/>
              <a:gd name="connsiteX4" fmla="*/ 0 w 3055566"/>
              <a:gd name="connsiteY4" fmla="*/ 6482134 h 6588760"/>
              <a:gd name="connsiteX5" fmla="*/ 0 w 3055566"/>
              <a:gd name="connsiteY5" fmla="*/ 6367834 h 6588760"/>
              <a:gd name="connsiteX6" fmla="*/ 0 w 3055566"/>
              <a:gd name="connsiteY6" fmla="*/ 5560477 h 6588760"/>
              <a:gd name="connsiteX7" fmla="*/ 0 w 3055566"/>
              <a:gd name="connsiteY7" fmla="*/ 5440734 h 6588760"/>
              <a:gd name="connsiteX8" fmla="*/ 0 w 3055566"/>
              <a:gd name="connsiteY8" fmla="*/ 5286839 h 6588760"/>
              <a:gd name="connsiteX9" fmla="*/ 0 w 3055566"/>
              <a:gd name="connsiteY9" fmla="*/ 3942134 h 6588760"/>
              <a:gd name="connsiteX10" fmla="*/ 0 w 3055566"/>
              <a:gd name="connsiteY10" fmla="*/ 3934197 h 6588760"/>
              <a:gd name="connsiteX11" fmla="*/ 0 w 3055566"/>
              <a:gd name="connsiteY11" fmla="*/ 2978626 h 6588760"/>
              <a:gd name="connsiteX12" fmla="*/ 0 w 3055566"/>
              <a:gd name="connsiteY12" fmla="*/ 1772021 h 6588760"/>
              <a:gd name="connsiteX13" fmla="*/ 0 w 3055566"/>
              <a:gd name="connsiteY13" fmla="*/ 995734 h 6588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055566" h="6588760">
                <a:moveTo>
                  <a:pt x="0" y="0"/>
                </a:moveTo>
                <a:lnTo>
                  <a:pt x="3055566" y="1516182"/>
                </a:lnTo>
                <a:lnTo>
                  <a:pt x="3055566" y="6588760"/>
                </a:lnTo>
                <a:lnTo>
                  <a:pt x="0" y="6588760"/>
                </a:lnTo>
                <a:lnTo>
                  <a:pt x="0" y="6482134"/>
                </a:lnTo>
                <a:lnTo>
                  <a:pt x="0" y="6367834"/>
                </a:lnTo>
                <a:lnTo>
                  <a:pt x="0" y="5560477"/>
                </a:lnTo>
                <a:lnTo>
                  <a:pt x="0" y="5440734"/>
                </a:lnTo>
                <a:lnTo>
                  <a:pt x="0" y="5286839"/>
                </a:lnTo>
                <a:lnTo>
                  <a:pt x="0" y="3942134"/>
                </a:lnTo>
                <a:lnTo>
                  <a:pt x="0" y="3934197"/>
                </a:lnTo>
                <a:lnTo>
                  <a:pt x="0" y="2978626"/>
                </a:lnTo>
                <a:lnTo>
                  <a:pt x="0" y="1772021"/>
                </a:lnTo>
                <a:lnTo>
                  <a:pt x="0" y="995734"/>
                </a:lnTo>
                <a:close/>
              </a:path>
            </a:pathLst>
          </a:custGeom>
          <a:noFill/>
          <a:ln w="19050" cap="flat">
            <a:gradFill flip="none" rotWithShape="1">
              <a:gsLst>
                <a:gs pos="100000">
                  <a:schemeClr val="accent2"/>
                </a:gs>
                <a:gs pos="1000">
                  <a:schemeClr val="tx1">
                    <a:alpha val="17000"/>
                  </a:scheme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cap="none" spc="0" normalizeH="0" baseline="0">
              <a:ln>
                <a:noFill/>
              </a:ln>
              <a:solidFill>
                <a:srgbClr val="FFFFFF"/>
              </a:solidFill>
              <a:effectLst/>
              <a:uLnTx/>
              <a:uFillTx/>
              <a:latin typeface="Verdana" panose="020B0604030504040204" pitchFamily="34" charset="0"/>
            </a:endParaRPr>
          </a:p>
        </p:txBody>
      </p:sp>
      <p:sp>
        <p:nvSpPr>
          <p:cNvPr id="73" name="Freeform: Shape 72">
            <a:extLst>
              <a:ext uri="{FF2B5EF4-FFF2-40B4-BE49-F238E27FC236}">
                <a16:creationId xmlns:a16="http://schemas.microsoft.com/office/drawing/2014/main" id="{AEC0FEE0-FFFF-FC07-EBB9-CDBB130407E1}"/>
              </a:ext>
              <a:ext uri="{C183D7F6-B498-43B3-948B-1728B52AA6E4}">
                <adec:decorative xmlns:adec="http://schemas.microsoft.com/office/drawing/2017/decorative" val="1"/>
              </a:ext>
            </a:extLst>
          </p:cNvPr>
          <p:cNvSpPr>
            <a:spLocks/>
          </p:cNvSpPr>
          <p:nvPr userDrawn="1"/>
        </p:nvSpPr>
        <p:spPr>
          <a:xfrm>
            <a:off x="8016267" y="368300"/>
            <a:ext cx="3292930" cy="6645419"/>
          </a:xfrm>
          <a:custGeom>
            <a:avLst/>
            <a:gdLst>
              <a:gd name="connsiteX0" fmla="*/ 0 w 3292930"/>
              <a:gd name="connsiteY0" fmla="*/ 0 h 6645419"/>
              <a:gd name="connsiteX1" fmla="*/ 3292930 w 3292930"/>
              <a:gd name="connsiteY1" fmla="*/ 1633963 h 6645419"/>
              <a:gd name="connsiteX2" fmla="*/ 3292930 w 3292930"/>
              <a:gd name="connsiteY2" fmla="*/ 6645419 h 6645419"/>
              <a:gd name="connsiteX3" fmla="*/ 0 w 3292930"/>
              <a:gd name="connsiteY3" fmla="*/ 6645419 h 6645419"/>
              <a:gd name="connsiteX4" fmla="*/ 0 w 3292930"/>
              <a:gd name="connsiteY4" fmla="*/ 6482134 h 6645419"/>
              <a:gd name="connsiteX5" fmla="*/ 0 w 3292930"/>
              <a:gd name="connsiteY5" fmla="*/ 6367834 h 6645419"/>
              <a:gd name="connsiteX6" fmla="*/ 0 w 3292930"/>
              <a:gd name="connsiteY6" fmla="*/ 5560477 h 6645419"/>
              <a:gd name="connsiteX7" fmla="*/ 0 w 3292930"/>
              <a:gd name="connsiteY7" fmla="*/ 5440734 h 6645419"/>
              <a:gd name="connsiteX8" fmla="*/ 0 w 3292930"/>
              <a:gd name="connsiteY8" fmla="*/ 5286839 h 6645419"/>
              <a:gd name="connsiteX9" fmla="*/ 0 w 3292930"/>
              <a:gd name="connsiteY9" fmla="*/ 3942134 h 6645419"/>
              <a:gd name="connsiteX10" fmla="*/ 0 w 3292930"/>
              <a:gd name="connsiteY10" fmla="*/ 3934197 h 6645419"/>
              <a:gd name="connsiteX11" fmla="*/ 0 w 3292930"/>
              <a:gd name="connsiteY11" fmla="*/ 2978626 h 6645419"/>
              <a:gd name="connsiteX12" fmla="*/ 0 w 3292930"/>
              <a:gd name="connsiteY12" fmla="*/ 1772021 h 6645419"/>
              <a:gd name="connsiteX13" fmla="*/ 0 w 3292930"/>
              <a:gd name="connsiteY13" fmla="*/ 995734 h 6645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292930" h="6645419">
                <a:moveTo>
                  <a:pt x="0" y="0"/>
                </a:moveTo>
                <a:lnTo>
                  <a:pt x="3292930" y="1633963"/>
                </a:lnTo>
                <a:lnTo>
                  <a:pt x="3292930" y="6645419"/>
                </a:lnTo>
                <a:lnTo>
                  <a:pt x="0" y="6645419"/>
                </a:lnTo>
                <a:lnTo>
                  <a:pt x="0" y="6482134"/>
                </a:lnTo>
                <a:lnTo>
                  <a:pt x="0" y="6367834"/>
                </a:lnTo>
                <a:lnTo>
                  <a:pt x="0" y="5560477"/>
                </a:lnTo>
                <a:lnTo>
                  <a:pt x="0" y="5440734"/>
                </a:lnTo>
                <a:lnTo>
                  <a:pt x="0" y="5286839"/>
                </a:lnTo>
                <a:lnTo>
                  <a:pt x="0" y="3942134"/>
                </a:lnTo>
                <a:lnTo>
                  <a:pt x="0" y="3934197"/>
                </a:lnTo>
                <a:lnTo>
                  <a:pt x="0" y="2978626"/>
                </a:lnTo>
                <a:lnTo>
                  <a:pt x="0" y="1772021"/>
                </a:lnTo>
                <a:lnTo>
                  <a:pt x="0" y="995734"/>
                </a:lnTo>
                <a:close/>
              </a:path>
            </a:pathLst>
          </a:custGeom>
          <a:gradFill flip="none" rotWithShape="1">
            <a:gsLst>
              <a:gs pos="100000">
                <a:schemeClr val="accent2">
                  <a:alpha val="75000"/>
                </a:schemeClr>
              </a:gs>
              <a:gs pos="0">
                <a:schemeClr val="tx1">
                  <a:alpha val="10000"/>
                </a:schemeClr>
              </a:gs>
            </a:gsLst>
            <a:lin ang="6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0000" bIns="90000" rtlCol="0" anchor="t">
            <a:noAutofit/>
          </a:bodyPr>
          <a:lstStyle/>
          <a:p>
            <a:pPr lvl="0">
              <a:lnSpc>
                <a:spcPct val="90000"/>
              </a:lnSpc>
              <a:spcBef>
                <a:spcPts val="1000"/>
              </a:spcBef>
              <a:buClr>
                <a:schemeClr val="tx2"/>
              </a:buClr>
              <a:buSzPct val="120000"/>
              <a:buFont typeface="Verdana" panose="020F0502020204030204" pitchFamily="34" charset="0"/>
              <a:buNone/>
            </a:pPr>
            <a:endParaRPr lang="en-US" sz="2000">
              <a:latin typeface="Verdana" panose="020B0604030504040204" pitchFamily="34" charset="0"/>
            </a:endParaRPr>
          </a:p>
        </p:txBody>
      </p:sp>
      <p:sp>
        <p:nvSpPr>
          <p:cNvPr id="12" name="Freeform: Shape 11">
            <a:extLst>
              <a:ext uri="{FF2B5EF4-FFF2-40B4-BE49-F238E27FC236}">
                <a16:creationId xmlns:a16="http://schemas.microsoft.com/office/drawing/2014/main" id="{CF0715C5-C9DC-DB57-3B95-04D1AE8AE0CE}"/>
              </a:ext>
              <a:ext uri="{C183D7F6-B498-43B3-948B-1728B52AA6E4}">
                <adec:decorative xmlns:adec="http://schemas.microsoft.com/office/drawing/2017/decorative" val="1"/>
              </a:ext>
            </a:extLst>
          </p:cNvPr>
          <p:cNvSpPr>
            <a:spLocks noChangeAspect="1"/>
          </p:cNvSpPr>
          <p:nvPr userDrawn="1"/>
        </p:nvSpPr>
        <p:spPr>
          <a:xfrm>
            <a:off x="10828136" y="1143000"/>
            <a:ext cx="635184" cy="1928579"/>
          </a:xfrm>
          <a:custGeom>
            <a:avLst/>
            <a:gdLst>
              <a:gd name="connsiteX0" fmla="*/ 0 w 712819"/>
              <a:gd name="connsiteY0" fmla="*/ 0 h 2164300"/>
              <a:gd name="connsiteX1" fmla="*/ 712819 w 712819"/>
              <a:gd name="connsiteY1" fmla="*/ 353704 h 2164300"/>
              <a:gd name="connsiteX2" fmla="*/ 712819 w 712819"/>
              <a:gd name="connsiteY2" fmla="*/ 360048 h 2164300"/>
              <a:gd name="connsiteX3" fmla="*/ 712819 w 712819"/>
              <a:gd name="connsiteY3" fmla="*/ 897076 h 2164300"/>
              <a:gd name="connsiteX4" fmla="*/ 712819 w 712819"/>
              <a:gd name="connsiteY4" fmla="*/ 1620928 h 2164300"/>
              <a:gd name="connsiteX5" fmla="*/ 712819 w 712819"/>
              <a:gd name="connsiteY5" fmla="*/ 2157956 h 2164300"/>
              <a:gd name="connsiteX6" fmla="*/ 712819 w 712819"/>
              <a:gd name="connsiteY6" fmla="*/ 2164300 h 2164300"/>
              <a:gd name="connsiteX7" fmla="*/ 0 w 712819"/>
              <a:gd name="connsiteY7" fmla="*/ 1810596 h 2164300"/>
              <a:gd name="connsiteX8" fmla="*/ 0 w 712819"/>
              <a:gd name="connsiteY8" fmla="*/ 1804252 h 2164300"/>
              <a:gd name="connsiteX9" fmla="*/ 0 w 712819"/>
              <a:gd name="connsiteY9" fmla="*/ 1267224 h 2164300"/>
              <a:gd name="connsiteX10" fmla="*/ 0 w 712819"/>
              <a:gd name="connsiteY10" fmla="*/ 543372 h 2164300"/>
              <a:gd name="connsiteX11" fmla="*/ 0 w 712819"/>
              <a:gd name="connsiteY11" fmla="*/ 6344 h 216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12819" h="2164300">
                <a:moveTo>
                  <a:pt x="0" y="0"/>
                </a:moveTo>
                <a:lnTo>
                  <a:pt x="712819" y="353704"/>
                </a:lnTo>
                <a:lnTo>
                  <a:pt x="712819" y="360048"/>
                </a:lnTo>
                <a:lnTo>
                  <a:pt x="712819" y="897076"/>
                </a:lnTo>
                <a:lnTo>
                  <a:pt x="712819" y="1620928"/>
                </a:lnTo>
                <a:lnTo>
                  <a:pt x="712819" y="2157956"/>
                </a:lnTo>
                <a:lnTo>
                  <a:pt x="712819" y="2164300"/>
                </a:lnTo>
                <a:lnTo>
                  <a:pt x="0" y="1810596"/>
                </a:lnTo>
                <a:lnTo>
                  <a:pt x="0" y="1804252"/>
                </a:lnTo>
                <a:lnTo>
                  <a:pt x="0" y="1267224"/>
                </a:lnTo>
                <a:lnTo>
                  <a:pt x="0" y="543372"/>
                </a:lnTo>
                <a:lnTo>
                  <a:pt x="0" y="6344"/>
                </a:lnTo>
                <a:close/>
              </a:path>
            </a:pathLst>
          </a:custGeom>
          <a:gradFill>
            <a:gsLst>
              <a:gs pos="100000">
                <a:srgbClr val="2F2A95">
                  <a:lumMod val="96000"/>
                  <a:alpha val="90000"/>
                </a:srgbClr>
              </a:gs>
              <a:gs pos="0">
                <a:srgbClr val="92C0E9"/>
              </a:gs>
            </a:gsLst>
            <a:lin ang="6900000" scaled="0"/>
          </a:gradFill>
          <a:ln w="19050" cap="flat">
            <a:gradFill flip="none" rotWithShape="1">
              <a:gsLst>
                <a:gs pos="0">
                  <a:srgbClr val="92C0E9"/>
                </a:gs>
                <a:gs pos="100000">
                  <a:srgbClr val="2F2A95"/>
                </a:gs>
              </a:gsLst>
              <a:lin ang="5400000" scaled="1"/>
              <a:tileRect/>
            </a:gradFill>
            <a:prstDash val="solid"/>
            <a:miter/>
          </a:ln>
          <a:effectLst>
            <a:outerShdw blurRad="190500" algn="ctr" rotWithShape="0">
              <a:prstClr val="black">
                <a:alpha val="25000"/>
              </a:prstClr>
            </a:outerShdw>
          </a:effectLst>
        </p:spPr>
        <p:txBody>
          <a:bodyPr rtlCol="0" anchor="ctr"/>
          <a:lstStyle/>
          <a:p>
            <a:pPr marR="0" lvl="0" indent="0" defTabSz="2665918" fontAlgn="auto">
              <a:lnSpc>
                <a:spcPct val="100000"/>
              </a:lnSpc>
              <a:spcBef>
                <a:spcPts val="2918"/>
              </a:spcBef>
              <a:spcAft>
                <a:spcPts val="0"/>
              </a:spcAft>
              <a:buClr>
                <a:srgbClr val="F2F2F2"/>
              </a:buClr>
              <a:buSzTx/>
              <a:buFontTx/>
              <a:tabLst/>
            </a:pPr>
            <a:endParaRPr kumimoji="0" lang="en-US" sz="100"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33" name="Picture Placeholder 32">
            <a:extLst>
              <a:ext uri="{FF2B5EF4-FFF2-40B4-BE49-F238E27FC236}">
                <a16:creationId xmlns:a16="http://schemas.microsoft.com/office/drawing/2014/main" id="{FB502E4A-CB25-56F4-4122-BAB1DF3AED70}"/>
              </a:ext>
            </a:extLst>
          </p:cNvPr>
          <p:cNvSpPr>
            <a:spLocks noGrp="1"/>
          </p:cNvSpPr>
          <p:nvPr>
            <p:ph type="pic" sz="quarter" idx="30" hasCustomPrompt="1"/>
          </p:nvPr>
        </p:nvSpPr>
        <p:spPr>
          <a:xfrm>
            <a:off x="7442200" y="355600"/>
            <a:ext cx="3540058" cy="6645419"/>
          </a:xfrm>
          <a:custGeom>
            <a:avLst/>
            <a:gdLst>
              <a:gd name="connsiteX0" fmla="*/ 0 w 3540058"/>
              <a:gd name="connsiteY0" fmla="*/ 0 h 6645419"/>
              <a:gd name="connsiteX1" fmla="*/ 3540058 w 3540058"/>
              <a:gd name="connsiteY1" fmla="*/ 1756589 h 6645419"/>
              <a:gd name="connsiteX2" fmla="*/ 3540058 w 3540058"/>
              <a:gd name="connsiteY2" fmla="*/ 6645419 h 6645419"/>
              <a:gd name="connsiteX3" fmla="*/ 0 w 3540058"/>
              <a:gd name="connsiteY3" fmla="*/ 6645419 h 6645419"/>
              <a:gd name="connsiteX4" fmla="*/ 0 w 3540058"/>
              <a:gd name="connsiteY4" fmla="*/ 6482134 h 6645419"/>
              <a:gd name="connsiteX5" fmla="*/ 0 w 3540058"/>
              <a:gd name="connsiteY5" fmla="*/ 6367834 h 6645419"/>
              <a:gd name="connsiteX6" fmla="*/ 0 w 3540058"/>
              <a:gd name="connsiteY6" fmla="*/ 5560477 h 6645419"/>
              <a:gd name="connsiteX7" fmla="*/ 0 w 3540058"/>
              <a:gd name="connsiteY7" fmla="*/ 5440734 h 6645419"/>
              <a:gd name="connsiteX8" fmla="*/ 0 w 3540058"/>
              <a:gd name="connsiteY8" fmla="*/ 5286839 h 6645419"/>
              <a:gd name="connsiteX9" fmla="*/ 0 w 3540058"/>
              <a:gd name="connsiteY9" fmla="*/ 3942134 h 6645419"/>
              <a:gd name="connsiteX10" fmla="*/ 0 w 3540058"/>
              <a:gd name="connsiteY10" fmla="*/ 3934197 h 6645419"/>
              <a:gd name="connsiteX11" fmla="*/ 0 w 3540058"/>
              <a:gd name="connsiteY11" fmla="*/ 2978626 h 6645419"/>
              <a:gd name="connsiteX12" fmla="*/ 0 w 3540058"/>
              <a:gd name="connsiteY12" fmla="*/ 1772021 h 6645419"/>
              <a:gd name="connsiteX13" fmla="*/ 0 w 3540058"/>
              <a:gd name="connsiteY13" fmla="*/ 995734 h 6645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540058" h="6645419">
                <a:moveTo>
                  <a:pt x="0" y="0"/>
                </a:moveTo>
                <a:lnTo>
                  <a:pt x="3540058" y="1756589"/>
                </a:lnTo>
                <a:lnTo>
                  <a:pt x="3540058" y="6645419"/>
                </a:lnTo>
                <a:lnTo>
                  <a:pt x="0" y="6645419"/>
                </a:lnTo>
                <a:lnTo>
                  <a:pt x="0" y="6482134"/>
                </a:lnTo>
                <a:lnTo>
                  <a:pt x="0" y="6367834"/>
                </a:lnTo>
                <a:lnTo>
                  <a:pt x="0" y="5560477"/>
                </a:lnTo>
                <a:lnTo>
                  <a:pt x="0" y="5440734"/>
                </a:lnTo>
                <a:lnTo>
                  <a:pt x="0" y="5286839"/>
                </a:lnTo>
                <a:lnTo>
                  <a:pt x="0" y="3942134"/>
                </a:lnTo>
                <a:lnTo>
                  <a:pt x="0" y="3934197"/>
                </a:lnTo>
                <a:lnTo>
                  <a:pt x="0" y="2978626"/>
                </a:lnTo>
                <a:lnTo>
                  <a:pt x="0" y="1772021"/>
                </a:lnTo>
                <a:lnTo>
                  <a:pt x="0" y="995734"/>
                </a:lnTo>
                <a:close/>
              </a:path>
            </a:pathLst>
          </a:custGeom>
          <a:solidFill>
            <a:schemeClr val="bg2"/>
          </a:solidFill>
        </p:spPr>
        <p:txBody>
          <a:bodyPr wrap="square" lIns="360000" tIns="1764000" rIns="360000">
            <a:noAutofit/>
          </a:bodyPr>
          <a:lstStyle>
            <a:lvl1pPr marL="0" indent="0" algn="ctr">
              <a:buNone/>
              <a:defRPr sz="1200"/>
            </a:lvl1pPr>
          </a:lstStyle>
          <a:p>
            <a:r>
              <a:rPr lang="en-US"/>
              <a:t>Click the icon to add an image. To scale or reposition the image in the frame, use the ‘Crop’ options in the ‘Picture Format’ tab. Right-click on image to add or edit alt text.</a:t>
            </a:r>
          </a:p>
          <a:p>
            <a:endParaRPr lang="en-US"/>
          </a:p>
        </p:txBody>
      </p:sp>
      <p:sp>
        <p:nvSpPr>
          <p:cNvPr id="19" name="Freeform: Shape 18">
            <a:extLst>
              <a:ext uri="{FF2B5EF4-FFF2-40B4-BE49-F238E27FC236}">
                <a16:creationId xmlns:a16="http://schemas.microsoft.com/office/drawing/2014/main" id="{E1CFF55A-1D5F-AAA6-4D3A-1DFCBBC26619}"/>
              </a:ext>
              <a:ext uri="{C183D7F6-B498-43B3-948B-1728B52AA6E4}">
                <adec:decorative xmlns:adec="http://schemas.microsoft.com/office/drawing/2017/decorative" val="1"/>
              </a:ext>
            </a:extLst>
          </p:cNvPr>
          <p:cNvSpPr>
            <a:spLocks noChangeAspect="1"/>
          </p:cNvSpPr>
          <p:nvPr userDrawn="1"/>
        </p:nvSpPr>
        <p:spPr>
          <a:xfrm>
            <a:off x="6821714" y="3222172"/>
            <a:ext cx="483977" cy="1654169"/>
          </a:xfrm>
          <a:custGeom>
            <a:avLst/>
            <a:gdLst>
              <a:gd name="connsiteX0" fmla="*/ 0 w 594266"/>
              <a:gd name="connsiteY0" fmla="*/ 0 h 2031124"/>
              <a:gd name="connsiteX1" fmla="*/ 594266 w 594266"/>
              <a:gd name="connsiteY1" fmla="*/ 294877 h 2031124"/>
              <a:gd name="connsiteX2" fmla="*/ 594266 w 594266"/>
              <a:gd name="connsiteY2" fmla="*/ 526950 h 2031124"/>
              <a:gd name="connsiteX3" fmla="*/ 594266 w 594266"/>
              <a:gd name="connsiteY3" fmla="*/ 747877 h 2031124"/>
              <a:gd name="connsiteX4" fmla="*/ 594266 w 594266"/>
              <a:gd name="connsiteY4" fmla="*/ 1578124 h 2031124"/>
              <a:gd name="connsiteX5" fmla="*/ 594266 w 594266"/>
              <a:gd name="connsiteY5" fmla="*/ 1799051 h 2031124"/>
              <a:gd name="connsiteX6" fmla="*/ 594266 w 594266"/>
              <a:gd name="connsiteY6" fmla="*/ 2031124 h 2031124"/>
              <a:gd name="connsiteX7" fmla="*/ 0 w 594266"/>
              <a:gd name="connsiteY7" fmla="*/ 1736247 h 2031124"/>
              <a:gd name="connsiteX8" fmla="*/ 0 w 594266"/>
              <a:gd name="connsiteY8" fmla="*/ 1504174 h 2031124"/>
              <a:gd name="connsiteX9" fmla="*/ 0 w 594266"/>
              <a:gd name="connsiteY9" fmla="*/ 1283247 h 2031124"/>
              <a:gd name="connsiteX10" fmla="*/ 0 w 594266"/>
              <a:gd name="connsiteY10" fmla="*/ 453000 h 2031124"/>
              <a:gd name="connsiteX11" fmla="*/ 0 w 594266"/>
              <a:gd name="connsiteY11" fmla="*/ 232073 h 2031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4266" h="2031124">
                <a:moveTo>
                  <a:pt x="0" y="0"/>
                </a:moveTo>
                <a:lnTo>
                  <a:pt x="594266" y="294877"/>
                </a:lnTo>
                <a:lnTo>
                  <a:pt x="594266" y="526950"/>
                </a:lnTo>
                <a:lnTo>
                  <a:pt x="594266" y="747877"/>
                </a:lnTo>
                <a:lnTo>
                  <a:pt x="594266" y="1578124"/>
                </a:lnTo>
                <a:lnTo>
                  <a:pt x="594266" y="1799051"/>
                </a:lnTo>
                <a:lnTo>
                  <a:pt x="594266" y="2031124"/>
                </a:lnTo>
                <a:lnTo>
                  <a:pt x="0" y="1736247"/>
                </a:lnTo>
                <a:lnTo>
                  <a:pt x="0" y="1504174"/>
                </a:lnTo>
                <a:lnTo>
                  <a:pt x="0" y="1283247"/>
                </a:lnTo>
                <a:lnTo>
                  <a:pt x="0" y="453000"/>
                </a:lnTo>
                <a:lnTo>
                  <a:pt x="0" y="232073"/>
                </a:lnTo>
                <a:close/>
              </a:path>
            </a:pathLst>
          </a:custGeom>
          <a:noFill/>
          <a:ln w="19050" cap="flat">
            <a:gradFill flip="none" rotWithShape="1">
              <a:gsLst>
                <a:gs pos="89000">
                  <a:schemeClr val="tx2"/>
                </a:gs>
                <a:gs pos="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noProof="0">
              <a:ln>
                <a:noFill/>
              </a:ln>
              <a:solidFill>
                <a:srgbClr val="FFFFFF"/>
              </a:solidFill>
              <a:effectLst/>
              <a:uLnTx/>
              <a:uFillTx/>
              <a:latin typeface="Verdana" panose="020B0604030504040204" pitchFamily="34" charset="0"/>
            </a:endParaRPr>
          </a:p>
        </p:txBody>
      </p:sp>
      <p:sp>
        <p:nvSpPr>
          <p:cNvPr id="9" name="Text Placeholder 8">
            <a:extLst>
              <a:ext uri="{FF2B5EF4-FFF2-40B4-BE49-F238E27FC236}">
                <a16:creationId xmlns:a16="http://schemas.microsoft.com/office/drawing/2014/main" id="{AA31561E-FFE1-F9A5-FBF8-E494B0436AE5}"/>
              </a:ext>
              <a:ext uri="{C183D7F6-B498-43B3-948B-1728B52AA6E4}">
                <adec:decorative xmlns:adec="http://schemas.microsoft.com/office/drawing/2017/decorative" val="1"/>
              </a:ext>
            </a:extLst>
          </p:cNvPr>
          <p:cNvSpPr>
            <a:spLocks noGrp="1"/>
          </p:cNvSpPr>
          <p:nvPr>
            <p:ph type="body" sz="quarter" idx="22" hasCustomPrompt="1"/>
          </p:nvPr>
        </p:nvSpPr>
        <p:spPr>
          <a:xfrm>
            <a:off x="11145728" y="4127662"/>
            <a:ext cx="622300" cy="2146138"/>
          </a:xfrm>
          <a:custGeom>
            <a:avLst/>
            <a:gdLst>
              <a:gd name="connsiteX0" fmla="*/ 0 w 622300"/>
              <a:gd name="connsiteY0" fmla="*/ 0 h 2146138"/>
              <a:gd name="connsiteX1" fmla="*/ 622300 w 622300"/>
              <a:gd name="connsiteY1" fmla="*/ 308788 h 2146138"/>
              <a:gd name="connsiteX2" fmla="*/ 622300 w 622300"/>
              <a:gd name="connsiteY2" fmla="*/ 423088 h 2146138"/>
              <a:gd name="connsiteX3" fmla="*/ 622300 w 622300"/>
              <a:gd name="connsiteY3" fmla="*/ 524688 h 2146138"/>
              <a:gd name="connsiteX4" fmla="*/ 622300 w 622300"/>
              <a:gd name="connsiteY4" fmla="*/ 545838 h 2146138"/>
              <a:gd name="connsiteX5" fmla="*/ 622300 w 622300"/>
              <a:gd name="connsiteY5" fmla="*/ 647438 h 2146138"/>
              <a:gd name="connsiteX6" fmla="*/ 622300 w 622300"/>
              <a:gd name="connsiteY6" fmla="*/ 750208 h 2146138"/>
              <a:gd name="connsiteX7" fmla="*/ 622300 w 622300"/>
              <a:gd name="connsiteY7" fmla="*/ 761738 h 2146138"/>
              <a:gd name="connsiteX8" fmla="*/ 622300 w 622300"/>
              <a:gd name="connsiteY8" fmla="*/ 851808 h 2146138"/>
              <a:gd name="connsiteX9" fmla="*/ 622300 w 622300"/>
              <a:gd name="connsiteY9" fmla="*/ 863338 h 2146138"/>
              <a:gd name="connsiteX10" fmla="*/ 622300 w 622300"/>
              <a:gd name="connsiteY10" fmla="*/ 966108 h 2146138"/>
              <a:gd name="connsiteX11" fmla="*/ 622300 w 622300"/>
              <a:gd name="connsiteY11" fmla="*/ 1067708 h 2146138"/>
              <a:gd name="connsiteX12" fmla="*/ 622300 w 622300"/>
              <a:gd name="connsiteY12" fmla="*/ 1387218 h 2146138"/>
              <a:gd name="connsiteX13" fmla="*/ 622300 w 622300"/>
              <a:gd name="connsiteY13" fmla="*/ 1488818 h 2146138"/>
              <a:gd name="connsiteX14" fmla="*/ 622300 w 622300"/>
              <a:gd name="connsiteY14" fmla="*/ 1591588 h 2146138"/>
              <a:gd name="connsiteX15" fmla="*/ 622300 w 622300"/>
              <a:gd name="connsiteY15" fmla="*/ 1603118 h 2146138"/>
              <a:gd name="connsiteX16" fmla="*/ 622300 w 622300"/>
              <a:gd name="connsiteY16" fmla="*/ 1693188 h 2146138"/>
              <a:gd name="connsiteX17" fmla="*/ 622300 w 622300"/>
              <a:gd name="connsiteY17" fmla="*/ 1704718 h 2146138"/>
              <a:gd name="connsiteX18" fmla="*/ 622300 w 622300"/>
              <a:gd name="connsiteY18" fmla="*/ 1807488 h 2146138"/>
              <a:gd name="connsiteX19" fmla="*/ 622300 w 622300"/>
              <a:gd name="connsiteY19" fmla="*/ 1909088 h 2146138"/>
              <a:gd name="connsiteX20" fmla="*/ 622300 w 622300"/>
              <a:gd name="connsiteY20" fmla="*/ 1930238 h 2146138"/>
              <a:gd name="connsiteX21" fmla="*/ 622300 w 622300"/>
              <a:gd name="connsiteY21" fmla="*/ 2031838 h 2146138"/>
              <a:gd name="connsiteX22" fmla="*/ 622300 w 622300"/>
              <a:gd name="connsiteY22" fmla="*/ 2146138 h 2146138"/>
              <a:gd name="connsiteX23" fmla="*/ 0 w 622300"/>
              <a:gd name="connsiteY23" fmla="*/ 1837351 h 2146138"/>
              <a:gd name="connsiteX24" fmla="*/ 0 w 622300"/>
              <a:gd name="connsiteY24" fmla="*/ 1723051 h 2146138"/>
              <a:gd name="connsiteX25" fmla="*/ 0 w 622300"/>
              <a:gd name="connsiteY25" fmla="*/ 1621451 h 2146138"/>
              <a:gd name="connsiteX26" fmla="*/ 0 w 622300"/>
              <a:gd name="connsiteY26" fmla="*/ 1600300 h 2146138"/>
              <a:gd name="connsiteX27" fmla="*/ 0 w 622300"/>
              <a:gd name="connsiteY27" fmla="*/ 1498700 h 2146138"/>
              <a:gd name="connsiteX28" fmla="*/ 0 w 622300"/>
              <a:gd name="connsiteY28" fmla="*/ 1395930 h 2146138"/>
              <a:gd name="connsiteX29" fmla="*/ 0 w 622300"/>
              <a:gd name="connsiteY29" fmla="*/ 1384400 h 2146138"/>
              <a:gd name="connsiteX30" fmla="*/ 0 w 622300"/>
              <a:gd name="connsiteY30" fmla="*/ 1294330 h 2146138"/>
              <a:gd name="connsiteX31" fmla="*/ 0 w 622300"/>
              <a:gd name="connsiteY31" fmla="*/ 1282800 h 2146138"/>
              <a:gd name="connsiteX32" fmla="*/ 0 w 622300"/>
              <a:gd name="connsiteY32" fmla="*/ 1180030 h 2146138"/>
              <a:gd name="connsiteX33" fmla="*/ 0 w 622300"/>
              <a:gd name="connsiteY33" fmla="*/ 1078430 h 2146138"/>
              <a:gd name="connsiteX34" fmla="*/ 0 w 622300"/>
              <a:gd name="connsiteY34" fmla="*/ 758921 h 2146138"/>
              <a:gd name="connsiteX35" fmla="*/ 0 w 622300"/>
              <a:gd name="connsiteY35" fmla="*/ 657321 h 2146138"/>
              <a:gd name="connsiteX36" fmla="*/ 0 w 622300"/>
              <a:gd name="connsiteY36" fmla="*/ 554551 h 2146138"/>
              <a:gd name="connsiteX37" fmla="*/ 0 w 622300"/>
              <a:gd name="connsiteY37" fmla="*/ 543021 h 2146138"/>
              <a:gd name="connsiteX38" fmla="*/ 0 w 622300"/>
              <a:gd name="connsiteY38" fmla="*/ 452951 h 2146138"/>
              <a:gd name="connsiteX39" fmla="*/ 0 w 622300"/>
              <a:gd name="connsiteY39" fmla="*/ 441421 h 2146138"/>
              <a:gd name="connsiteX40" fmla="*/ 0 w 622300"/>
              <a:gd name="connsiteY40" fmla="*/ 338651 h 2146138"/>
              <a:gd name="connsiteX41" fmla="*/ 0 w 622300"/>
              <a:gd name="connsiteY41" fmla="*/ 237051 h 2146138"/>
              <a:gd name="connsiteX42" fmla="*/ 0 w 622300"/>
              <a:gd name="connsiteY42" fmla="*/ 215900 h 2146138"/>
              <a:gd name="connsiteX43" fmla="*/ 0 w 622300"/>
              <a:gd name="connsiteY43" fmla="*/ 114300 h 2146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22300" h="2146138">
                <a:moveTo>
                  <a:pt x="0" y="0"/>
                </a:moveTo>
                <a:lnTo>
                  <a:pt x="622300" y="308788"/>
                </a:lnTo>
                <a:lnTo>
                  <a:pt x="622300" y="423088"/>
                </a:lnTo>
                <a:lnTo>
                  <a:pt x="622300" y="524688"/>
                </a:lnTo>
                <a:lnTo>
                  <a:pt x="622300" y="545838"/>
                </a:lnTo>
                <a:lnTo>
                  <a:pt x="622300" y="647438"/>
                </a:lnTo>
                <a:lnTo>
                  <a:pt x="622300" y="750208"/>
                </a:lnTo>
                <a:lnTo>
                  <a:pt x="622300" y="761738"/>
                </a:lnTo>
                <a:lnTo>
                  <a:pt x="622300" y="851808"/>
                </a:lnTo>
                <a:lnTo>
                  <a:pt x="622300" y="863338"/>
                </a:lnTo>
                <a:lnTo>
                  <a:pt x="622300" y="966108"/>
                </a:lnTo>
                <a:lnTo>
                  <a:pt x="622300" y="1067708"/>
                </a:lnTo>
                <a:lnTo>
                  <a:pt x="622300" y="1387218"/>
                </a:lnTo>
                <a:lnTo>
                  <a:pt x="622300" y="1488818"/>
                </a:lnTo>
                <a:lnTo>
                  <a:pt x="622300" y="1591588"/>
                </a:lnTo>
                <a:lnTo>
                  <a:pt x="622300" y="1603118"/>
                </a:lnTo>
                <a:lnTo>
                  <a:pt x="622300" y="1693188"/>
                </a:lnTo>
                <a:lnTo>
                  <a:pt x="622300" y="1704718"/>
                </a:lnTo>
                <a:lnTo>
                  <a:pt x="622300" y="1807488"/>
                </a:lnTo>
                <a:lnTo>
                  <a:pt x="622300" y="1909088"/>
                </a:lnTo>
                <a:lnTo>
                  <a:pt x="622300" y="1930238"/>
                </a:lnTo>
                <a:lnTo>
                  <a:pt x="622300" y="2031838"/>
                </a:lnTo>
                <a:lnTo>
                  <a:pt x="622300" y="2146138"/>
                </a:lnTo>
                <a:lnTo>
                  <a:pt x="0" y="1837351"/>
                </a:lnTo>
                <a:lnTo>
                  <a:pt x="0" y="1723051"/>
                </a:lnTo>
                <a:lnTo>
                  <a:pt x="0" y="1621451"/>
                </a:lnTo>
                <a:lnTo>
                  <a:pt x="0" y="1600300"/>
                </a:lnTo>
                <a:lnTo>
                  <a:pt x="0" y="1498700"/>
                </a:lnTo>
                <a:lnTo>
                  <a:pt x="0" y="1395930"/>
                </a:lnTo>
                <a:lnTo>
                  <a:pt x="0" y="1384400"/>
                </a:lnTo>
                <a:lnTo>
                  <a:pt x="0" y="1294330"/>
                </a:lnTo>
                <a:lnTo>
                  <a:pt x="0" y="1282800"/>
                </a:lnTo>
                <a:lnTo>
                  <a:pt x="0" y="1180030"/>
                </a:lnTo>
                <a:lnTo>
                  <a:pt x="0" y="1078430"/>
                </a:lnTo>
                <a:lnTo>
                  <a:pt x="0" y="758921"/>
                </a:lnTo>
                <a:lnTo>
                  <a:pt x="0" y="657321"/>
                </a:lnTo>
                <a:lnTo>
                  <a:pt x="0" y="554551"/>
                </a:lnTo>
                <a:lnTo>
                  <a:pt x="0" y="543021"/>
                </a:lnTo>
                <a:lnTo>
                  <a:pt x="0" y="452951"/>
                </a:lnTo>
                <a:lnTo>
                  <a:pt x="0" y="441421"/>
                </a:lnTo>
                <a:lnTo>
                  <a:pt x="0" y="338651"/>
                </a:lnTo>
                <a:lnTo>
                  <a:pt x="0" y="237051"/>
                </a:lnTo>
                <a:lnTo>
                  <a:pt x="0" y="215900"/>
                </a:lnTo>
                <a:lnTo>
                  <a:pt x="0" y="114300"/>
                </a:lnTo>
                <a:close/>
              </a:path>
            </a:pathLst>
          </a:custGeom>
          <a:gradFill flip="none" rotWithShape="1">
            <a:gsLst>
              <a:gs pos="0">
                <a:srgbClr val="78E3DE">
                  <a:lumMod val="94000"/>
                  <a:alpha val="89000"/>
                </a:srgbClr>
              </a:gs>
              <a:gs pos="100000">
                <a:srgbClr val="2F2A95">
                  <a:alpha val="90000"/>
                </a:srgbClr>
              </a:gs>
              <a:gs pos="62000">
                <a:srgbClr val="00B2A9">
                  <a:alpha val="90000"/>
                </a:srgbClr>
              </a:gs>
            </a:gsLst>
            <a:lin ang="6900000" scaled="0"/>
            <a:tileRect/>
          </a:gradFill>
          <a:ln w="19050" cap="flat">
            <a:gradFill>
              <a:gsLst>
                <a:gs pos="0">
                  <a:srgbClr val="00B2A9"/>
                </a:gs>
                <a:gs pos="100000">
                  <a:srgbClr val="2F2A95"/>
                </a:gs>
              </a:gsLst>
              <a:lin ang="5400000" scaled="1"/>
            </a:gradFill>
            <a:prstDash val="solid"/>
            <a:miter/>
          </a:ln>
          <a:effectLst>
            <a:outerShdw blurRad="190500" algn="ctr" rotWithShape="0">
              <a:prstClr val="black">
                <a:alpha val="25000"/>
              </a:prstClr>
            </a:outerShdw>
          </a:effectLst>
        </p:spPr>
        <p:txBody>
          <a:bodyPr vert="horz" wrap="square" lIns="0" tIns="0" rIns="0" bIns="0" rtlCol="0" anchor="ctr">
            <a:noAutofit/>
          </a:bodyPr>
          <a:lstStyle>
            <a:lvl1pPr>
              <a:defRPr kumimoji="0" lang="en-US" sz="100" b="0" i="0" u="none" strike="noStrike" kern="0" cap="none" spc="0" normalizeH="0" baseline="0" dirty="0">
                <a:ln>
                  <a:noFill/>
                </a:ln>
                <a:solidFill>
                  <a:srgbClr val="FFFFFF">
                    <a:alpha val="0"/>
                  </a:srgbClr>
                </a:solidFill>
                <a:effectLst/>
                <a:uLnTx/>
                <a:uFillTx/>
              </a:defRPr>
            </a:lvl1pPr>
          </a:lstStyle>
          <a:p>
            <a:pPr marL="0" marR="0" lvl="0" indent="0" defTabSz="2665918" fontAlgn="auto">
              <a:spcBef>
                <a:spcPts val="2918"/>
              </a:spcBef>
              <a:spcAft>
                <a:spcPts val="0"/>
              </a:spcAft>
              <a:buClr>
                <a:srgbClr val="F2F2F2"/>
              </a:buClr>
              <a:buSzTx/>
              <a:buFontTx/>
              <a:buNone/>
              <a:tabLst/>
            </a:pPr>
            <a:r>
              <a:rPr lang="en-US"/>
              <a:t>cc</a:t>
            </a:r>
          </a:p>
        </p:txBody>
      </p:sp>
      <p:sp>
        <p:nvSpPr>
          <p:cNvPr id="14" name="Text Placeholder 13">
            <a:extLst>
              <a:ext uri="{FF2B5EF4-FFF2-40B4-BE49-F238E27FC236}">
                <a16:creationId xmlns:a16="http://schemas.microsoft.com/office/drawing/2014/main" id="{A4BBAE49-6B14-65B6-CA87-EE5253B41025}"/>
              </a:ext>
              <a:ext uri="{C183D7F6-B498-43B3-948B-1728B52AA6E4}">
                <adec:decorative xmlns:adec="http://schemas.microsoft.com/office/drawing/2017/decorative" val="1"/>
              </a:ext>
            </a:extLst>
          </p:cNvPr>
          <p:cNvSpPr>
            <a:spLocks noGrp="1"/>
          </p:cNvSpPr>
          <p:nvPr>
            <p:ph type="body" sz="quarter" idx="23" hasCustomPrompt="1"/>
          </p:nvPr>
        </p:nvSpPr>
        <p:spPr>
          <a:xfrm>
            <a:off x="7119612" y="1854200"/>
            <a:ext cx="633150" cy="2150136"/>
          </a:xfrm>
          <a:custGeom>
            <a:avLst/>
            <a:gdLst>
              <a:gd name="connsiteX0" fmla="*/ 0 w 633150"/>
              <a:gd name="connsiteY0" fmla="*/ 0 h 2150136"/>
              <a:gd name="connsiteX1" fmla="*/ 633150 w 633150"/>
              <a:gd name="connsiteY1" fmla="*/ 314171 h 2150136"/>
              <a:gd name="connsiteX2" fmla="*/ 633150 w 633150"/>
              <a:gd name="connsiteY2" fmla="*/ 513405 h 2150136"/>
              <a:gd name="connsiteX3" fmla="*/ 633150 w 633150"/>
              <a:gd name="connsiteY3" fmla="*/ 1950903 h 2150136"/>
              <a:gd name="connsiteX4" fmla="*/ 633150 w 633150"/>
              <a:gd name="connsiteY4" fmla="*/ 2150136 h 2150136"/>
              <a:gd name="connsiteX5" fmla="*/ 0 w 633150"/>
              <a:gd name="connsiteY5" fmla="*/ 1835965 h 2150136"/>
              <a:gd name="connsiteX6" fmla="*/ 0 w 633150"/>
              <a:gd name="connsiteY6" fmla="*/ 1636732 h 2150136"/>
              <a:gd name="connsiteX7" fmla="*/ 0 w 633150"/>
              <a:gd name="connsiteY7" fmla="*/ 199234 h 2150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150" h="2150136">
                <a:moveTo>
                  <a:pt x="0" y="0"/>
                </a:moveTo>
                <a:lnTo>
                  <a:pt x="633150" y="314171"/>
                </a:lnTo>
                <a:lnTo>
                  <a:pt x="633150" y="513405"/>
                </a:lnTo>
                <a:lnTo>
                  <a:pt x="633150" y="1950903"/>
                </a:lnTo>
                <a:lnTo>
                  <a:pt x="633150" y="2150136"/>
                </a:lnTo>
                <a:lnTo>
                  <a:pt x="0" y="1835965"/>
                </a:lnTo>
                <a:lnTo>
                  <a:pt x="0" y="1636732"/>
                </a:lnTo>
                <a:lnTo>
                  <a:pt x="0" y="199234"/>
                </a:lnTo>
                <a:close/>
              </a:path>
            </a:pathLst>
          </a:custGeom>
          <a:gradFill flip="none" rotWithShape="1">
            <a:gsLst>
              <a:gs pos="0">
                <a:srgbClr val="C5B4E2">
                  <a:alpha val="72000"/>
                </a:srgbClr>
              </a:gs>
              <a:gs pos="100000">
                <a:srgbClr val="2F2A95">
                  <a:alpha val="80000"/>
                </a:srgbClr>
              </a:gs>
            </a:gsLst>
            <a:lin ang="6900000" scaled="0"/>
            <a:tileRect/>
          </a:gradFill>
          <a:ln w="19050" cap="flat">
            <a:gradFill>
              <a:gsLst>
                <a:gs pos="0">
                  <a:srgbClr val="C5B4E2"/>
                </a:gs>
                <a:gs pos="99000">
                  <a:srgbClr val="C5B4E2">
                    <a:lumMod val="75000"/>
                  </a:srgbClr>
                </a:gs>
              </a:gsLst>
              <a:lin ang="5400000" scaled="1"/>
            </a:gradFill>
            <a:prstDash val="solid"/>
            <a:miter/>
          </a:ln>
          <a:effectLst>
            <a:outerShdw blurRad="190500" algn="ctr" rotWithShape="0">
              <a:prstClr val="black">
                <a:alpha val="25000"/>
              </a:prstClr>
            </a:outerShdw>
          </a:effectLst>
        </p:spPr>
        <p:txBody>
          <a:bodyPr wrap="square" rtlCol="0" anchor="ctr">
            <a:noAutofit/>
          </a:bodyPr>
          <a:lstStyle>
            <a:lvl1pPr>
              <a:buNone/>
              <a:defRPr kumimoji="0" lang="en-US" sz="100" b="0" i="0" u="none" strike="noStrike" kern="0" cap="none" spc="0" normalizeH="0" baseline="0" dirty="0">
                <a:ln>
                  <a:noFill/>
                </a:ln>
                <a:solidFill>
                  <a:srgbClr val="FFFFFF">
                    <a:alpha val="0"/>
                  </a:srgbClr>
                </a:solidFill>
                <a:effectLst/>
                <a:uLnTx/>
                <a:uFillTx/>
              </a:defRPr>
            </a:lvl1pPr>
          </a:lstStyle>
          <a:p>
            <a:pPr marL="0" marR="0" lvl="0" indent="0" defTabSz="2665918" fontAlgn="auto">
              <a:spcBef>
                <a:spcPts val="2918"/>
              </a:spcBef>
              <a:spcAft>
                <a:spcPts val="0"/>
              </a:spcAft>
              <a:buClr>
                <a:srgbClr val="F2F2F2"/>
              </a:buClr>
              <a:buSzTx/>
              <a:buFontTx/>
              <a:tabLst/>
            </a:pPr>
            <a:r>
              <a:rPr lang="en-US"/>
              <a:t>……</a:t>
            </a:r>
          </a:p>
        </p:txBody>
      </p:sp>
      <p:sp>
        <p:nvSpPr>
          <p:cNvPr id="5" name="Footer Placeholder 4">
            <a:extLst>
              <a:ext uri="{FF2B5EF4-FFF2-40B4-BE49-F238E27FC236}">
                <a16:creationId xmlns:a16="http://schemas.microsoft.com/office/drawing/2014/main" id="{548BE344-8FC6-9C44-DD7D-8F78A4E6DE3B}"/>
              </a:ext>
            </a:extLst>
          </p:cNvPr>
          <p:cNvSpPr>
            <a:spLocks noGrp="1"/>
          </p:cNvSpPr>
          <p:nvPr>
            <p:ph type="ftr" sz="quarter" idx="27"/>
          </p:nvPr>
        </p:nvSpPr>
        <p:spPr/>
        <p:txBody>
          <a:bodyPr/>
          <a:lstStyle/>
          <a:p>
            <a:pPr>
              <a:buClr>
                <a:schemeClr val="tx2"/>
              </a:buClr>
              <a:buSzPct val="120000"/>
              <a:buFont typeface="Verdana" panose="020F0502020204030204" pitchFamily="34" charset="0"/>
              <a:buNone/>
            </a:pPr>
            <a:endParaRPr lang="en-US"/>
          </a:p>
        </p:txBody>
      </p:sp>
      <p:sp>
        <p:nvSpPr>
          <p:cNvPr id="2" name="Date Placeholder 1">
            <a:extLst>
              <a:ext uri="{FF2B5EF4-FFF2-40B4-BE49-F238E27FC236}">
                <a16:creationId xmlns:a16="http://schemas.microsoft.com/office/drawing/2014/main" id="{CCEBB5DB-C28B-B116-6A61-282D5993E514}"/>
              </a:ext>
            </a:extLst>
          </p:cNvPr>
          <p:cNvSpPr>
            <a:spLocks noGrp="1"/>
          </p:cNvSpPr>
          <p:nvPr>
            <p:ph type="dt" sz="half" idx="26"/>
          </p:nvPr>
        </p:nvSpPr>
        <p:spPr/>
        <p:txBody>
          <a:bodyPr/>
          <a:lstStyle/>
          <a:p>
            <a:pPr algn="r">
              <a:buClr>
                <a:schemeClr val="tx2"/>
              </a:buClr>
              <a:buSzPct val="120000"/>
              <a:buFont typeface="Verdana" panose="020F0502020204030204" pitchFamily="34" charset="0"/>
              <a:buNone/>
            </a:pPr>
            <a:fld id="{7E41EA80-3ECC-4E9E-BDED-596FA76E9088}" type="datetimeFigureOut">
              <a:rPr lang="en-US" smtClean="0"/>
              <a:pPr algn="r">
                <a:buClr>
                  <a:schemeClr val="tx2"/>
                </a:buClr>
                <a:buSzPct val="120000"/>
                <a:buFont typeface="Verdana" panose="020F0502020204030204" pitchFamily="34" charset="0"/>
                <a:buNone/>
              </a:pPr>
              <a:t>1/14/2026</a:t>
            </a:fld>
            <a:endParaRPr lang="en-US"/>
          </a:p>
        </p:txBody>
      </p:sp>
      <p:sp>
        <p:nvSpPr>
          <p:cNvPr id="6" name="Slide Number Placeholder 5">
            <a:extLst>
              <a:ext uri="{FF2B5EF4-FFF2-40B4-BE49-F238E27FC236}">
                <a16:creationId xmlns:a16="http://schemas.microsoft.com/office/drawing/2014/main" id="{D8F91CF3-F9AC-4E4E-03E4-43B31A583FD3}"/>
              </a:ext>
            </a:extLst>
          </p:cNvPr>
          <p:cNvSpPr>
            <a:spLocks noGrp="1"/>
          </p:cNvSpPr>
          <p:nvPr>
            <p:ph type="sldNum" sz="quarter" idx="28"/>
          </p:nvPr>
        </p:nvSpPr>
        <p:spPr/>
        <p:txBody>
          <a:bodyPr vert="horz" wrap="square" lIns="0" tIns="0" rIns="0" bIns="0" rtlCol="0" anchor="b" anchorCtr="0">
            <a:spAutoFit/>
          </a:bodyPr>
          <a:lstStyle>
            <a:lvl1pPr>
              <a:defRPr lang="en-GB" smtClean="0"/>
            </a:lvl1pPr>
          </a:lstStyle>
          <a:p>
            <a:pPr>
              <a:buClr>
                <a:schemeClr val="tx2"/>
              </a:buClr>
              <a:buSzPct val="120000"/>
              <a:buFont typeface="Verdana" panose="020F0502020204030204" pitchFamily="34" charset="0"/>
              <a:buNone/>
            </a:pPr>
            <a:fld id="{68C08D16-C227-489D-8B10-B6EE065660A6}" type="slidenum">
              <a:rPr lang="en-GB" smtClean="0"/>
              <a:pPr>
                <a:buClr>
                  <a:schemeClr val="tx2"/>
                </a:buClr>
                <a:buSzPct val="120000"/>
                <a:buFont typeface="Verdana" panose="020F0502020204030204" pitchFamily="34" charset="0"/>
                <a:buNone/>
              </a:pPr>
              <a:t>‹#›</a:t>
            </a:fld>
            <a:endParaRPr lang="en-GB"/>
          </a:p>
        </p:txBody>
      </p:sp>
    </p:spTree>
    <p:extLst>
      <p:ext uri="{BB962C8B-B14F-4D97-AF65-F5344CB8AC3E}">
        <p14:creationId xmlns:p14="http://schemas.microsoft.com/office/powerpoint/2010/main" val="194602668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150"/>
                                  </p:stCondLst>
                                  <p:childTnLst>
                                    <p:set>
                                      <p:cBhvr>
                                        <p:cTn id="6" dur="1" fill="hold">
                                          <p:stCondLst>
                                            <p:cond delay="0"/>
                                          </p:stCondLst>
                                        </p:cTn>
                                        <p:tgtEl>
                                          <p:spTgt spid="73"/>
                                        </p:tgtEl>
                                        <p:attrNameLst>
                                          <p:attrName>style.visibility</p:attrName>
                                        </p:attrNameLst>
                                      </p:cBhvr>
                                      <p:to>
                                        <p:strVal val="visible"/>
                                      </p:to>
                                    </p:set>
                                    <p:anim calcmode="lin" valueType="num">
                                      <p:cBhvr additive="base">
                                        <p:cTn id="7" dur="750" fill="hold"/>
                                        <p:tgtEl>
                                          <p:spTgt spid="73"/>
                                        </p:tgtEl>
                                        <p:attrNameLst>
                                          <p:attrName>ppt_x</p:attrName>
                                        </p:attrNameLst>
                                      </p:cBhvr>
                                      <p:tavLst>
                                        <p:tav tm="0">
                                          <p:val>
                                            <p:strVal val="#ppt_x"/>
                                          </p:val>
                                        </p:tav>
                                        <p:tav tm="100000">
                                          <p:val>
                                            <p:strVal val="#ppt_x"/>
                                          </p:val>
                                        </p:tav>
                                      </p:tavLst>
                                    </p:anim>
                                    <p:anim calcmode="lin" valueType="num">
                                      <p:cBhvr additive="base">
                                        <p:cTn id="8" dur="750" fill="hold"/>
                                        <p:tgtEl>
                                          <p:spTgt spid="73"/>
                                        </p:tgtEl>
                                        <p:attrNameLst>
                                          <p:attrName>ppt_y</p:attrName>
                                        </p:attrNameLst>
                                      </p:cBhvr>
                                      <p:tavLst>
                                        <p:tav tm="0">
                                          <p:val>
                                            <p:strVal val="1+#ppt_h/2"/>
                                          </p:val>
                                        </p:tav>
                                        <p:tav tm="100000">
                                          <p:val>
                                            <p:strVal val="#ppt_y"/>
                                          </p:val>
                                        </p:tav>
                                      </p:tavLst>
                                    </p:anim>
                                  </p:childTnLst>
                                </p:cTn>
                              </p:par>
                              <p:par>
                                <p:cTn id="9" presetID="2" presetClass="entr" presetSubtype="4" decel="100000" fill="hold" grpId="0" nodeType="withEffect">
                                  <p:stCondLst>
                                    <p:cond delay="300"/>
                                  </p:stCondLst>
                                  <p:childTnLst>
                                    <p:set>
                                      <p:cBhvr>
                                        <p:cTn id="10" dur="1" fill="hold">
                                          <p:stCondLst>
                                            <p:cond delay="0"/>
                                          </p:stCondLst>
                                        </p:cTn>
                                        <p:tgtEl>
                                          <p:spTgt spid="100"/>
                                        </p:tgtEl>
                                        <p:attrNameLst>
                                          <p:attrName>style.visibility</p:attrName>
                                        </p:attrNameLst>
                                      </p:cBhvr>
                                      <p:to>
                                        <p:strVal val="visible"/>
                                      </p:to>
                                    </p:set>
                                    <p:anim calcmode="lin" valueType="num">
                                      <p:cBhvr additive="base">
                                        <p:cTn id="11" dur="750" fill="hold"/>
                                        <p:tgtEl>
                                          <p:spTgt spid="100"/>
                                        </p:tgtEl>
                                        <p:attrNameLst>
                                          <p:attrName>ppt_x</p:attrName>
                                        </p:attrNameLst>
                                      </p:cBhvr>
                                      <p:tavLst>
                                        <p:tav tm="0">
                                          <p:val>
                                            <p:strVal val="#ppt_x"/>
                                          </p:val>
                                        </p:tav>
                                        <p:tav tm="100000">
                                          <p:val>
                                            <p:strVal val="#ppt_x"/>
                                          </p:val>
                                        </p:tav>
                                      </p:tavLst>
                                    </p:anim>
                                    <p:anim calcmode="lin" valueType="num">
                                      <p:cBhvr additive="base">
                                        <p:cTn id="12" dur="750" fill="hold"/>
                                        <p:tgtEl>
                                          <p:spTgt spid="100"/>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anim calcmode="lin" valueType="num">
                                      <p:cBhvr additive="base">
                                        <p:cTn id="15" dur="750" fill="hold"/>
                                        <p:tgtEl>
                                          <p:spTgt spid="19"/>
                                        </p:tgtEl>
                                        <p:attrNameLst>
                                          <p:attrName>ppt_x</p:attrName>
                                        </p:attrNameLst>
                                      </p:cBhvr>
                                      <p:tavLst>
                                        <p:tav tm="0">
                                          <p:val>
                                            <p:strVal val="#ppt_x"/>
                                          </p:val>
                                        </p:tav>
                                        <p:tav tm="100000">
                                          <p:val>
                                            <p:strVal val="#ppt_x"/>
                                          </p:val>
                                        </p:tav>
                                      </p:tavLst>
                                    </p:anim>
                                    <p:anim calcmode="lin" valueType="num">
                                      <p:cBhvr additive="base">
                                        <p:cTn id="16" dur="750" fill="hold"/>
                                        <p:tgtEl>
                                          <p:spTgt spid="19"/>
                                        </p:tgtEl>
                                        <p:attrNameLst>
                                          <p:attrName>ppt_y</p:attrName>
                                        </p:attrNameLst>
                                      </p:cBhvr>
                                      <p:tavLst>
                                        <p:tav tm="0">
                                          <p:val>
                                            <p:strVal val="1+#ppt_h/2"/>
                                          </p:val>
                                        </p:tav>
                                        <p:tav tm="100000">
                                          <p:val>
                                            <p:strVal val="#ppt_y"/>
                                          </p:val>
                                        </p:tav>
                                      </p:tavLst>
                                    </p:anim>
                                  </p:childTnLst>
                                </p:cTn>
                              </p:par>
                              <p:par>
                                <p:cTn id="17" presetID="10" presetClass="entr" presetSubtype="0" fill="hold" grpId="0" nodeType="withEffect">
                                  <p:stCondLst>
                                    <p:cond delay="50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childTnLst>
                                </p:cTn>
                              </p:par>
                              <p:par>
                                <p:cTn id="20" presetID="42" presetClass="path" presetSubtype="0" decel="100000" fill="hold" grpId="1" nodeType="withEffect">
                                  <p:stCondLst>
                                    <p:cond delay="500"/>
                                  </p:stCondLst>
                                  <p:childTnLst>
                                    <p:animMotion origin="layout" path="M -3.33333E-6 0.03889 L -3.33333E-6 -3.7037E-6 " pathEditMode="relative" rAng="0" ptsTypes="AA">
                                      <p:cBhvr>
                                        <p:cTn id="21" dur="1000" fill="hold"/>
                                        <p:tgtEl>
                                          <p:spTgt spid="11"/>
                                        </p:tgtEl>
                                        <p:attrNameLst>
                                          <p:attrName>ppt_x</p:attrName>
                                          <p:attrName>ppt_y</p:attrName>
                                        </p:attrNameLst>
                                      </p:cBhvr>
                                      <p:rCtr x="0" y="-1944"/>
                                    </p:animMotion>
                                  </p:childTnLst>
                                </p:cTn>
                              </p:par>
                              <p:par>
                                <p:cTn id="22" presetID="2" presetClass="entr" presetSubtype="4" decel="100000" fill="hold" grpId="0" nodeType="withEffect">
                                  <p:stCondLst>
                                    <p:cond delay="500"/>
                                  </p:stCondLst>
                                  <p:childTnLst>
                                    <p:set>
                                      <p:cBhvr>
                                        <p:cTn id="23" dur="1" fill="hold">
                                          <p:stCondLst>
                                            <p:cond delay="0"/>
                                          </p:stCondLst>
                                        </p:cTn>
                                        <p:tgtEl>
                                          <p:spTgt spid="9"/>
                                        </p:tgtEl>
                                        <p:attrNameLst>
                                          <p:attrName>style.visibility</p:attrName>
                                        </p:attrNameLst>
                                      </p:cBhvr>
                                      <p:to>
                                        <p:strVal val="visible"/>
                                      </p:to>
                                    </p:set>
                                    <p:anim calcmode="lin" valueType="num">
                                      <p:cBhvr additive="base">
                                        <p:cTn id="24" dur="750" fill="hold"/>
                                        <p:tgtEl>
                                          <p:spTgt spid="9"/>
                                        </p:tgtEl>
                                        <p:attrNameLst>
                                          <p:attrName>ppt_x</p:attrName>
                                        </p:attrNameLst>
                                      </p:cBhvr>
                                      <p:tavLst>
                                        <p:tav tm="0">
                                          <p:val>
                                            <p:strVal val="#ppt_x"/>
                                          </p:val>
                                        </p:tav>
                                        <p:tav tm="100000">
                                          <p:val>
                                            <p:strVal val="#ppt_x"/>
                                          </p:val>
                                        </p:tav>
                                      </p:tavLst>
                                    </p:anim>
                                    <p:anim calcmode="lin" valueType="num">
                                      <p:cBhvr additive="base">
                                        <p:cTn id="25" dur="750" fill="hold"/>
                                        <p:tgtEl>
                                          <p:spTgt spid="9"/>
                                        </p:tgtEl>
                                        <p:attrNameLst>
                                          <p:attrName>ppt_y</p:attrName>
                                        </p:attrNameLst>
                                      </p:cBhvr>
                                      <p:tavLst>
                                        <p:tav tm="0">
                                          <p:val>
                                            <p:strVal val="1+#ppt_h/2"/>
                                          </p:val>
                                        </p:tav>
                                        <p:tav tm="100000">
                                          <p:val>
                                            <p:strVal val="#ppt_y"/>
                                          </p:val>
                                        </p:tav>
                                      </p:tavLst>
                                    </p:anim>
                                  </p:childTnLst>
                                </p:cTn>
                              </p:par>
                              <p:par>
                                <p:cTn id="26" presetID="2" presetClass="entr" presetSubtype="4" decel="100000" fill="hold" grpId="0" nodeType="withEffect">
                                  <p:stCondLst>
                                    <p:cond delay="500"/>
                                  </p:stCondLst>
                                  <p:childTnLst>
                                    <p:set>
                                      <p:cBhvr>
                                        <p:cTn id="27" dur="1" fill="hold">
                                          <p:stCondLst>
                                            <p:cond delay="0"/>
                                          </p:stCondLst>
                                        </p:cTn>
                                        <p:tgtEl>
                                          <p:spTgt spid="14"/>
                                        </p:tgtEl>
                                        <p:attrNameLst>
                                          <p:attrName>style.visibility</p:attrName>
                                        </p:attrNameLst>
                                      </p:cBhvr>
                                      <p:to>
                                        <p:strVal val="visible"/>
                                      </p:to>
                                    </p:set>
                                    <p:anim calcmode="lin" valueType="num">
                                      <p:cBhvr additive="base">
                                        <p:cTn id="28" dur="750" fill="hold"/>
                                        <p:tgtEl>
                                          <p:spTgt spid="14"/>
                                        </p:tgtEl>
                                        <p:attrNameLst>
                                          <p:attrName>ppt_x</p:attrName>
                                        </p:attrNameLst>
                                      </p:cBhvr>
                                      <p:tavLst>
                                        <p:tav tm="0">
                                          <p:val>
                                            <p:strVal val="#ppt_x"/>
                                          </p:val>
                                        </p:tav>
                                        <p:tav tm="100000">
                                          <p:val>
                                            <p:strVal val="#ppt_x"/>
                                          </p:val>
                                        </p:tav>
                                      </p:tavLst>
                                    </p:anim>
                                    <p:anim calcmode="lin" valueType="num">
                                      <p:cBhvr additive="base">
                                        <p:cTn id="29" dur="750" fill="hold"/>
                                        <p:tgtEl>
                                          <p:spTgt spid="14"/>
                                        </p:tgtEl>
                                        <p:attrNameLst>
                                          <p:attrName>ppt_y</p:attrName>
                                        </p:attrNameLst>
                                      </p:cBhvr>
                                      <p:tavLst>
                                        <p:tav tm="0">
                                          <p:val>
                                            <p:strVal val="1+#ppt_h/2"/>
                                          </p:val>
                                        </p:tav>
                                        <p:tav tm="100000">
                                          <p:val>
                                            <p:strVal val="#ppt_y"/>
                                          </p:val>
                                        </p:tav>
                                      </p:tavLst>
                                    </p:anim>
                                  </p:childTnLst>
                                </p:cTn>
                              </p:par>
                              <p:par>
                                <p:cTn id="30" presetID="2" presetClass="entr" presetSubtype="1" decel="100000" fill="hold" grpId="0" nodeType="withEffect">
                                  <p:stCondLst>
                                    <p:cond delay="1200"/>
                                  </p:stCondLst>
                                  <p:childTnLst>
                                    <p:set>
                                      <p:cBhvr>
                                        <p:cTn id="31" dur="1" fill="hold">
                                          <p:stCondLst>
                                            <p:cond delay="0"/>
                                          </p:stCondLst>
                                        </p:cTn>
                                        <p:tgtEl>
                                          <p:spTgt spid="4"/>
                                        </p:tgtEl>
                                        <p:attrNameLst>
                                          <p:attrName>style.visibility</p:attrName>
                                        </p:attrNameLst>
                                      </p:cBhvr>
                                      <p:to>
                                        <p:strVal val="visible"/>
                                      </p:to>
                                    </p:set>
                                    <p:anim calcmode="lin" valueType="num">
                                      <p:cBhvr additive="base">
                                        <p:cTn id="32" dur="800" fill="hold"/>
                                        <p:tgtEl>
                                          <p:spTgt spid="4"/>
                                        </p:tgtEl>
                                        <p:attrNameLst>
                                          <p:attrName>ppt_x</p:attrName>
                                        </p:attrNameLst>
                                      </p:cBhvr>
                                      <p:tavLst>
                                        <p:tav tm="0">
                                          <p:val>
                                            <p:strVal val="#ppt_x"/>
                                          </p:val>
                                        </p:tav>
                                        <p:tav tm="100000">
                                          <p:val>
                                            <p:strVal val="#ppt_x"/>
                                          </p:val>
                                        </p:tav>
                                      </p:tavLst>
                                    </p:anim>
                                    <p:anim calcmode="lin" valueType="num">
                                      <p:cBhvr additive="base">
                                        <p:cTn id="33" dur="800" fill="hold"/>
                                        <p:tgtEl>
                                          <p:spTgt spid="4"/>
                                        </p:tgtEl>
                                        <p:attrNameLst>
                                          <p:attrName>ppt_y</p:attrName>
                                        </p:attrNameLst>
                                      </p:cBhvr>
                                      <p:tavLst>
                                        <p:tav tm="0">
                                          <p:val>
                                            <p:strVal val="0-#ppt_h/2"/>
                                          </p:val>
                                        </p:tav>
                                        <p:tav tm="100000">
                                          <p:val>
                                            <p:strVal val="#ppt_y"/>
                                          </p:val>
                                        </p:tav>
                                      </p:tavLst>
                                    </p:anim>
                                  </p:childTnLst>
                                </p:cTn>
                              </p:par>
                              <p:par>
                                <p:cTn id="34" presetID="2" presetClass="entr" presetSubtype="1" decel="100000" fill="hold" nodeType="withEffect">
                                  <p:stCondLst>
                                    <p:cond delay="600"/>
                                  </p:stCondLst>
                                  <p:childTnLst>
                                    <p:set>
                                      <p:cBhvr>
                                        <p:cTn id="35" dur="1" fill="hold">
                                          <p:stCondLst>
                                            <p:cond delay="0"/>
                                          </p:stCondLst>
                                        </p:cTn>
                                        <p:tgtEl>
                                          <p:spTgt spid="41"/>
                                        </p:tgtEl>
                                        <p:attrNameLst>
                                          <p:attrName>style.visibility</p:attrName>
                                        </p:attrNameLst>
                                      </p:cBhvr>
                                      <p:to>
                                        <p:strVal val="visible"/>
                                      </p:to>
                                    </p:set>
                                    <p:anim calcmode="lin" valueType="num">
                                      <p:cBhvr additive="base">
                                        <p:cTn id="36" dur="800" fill="hold"/>
                                        <p:tgtEl>
                                          <p:spTgt spid="41"/>
                                        </p:tgtEl>
                                        <p:attrNameLst>
                                          <p:attrName>ppt_x</p:attrName>
                                        </p:attrNameLst>
                                      </p:cBhvr>
                                      <p:tavLst>
                                        <p:tav tm="0">
                                          <p:val>
                                            <p:strVal val="#ppt_x"/>
                                          </p:val>
                                        </p:tav>
                                        <p:tav tm="100000">
                                          <p:val>
                                            <p:strVal val="#ppt_x"/>
                                          </p:val>
                                        </p:tav>
                                      </p:tavLst>
                                    </p:anim>
                                    <p:anim calcmode="lin" valueType="num">
                                      <p:cBhvr additive="base">
                                        <p:cTn id="37" dur="800" fill="hold"/>
                                        <p:tgtEl>
                                          <p:spTgt spid="41"/>
                                        </p:tgtEl>
                                        <p:attrNameLst>
                                          <p:attrName>ppt_y</p:attrName>
                                        </p:attrNameLst>
                                      </p:cBhvr>
                                      <p:tavLst>
                                        <p:tav tm="0">
                                          <p:val>
                                            <p:strVal val="0-#ppt_h/2"/>
                                          </p:val>
                                        </p:tav>
                                        <p:tav tm="100000">
                                          <p:val>
                                            <p:strVal val="#ppt_y"/>
                                          </p:val>
                                        </p:tav>
                                      </p:tavLst>
                                    </p:anim>
                                  </p:childTnLst>
                                </p:cTn>
                              </p:par>
                              <p:par>
                                <p:cTn id="38" presetID="2" presetClass="entr" presetSubtype="4" decel="100000" fill="hold" grpId="0" nodeType="withEffect">
                                  <p:stCondLst>
                                    <p:cond delay="500"/>
                                  </p:stCondLst>
                                  <p:childTnLst>
                                    <p:set>
                                      <p:cBhvr>
                                        <p:cTn id="39" dur="1" fill="hold">
                                          <p:stCondLst>
                                            <p:cond delay="0"/>
                                          </p:stCondLst>
                                        </p:cTn>
                                        <p:tgtEl>
                                          <p:spTgt spid="12"/>
                                        </p:tgtEl>
                                        <p:attrNameLst>
                                          <p:attrName>style.visibility</p:attrName>
                                        </p:attrNameLst>
                                      </p:cBhvr>
                                      <p:to>
                                        <p:strVal val="visible"/>
                                      </p:to>
                                    </p:set>
                                    <p:anim calcmode="lin" valueType="num">
                                      <p:cBhvr additive="base">
                                        <p:cTn id="40" dur="750" fill="hold"/>
                                        <p:tgtEl>
                                          <p:spTgt spid="12"/>
                                        </p:tgtEl>
                                        <p:attrNameLst>
                                          <p:attrName>ppt_x</p:attrName>
                                        </p:attrNameLst>
                                      </p:cBhvr>
                                      <p:tavLst>
                                        <p:tav tm="0">
                                          <p:val>
                                            <p:strVal val="#ppt_x"/>
                                          </p:val>
                                        </p:tav>
                                        <p:tav tm="100000">
                                          <p:val>
                                            <p:strVal val="#ppt_x"/>
                                          </p:val>
                                        </p:tav>
                                      </p:tavLst>
                                    </p:anim>
                                    <p:anim calcmode="lin" valueType="num">
                                      <p:cBhvr additive="base">
                                        <p:cTn id="41" dur="750" fill="hold"/>
                                        <p:tgtEl>
                                          <p:spTgt spid="12"/>
                                        </p:tgtEl>
                                        <p:attrNameLst>
                                          <p:attrName>ppt_y</p:attrName>
                                        </p:attrNameLst>
                                      </p:cBhvr>
                                      <p:tavLst>
                                        <p:tav tm="0">
                                          <p:val>
                                            <p:strVal val="1+#ppt_h/2"/>
                                          </p:val>
                                        </p:tav>
                                        <p:tav tm="100000">
                                          <p:val>
                                            <p:strVal val="#ppt_y"/>
                                          </p:val>
                                        </p:tav>
                                      </p:tavLst>
                                    </p:anim>
                                  </p:childTnLst>
                                </p:cTn>
                              </p:par>
                              <p:par>
                                <p:cTn id="42" presetID="2" presetClass="entr" presetSubtype="4" decel="100000" fill="hold" grpId="0" nodeType="withEffect">
                                  <p:stCondLst>
                                    <p:cond delay="0"/>
                                  </p:stCondLst>
                                  <p:childTnLst>
                                    <p:set>
                                      <p:cBhvr>
                                        <p:cTn id="43" dur="1" fill="hold">
                                          <p:stCondLst>
                                            <p:cond delay="0"/>
                                          </p:stCondLst>
                                        </p:cTn>
                                        <p:tgtEl>
                                          <p:spTgt spid="33"/>
                                        </p:tgtEl>
                                        <p:attrNameLst>
                                          <p:attrName>style.visibility</p:attrName>
                                        </p:attrNameLst>
                                      </p:cBhvr>
                                      <p:to>
                                        <p:strVal val="visible"/>
                                      </p:to>
                                    </p:set>
                                    <p:anim calcmode="lin" valueType="num">
                                      <p:cBhvr additive="base">
                                        <p:cTn id="44" dur="750" fill="hold"/>
                                        <p:tgtEl>
                                          <p:spTgt spid="33"/>
                                        </p:tgtEl>
                                        <p:attrNameLst>
                                          <p:attrName>ppt_x</p:attrName>
                                        </p:attrNameLst>
                                      </p:cBhvr>
                                      <p:tavLst>
                                        <p:tav tm="0">
                                          <p:val>
                                            <p:strVal val="#ppt_x"/>
                                          </p:val>
                                        </p:tav>
                                        <p:tav tm="100000">
                                          <p:val>
                                            <p:strVal val="#ppt_x"/>
                                          </p:val>
                                        </p:tav>
                                      </p:tavLst>
                                    </p:anim>
                                    <p:anim calcmode="lin" valueType="num">
                                      <p:cBhvr additive="base">
                                        <p:cTn id="45" dur="750" fill="hold"/>
                                        <p:tgtEl>
                                          <p:spTgt spid="33"/>
                                        </p:tgtEl>
                                        <p:attrNameLst>
                                          <p:attrName>ppt_y</p:attrName>
                                        </p:attrNameLst>
                                      </p:cBhvr>
                                      <p:tavLst>
                                        <p:tav tm="0">
                                          <p:val>
                                            <p:strVal val="1+#ppt_h/2"/>
                                          </p:val>
                                        </p:tav>
                                        <p:tav tm="100000">
                                          <p:val>
                                            <p:strVal val="#ppt_y"/>
                                          </p:val>
                                        </p:tav>
                                      </p:tavLst>
                                    </p:anim>
                                  </p:childTnLst>
                                </p:cTn>
                              </p:par>
                              <p:par>
                                <p:cTn id="46" presetID="10" presetClass="entr" presetSubtype="0" fill="hold" grpId="0" nodeType="withEffect">
                                  <p:stCondLst>
                                    <p:cond delay="500"/>
                                  </p:stCondLst>
                                  <p:childTnLst>
                                    <p:set>
                                      <p:cBhvr>
                                        <p:cTn id="47" dur="1" fill="hold">
                                          <p:stCondLst>
                                            <p:cond delay="0"/>
                                          </p:stCondLst>
                                        </p:cTn>
                                        <p:tgtEl>
                                          <p:spTgt spid="35"/>
                                        </p:tgtEl>
                                        <p:attrNameLst>
                                          <p:attrName>style.visibility</p:attrName>
                                        </p:attrNameLst>
                                      </p:cBhvr>
                                      <p:to>
                                        <p:strVal val="visible"/>
                                      </p:to>
                                    </p:set>
                                    <p:animEffect transition="in" filter="fade">
                                      <p:cBhvr>
                                        <p:cTn id="48" dur="500"/>
                                        <p:tgtEl>
                                          <p:spTgt spid="35"/>
                                        </p:tgtEl>
                                      </p:cBhvr>
                                    </p:animEffect>
                                  </p:childTnLst>
                                </p:cTn>
                              </p:par>
                              <p:par>
                                <p:cTn id="49" presetID="42" presetClass="path" presetSubtype="0" decel="100000" fill="hold" grpId="1" nodeType="withEffect">
                                  <p:stCondLst>
                                    <p:cond delay="500"/>
                                  </p:stCondLst>
                                  <p:childTnLst>
                                    <p:animMotion origin="layout" path="M -3.75E-6 -0.03472 L -3.75E-6 1.85185E-6 " pathEditMode="relative" rAng="0" ptsTypes="AA">
                                      <p:cBhvr>
                                        <p:cTn id="50" dur="1000" fill="hold"/>
                                        <p:tgtEl>
                                          <p:spTgt spid="35"/>
                                        </p:tgtEl>
                                        <p:attrNameLst>
                                          <p:attrName>ppt_x</p:attrName>
                                          <p:attrName>ppt_y</p:attrName>
                                        </p:attrNameLst>
                                      </p:cBhvr>
                                      <p:rCtr x="0" y="173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1" grpId="0"/>
      <p:bldP spid="11" grpId="1"/>
      <p:bldP spid="35" grpId="0">
        <p:tmplLst>
          <p:tmpl>
            <p:tnLst>
              <p:par>
                <p:cTn presetID="10" presetClass="entr" presetSubtype="0" fill="hold" nodeType="withEffect">
                  <p:stCondLst>
                    <p:cond delay="500"/>
                  </p:stCondLst>
                  <p:childTnLst>
                    <p:set>
                      <p:cBhvr>
                        <p:cTn dur="1" fill="hold">
                          <p:stCondLst>
                            <p:cond delay="0"/>
                          </p:stCondLst>
                        </p:cTn>
                        <p:tgtEl>
                          <p:spTgt spid="35"/>
                        </p:tgtEl>
                        <p:attrNameLst>
                          <p:attrName>style.visibility</p:attrName>
                        </p:attrNameLst>
                      </p:cBhvr>
                      <p:to>
                        <p:strVal val="visible"/>
                      </p:to>
                    </p:set>
                    <p:animEffect transition="in" filter="fade">
                      <p:cBhvr>
                        <p:cTn dur="500"/>
                        <p:tgtEl>
                          <p:spTgt spid="35"/>
                        </p:tgtEl>
                      </p:cBhvr>
                    </p:animEffect>
                  </p:childTnLst>
                </p:cTn>
              </p:par>
            </p:tnLst>
          </p:tmpl>
        </p:tmplLst>
      </p:bldP>
      <p:bldP spid="35" grpId="1"/>
      <p:bldP spid="100" grpId="0" animBg="1"/>
      <p:bldP spid="73" grpId="0" animBg="1"/>
      <p:bldP spid="12" grpId="0" animBg="1"/>
      <p:bldP spid="33" grpId="0" animBg="1"/>
      <p:bldP spid="19" grpId="0" animBg="1"/>
      <p:bldP spid="9" grpId="0" animBg="1">
        <p:tmplLst>
          <p:tmpl>
            <p:tnLst>
              <p:par>
                <p:cTn presetID="2" presetClass="entr" presetSubtype="4" decel="100000" fill="hold" nodeType="withEffect">
                  <p:stCondLst>
                    <p:cond delay="500"/>
                  </p:stCondLst>
                  <p:childTnLst>
                    <p:set>
                      <p:cBhvr>
                        <p:cTn dur="1" fill="hold">
                          <p:stCondLst>
                            <p:cond delay="0"/>
                          </p:stCondLst>
                        </p:cTn>
                        <p:tgtEl>
                          <p:spTgt spid="9"/>
                        </p:tgtEl>
                        <p:attrNameLst>
                          <p:attrName>style.visibility</p:attrName>
                        </p:attrNameLst>
                      </p:cBhvr>
                      <p:to>
                        <p:strVal val="visible"/>
                      </p:to>
                    </p:set>
                    <p:anim calcmode="lin" valueType="num">
                      <p:cBhvr additive="base">
                        <p:cTn dur="750" fill="hold"/>
                        <p:tgtEl>
                          <p:spTgt spid="9"/>
                        </p:tgtEl>
                        <p:attrNameLst>
                          <p:attrName>ppt_x</p:attrName>
                        </p:attrNameLst>
                      </p:cBhvr>
                      <p:tavLst>
                        <p:tav tm="0">
                          <p:val>
                            <p:strVal val="#ppt_x"/>
                          </p:val>
                        </p:tav>
                        <p:tav tm="100000">
                          <p:val>
                            <p:strVal val="#ppt_x"/>
                          </p:val>
                        </p:tav>
                      </p:tavLst>
                    </p:anim>
                    <p:anim calcmode="lin" valueType="num">
                      <p:cBhvr additive="base">
                        <p:cTn dur="750" fill="hold"/>
                        <p:tgtEl>
                          <p:spTgt spid="9"/>
                        </p:tgtEl>
                        <p:attrNameLst>
                          <p:attrName>ppt_y</p:attrName>
                        </p:attrNameLst>
                      </p:cBhvr>
                      <p:tavLst>
                        <p:tav tm="0">
                          <p:val>
                            <p:strVal val="1+#ppt_h/2"/>
                          </p:val>
                        </p:tav>
                        <p:tav tm="100000">
                          <p:val>
                            <p:strVal val="#ppt_y"/>
                          </p:val>
                        </p:tav>
                      </p:tavLst>
                    </p:anim>
                  </p:childTnLst>
                </p:cTn>
              </p:par>
            </p:tnLst>
          </p:tmpl>
        </p:tmplLst>
      </p:bldP>
      <p:bldP spid="14" grpId="0" animBg="1">
        <p:tmplLst>
          <p:tmpl>
            <p:tnLst>
              <p:par>
                <p:cTn presetID="2" presetClass="entr" presetSubtype="4" decel="100000" fill="hold" nodeType="withEffect">
                  <p:stCondLst>
                    <p:cond delay="500"/>
                  </p:stCondLst>
                  <p:childTnLst>
                    <p:set>
                      <p:cBhvr>
                        <p:cTn dur="1" fill="hold">
                          <p:stCondLst>
                            <p:cond delay="0"/>
                          </p:stCondLst>
                        </p:cTn>
                        <p:tgtEl>
                          <p:spTgt spid="14"/>
                        </p:tgtEl>
                        <p:attrNameLst>
                          <p:attrName>style.visibility</p:attrName>
                        </p:attrNameLst>
                      </p:cBhvr>
                      <p:to>
                        <p:strVal val="visible"/>
                      </p:to>
                    </p:set>
                    <p:anim calcmode="lin" valueType="num">
                      <p:cBhvr additive="base">
                        <p:cTn dur="750" fill="hold"/>
                        <p:tgtEl>
                          <p:spTgt spid="14"/>
                        </p:tgtEl>
                        <p:attrNameLst>
                          <p:attrName>ppt_x</p:attrName>
                        </p:attrNameLst>
                      </p:cBhvr>
                      <p:tavLst>
                        <p:tav tm="0">
                          <p:val>
                            <p:strVal val="#ppt_x"/>
                          </p:val>
                        </p:tav>
                        <p:tav tm="100000">
                          <p:val>
                            <p:strVal val="#ppt_x"/>
                          </p:val>
                        </p:tav>
                      </p:tavLst>
                    </p:anim>
                    <p:anim calcmode="lin" valueType="num">
                      <p:cBhvr additive="base">
                        <p:cTn dur="750" fill="hold"/>
                        <p:tgtEl>
                          <p:spTgt spid="14"/>
                        </p:tgtEl>
                        <p:attrNameLst>
                          <p:attrName>ppt_y</p:attrName>
                        </p:attrNameLst>
                      </p:cBhvr>
                      <p:tavLst>
                        <p:tav tm="0">
                          <p:val>
                            <p:strVal val="1+#ppt_h/2"/>
                          </p:val>
                        </p:tav>
                        <p:tav tm="100000">
                          <p:val>
                            <p:strVal val="#ppt_y"/>
                          </p:val>
                        </p:tav>
                      </p:tavLst>
                    </p:anim>
                  </p:childTnLst>
                </p:cTn>
              </p:par>
            </p:tnLst>
          </p:tmpl>
        </p:tmplLst>
      </p:bldP>
    </p:bldLst>
  </p:timing>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Header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409CA-97B8-B0F8-3198-F6ABE6B5766B}"/>
              </a:ext>
            </a:extLst>
          </p:cNvPr>
          <p:cNvSpPr>
            <a:spLocks noGrp="1"/>
          </p:cNvSpPr>
          <p:nvPr>
            <p:ph type="title" hasCustomPrompt="1"/>
          </p:nvPr>
        </p:nvSpPr>
        <p:spPr>
          <a:xfrm>
            <a:off x="4622800" y="1524001"/>
            <a:ext cx="7023100" cy="2317750"/>
          </a:xfrm>
        </p:spPr>
        <p:txBody>
          <a:bodyPr bIns="144000" anchor="b">
            <a:normAutofit/>
          </a:bodyPr>
          <a:lstStyle>
            <a:lvl1pPr algn="l" rtl="0">
              <a:defRPr sz="3600">
                <a:solidFill>
                  <a:schemeClr val="accent2"/>
                </a:solidFill>
              </a:defRPr>
            </a:lvl1pPr>
          </a:lstStyle>
          <a:p>
            <a:r>
              <a:rPr lang="en-US"/>
              <a:t>Click to Add Section Header, Use Font Size 36, Title Case</a:t>
            </a:r>
          </a:p>
        </p:txBody>
      </p:sp>
      <p:sp>
        <p:nvSpPr>
          <p:cNvPr id="3" name="Text Placeholder 2">
            <a:extLst>
              <a:ext uri="{FF2B5EF4-FFF2-40B4-BE49-F238E27FC236}">
                <a16:creationId xmlns:a16="http://schemas.microsoft.com/office/drawing/2014/main" id="{B36A54E0-8ABB-2A35-1DFF-800EF36C4776}"/>
              </a:ext>
            </a:extLst>
          </p:cNvPr>
          <p:cNvSpPr>
            <a:spLocks noGrp="1"/>
          </p:cNvSpPr>
          <p:nvPr>
            <p:ph type="body" idx="1" hasCustomPrompt="1"/>
          </p:nvPr>
        </p:nvSpPr>
        <p:spPr>
          <a:xfrm>
            <a:off x="4622800" y="3967163"/>
            <a:ext cx="7023100" cy="1222375"/>
          </a:xfrm>
        </p:spPr>
        <p:txBody>
          <a:bodyPr lIns="0" tIns="144000" rIns="0" bIns="0" anchor="t">
            <a:normAutofit/>
          </a:bodyPr>
          <a:lstStyle>
            <a:lvl1pPr marL="0" indent="0" algn="l" rtl="0">
              <a:buFont typeface="Verdana" panose="020B0604020202020204" pitchFamily="34" charset="0"/>
              <a:buNone/>
              <a:defRPr sz="180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 xml:space="preserve">Click to add subtitle, use font size 18, </a:t>
            </a:r>
            <a:br>
              <a:rPr lang="en-US"/>
            </a:br>
            <a:r>
              <a:rPr lang="en-US"/>
              <a:t>sentence case</a:t>
            </a:r>
          </a:p>
        </p:txBody>
      </p:sp>
      <p:sp>
        <p:nvSpPr>
          <p:cNvPr id="5" name="Footer Placeholder 4">
            <a:extLst>
              <a:ext uri="{FF2B5EF4-FFF2-40B4-BE49-F238E27FC236}">
                <a16:creationId xmlns:a16="http://schemas.microsoft.com/office/drawing/2014/main" id="{E09043EA-06F3-E7C8-3619-A6B5E520EF18}"/>
              </a:ext>
            </a:extLst>
          </p:cNvPr>
          <p:cNvSpPr>
            <a:spLocks noGrp="1"/>
          </p:cNvSpPr>
          <p:nvPr>
            <p:ph type="ftr" sz="quarter" idx="11"/>
          </p:nvPr>
        </p:nvSpPr>
        <p:spPr/>
        <p:txBody>
          <a:bodyPr/>
          <a:lstStyle/>
          <a:p>
            <a:pPr>
              <a:buClr>
                <a:schemeClr val="tx2"/>
              </a:buClr>
              <a:buSzPct val="120000"/>
              <a:buFont typeface="Verdana" panose="020F0502020204030204" pitchFamily="34" charset="0"/>
              <a:buNone/>
            </a:pPr>
            <a:endParaRPr lang="en-US"/>
          </a:p>
        </p:txBody>
      </p:sp>
      <p:sp>
        <p:nvSpPr>
          <p:cNvPr id="4" name="Date Placeholder 3">
            <a:extLst>
              <a:ext uri="{FF2B5EF4-FFF2-40B4-BE49-F238E27FC236}">
                <a16:creationId xmlns:a16="http://schemas.microsoft.com/office/drawing/2014/main" id="{CCD2B5DD-602C-C09D-A527-58CEA0D221BD}"/>
              </a:ext>
            </a:extLst>
          </p:cNvPr>
          <p:cNvSpPr>
            <a:spLocks noGrp="1"/>
          </p:cNvSpPr>
          <p:nvPr>
            <p:ph type="dt" sz="half" idx="10"/>
          </p:nvPr>
        </p:nvSpPr>
        <p:spPr/>
        <p:txBody>
          <a:bodyPr/>
          <a:lstStyle/>
          <a:p>
            <a:pPr algn="r">
              <a:buClr>
                <a:schemeClr val="tx2"/>
              </a:buClr>
              <a:buSzPct val="120000"/>
              <a:buFont typeface="Verdana" panose="020F0502020204030204" pitchFamily="34" charset="0"/>
              <a:buNone/>
            </a:pPr>
            <a:fld id="{7E41EA80-3ECC-4E9E-BDED-596FA76E9088}" type="datetimeFigureOut">
              <a:rPr lang="en-US" smtClean="0"/>
              <a:pPr algn="r">
                <a:buClr>
                  <a:schemeClr val="tx2"/>
                </a:buClr>
                <a:buSzPct val="120000"/>
                <a:buFont typeface="Verdana" panose="020F0502020204030204" pitchFamily="34" charset="0"/>
                <a:buNone/>
              </a:pPr>
              <a:t>1/14/2026</a:t>
            </a:fld>
            <a:endParaRPr lang="en-US"/>
          </a:p>
        </p:txBody>
      </p:sp>
      <p:sp>
        <p:nvSpPr>
          <p:cNvPr id="6" name="Slide Number Placeholder 5">
            <a:extLst>
              <a:ext uri="{FF2B5EF4-FFF2-40B4-BE49-F238E27FC236}">
                <a16:creationId xmlns:a16="http://schemas.microsoft.com/office/drawing/2014/main" id="{20D1C035-E909-A298-5D24-F7F53BF6AA5A}"/>
              </a:ext>
            </a:extLst>
          </p:cNvPr>
          <p:cNvSpPr>
            <a:spLocks noGrp="1"/>
          </p:cNvSpPr>
          <p:nvPr>
            <p:ph type="sldNum" sz="quarter" idx="12"/>
          </p:nvPr>
        </p:nvSpPr>
        <p:spPr/>
        <p:txBody>
          <a:bodyPr vert="horz" wrap="square" lIns="0" tIns="0" rIns="0" bIns="0" rtlCol="0" anchor="b" anchorCtr="0">
            <a:spAutoFit/>
          </a:bodyPr>
          <a:lstStyle>
            <a:lvl1pPr>
              <a:defRPr lang="en-GB" smtClean="0"/>
            </a:lvl1pPr>
          </a:lstStyle>
          <a:p>
            <a:pPr>
              <a:buClr>
                <a:schemeClr val="tx2"/>
              </a:buClr>
              <a:buSzPct val="120000"/>
              <a:buFont typeface="Verdana" panose="020F0502020204030204" pitchFamily="34" charset="0"/>
              <a:buNone/>
            </a:pPr>
            <a:fld id="{68C08D16-C227-489D-8B10-B6EE065660A6}" type="slidenum">
              <a:rPr lang="en-GB" smtClean="0"/>
              <a:pPr>
                <a:buClr>
                  <a:schemeClr val="tx2"/>
                </a:buClr>
                <a:buSzPct val="120000"/>
                <a:buFont typeface="Verdana" panose="020F0502020204030204" pitchFamily="34" charset="0"/>
                <a:buNone/>
              </a:pPr>
              <a:t>‹#›</a:t>
            </a:fld>
            <a:endParaRPr lang="en-GB"/>
          </a:p>
        </p:txBody>
      </p:sp>
      <p:sp>
        <p:nvSpPr>
          <p:cNvPr id="22" name="Graphic 10">
            <a:extLst>
              <a:ext uri="{FF2B5EF4-FFF2-40B4-BE49-F238E27FC236}">
                <a16:creationId xmlns:a16="http://schemas.microsoft.com/office/drawing/2014/main" id="{DBAE56D5-CD63-5D4E-B9FF-EAE8B58B7EA1}"/>
              </a:ext>
              <a:ext uri="{C183D7F6-B498-43B3-948B-1728B52AA6E4}">
                <adec:decorative xmlns:adec="http://schemas.microsoft.com/office/drawing/2017/decorative" val="1"/>
              </a:ext>
            </a:extLst>
          </p:cNvPr>
          <p:cNvSpPr/>
          <p:nvPr userDrawn="1"/>
        </p:nvSpPr>
        <p:spPr>
          <a:xfrm>
            <a:off x="1975069" y="-1018931"/>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21000">
                  <a:schemeClr val="tx2"/>
                </a:gs>
                <a:gs pos="10000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panose="020B0604030504040204" pitchFamily="34" charset="0"/>
            </a:endParaRPr>
          </a:p>
        </p:txBody>
      </p:sp>
      <p:sp>
        <p:nvSpPr>
          <p:cNvPr id="23" name="Graphic 10">
            <a:extLst>
              <a:ext uri="{FF2B5EF4-FFF2-40B4-BE49-F238E27FC236}">
                <a16:creationId xmlns:a16="http://schemas.microsoft.com/office/drawing/2014/main" id="{6AC7A8BB-C756-3659-0DED-9270B362D8FA}"/>
              </a:ext>
              <a:ext uri="{C183D7F6-B498-43B3-948B-1728B52AA6E4}">
                <adec:decorative xmlns:adec="http://schemas.microsoft.com/office/drawing/2017/decorative" val="1"/>
              </a:ext>
            </a:extLst>
          </p:cNvPr>
          <p:cNvSpPr/>
          <p:nvPr userDrawn="1"/>
        </p:nvSpPr>
        <p:spPr>
          <a:xfrm>
            <a:off x="1576725" y="-768429"/>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21000">
                  <a:schemeClr val="tx2"/>
                </a:gs>
                <a:gs pos="10000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panose="020B0604030504040204" pitchFamily="34" charset="0"/>
            </a:endParaRPr>
          </a:p>
        </p:txBody>
      </p:sp>
      <p:sp>
        <p:nvSpPr>
          <p:cNvPr id="24" name="Graphic 10">
            <a:extLst>
              <a:ext uri="{FF2B5EF4-FFF2-40B4-BE49-F238E27FC236}">
                <a16:creationId xmlns:a16="http://schemas.microsoft.com/office/drawing/2014/main" id="{FAC4647B-235D-5BF6-95EB-20961F66826D}"/>
              </a:ext>
              <a:ext uri="{C183D7F6-B498-43B3-948B-1728B52AA6E4}">
                <adec:decorative xmlns:adec="http://schemas.microsoft.com/office/drawing/2017/decorative" val="1"/>
              </a:ext>
            </a:extLst>
          </p:cNvPr>
          <p:cNvSpPr/>
          <p:nvPr userDrawn="1"/>
        </p:nvSpPr>
        <p:spPr>
          <a:xfrm>
            <a:off x="1178380" y="-517927"/>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21000">
                  <a:schemeClr val="tx2"/>
                </a:gs>
                <a:gs pos="10000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panose="020B0604030504040204" pitchFamily="34" charset="0"/>
            </a:endParaRPr>
          </a:p>
        </p:txBody>
      </p:sp>
      <p:sp>
        <p:nvSpPr>
          <p:cNvPr id="7" name="Freeform: Shape 6">
            <a:extLst>
              <a:ext uri="{FF2B5EF4-FFF2-40B4-BE49-F238E27FC236}">
                <a16:creationId xmlns:a16="http://schemas.microsoft.com/office/drawing/2014/main" id="{389613E9-BE82-93D5-8C3F-BB04E5F2AF63}"/>
              </a:ext>
              <a:ext uri="{C183D7F6-B498-43B3-948B-1728B52AA6E4}">
                <adec:decorative xmlns:adec="http://schemas.microsoft.com/office/drawing/2017/decorative" val="1"/>
              </a:ext>
            </a:extLst>
          </p:cNvPr>
          <p:cNvSpPr/>
          <p:nvPr userDrawn="1"/>
        </p:nvSpPr>
        <p:spPr>
          <a:xfrm>
            <a:off x="377826" y="-17930"/>
            <a:ext cx="2784904" cy="6301255"/>
          </a:xfrm>
          <a:custGeom>
            <a:avLst/>
            <a:gdLst>
              <a:gd name="connsiteX0" fmla="*/ 0 w 2784904"/>
              <a:gd name="connsiteY0" fmla="*/ 0 h 6301255"/>
              <a:gd name="connsiteX1" fmla="*/ 2784904 w 2784904"/>
              <a:gd name="connsiteY1" fmla="*/ 0 h 6301255"/>
              <a:gd name="connsiteX2" fmla="*/ 2784904 w 2784904"/>
              <a:gd name="connsiteY2" fmla="*/ 14755 h 6301255"/>
              <a:gd name="connsiteX3" fmla="*/ 2784904 w 2784904"/>
              <a:gd name="connsiteY3" fmla="*/ 1456078 h 6301255"/>
              <a:gd name="connsiteX4" fmla="*/ 2784904 w 2784904"/>
              <a:gd name="connsiteY4" fmla="*/ 1470833 h 6301255"/>
              <a:gd name="connsiteX5" fmla="*/ 2784904 w 2784904"/>
              <a:gd name="connsiteY5" fmla="*/ 4830422 h 6301255"/>
              <a:gd name="connsiteX6" fmla="*/ 2784904 w 2784904"/>
              <a:gd name="connsiteY6" fmla="*/ 4845177 h 6301255"/>
              <a:gd name="connsiteX7" fmla="*/ 2784904 w 2784904"/>
              <a:gd name="connsiteY7" fmla="*/ 6286500 h 6301255"/>
              <a:gd name="connsiteX8" fmla="*/ 2784904 w 2784904"/>
              <a:gd name="connsiteY8" fmla="*/ 6301255 h 6301255"/>
              <a:gd name="connsiteX9" fmla="*/ 0 w 2784904"/>
              <a:gd name="connsiteY9" fmla="*/ 4954961 h 6301255"/>
              <a:gd name="connsiteX10" fmla="*/ 0 w 2784904"/>
              <a:gd name="connsiteY10" fmla="*/ 4940206 h 6301255"/>
              <a:gd name="connsiteX11" fmla="*/ 0 w 2784904"/>
              <a:gd name="connsiteY11" fmla="*/ 3498883 h 6301255"/>
              <a:gd name="connsiteX12" fmla="*/ 0 w 2784904"/>
              <a:gd name="connsiteY12" fmla="*/ 3484128 h 6301255"/>
              <a:gd name="connsiteX13" fmla="*/ 0 w 2784904"/>
              <a:gd name="connsiteY13" fmla="*/ 1470833 h 6301255"/>
              <a:gd name="connsiteX14" fmla="*/ 0 w 2784904"/>
              <a:gd name="connsiteY14" fmla="*/ 1456078 h 6301255"/>
              <a:gd name="connsiteX15" fmla="*/ 0 w 2784904"/>
              <a:gd name="connsiteY15" fmla="*/ 14755 h 6301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84904" h="6301255">
                <a:moveTo>
                  <a:pt x="0" y="0"/>
                </a:moveTo>
                <a:lnTo>
                  <a:pt x="2784904" y="0"/>
                </a:lnTo>
                <a:lnTo>
                  <a:pt x="2784904" y="14755"/>
                </a:lnTo>
                <a:lnTo>
                  <a:pt x="2784904" y="1456078"/>
                </a:lnTo>
                <a:lnTo>
                  <a:pt x="2784904" y="1470833"/>
                </a:lnTo>
                <a:lnTo>
                  <a:pt x="2784904" y="4830422"/>
                </a:lnTo>
                <a:lnTo>
                  <a:pt x="2784904" y="4845177"/>
                </a:lnTo>
                <a:lnTo>
                  <a:pt x="2784904" y="6286500"/>
                </a:lnTo>
                <a:lnTo>
                  <a:pt x="2784904" y="6301255"/>
                </a:lnTo>
                <a:lnTo>
                  <a:pt x="0" y="4954961"/>
                </a:lnTo>
                <a:lnTo>
                  <a:pt x="0" y="4940206"/>
                </a:lnTo>
                <a:lnTo>
                  <a:pt x="0" y="3498883"/>
                </a:lnTo>
                <a:lnTo>
                  <a:pt x="0" y="3484128"/>
                </a:lnTo>
                <a:lnTo>
                  <a:pt x="0" y="1470833"/>
                </a:lnTo>
                <a:lnTo>
                  <a:pt x="0" y="1456078"/>
                </a:lnTo>
                <a:lnTo>
                  <a:pt x="0" y="14755"/>
                </a:lnTo>
                <a:close/>
              </a:path>
            </a:pathLst>
          </a:custGeom>
          <a:noFill/>
          <a:ln w="19050" cap="flat">
            <a:gradFill flip="none" rotWithShape="1">
              <a:gsLst>
                <a:gs pos="78000">
                  <a:schemeClr val="accent2"/>
                </a:gs>
                <a:gs pos="100000">
                  <a:schemeClr val="tx1">
                    <a:alpha val="17000"/>
                  </a:scheme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t"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cap="none" spc="0" normalizeH="0" baseline="0">
              <a:ln>
                <a:noFill/>
              </a:ln>
              <a:solidFill>
                <a:srgbClr val="FFFFFF"/>
              </a:solidFill>
              <a:effectLst/>
              <a:uLnTx/>
              <a:uFillTx/>
              <a:latin typeface="Verdana" panose="020B0604030504040204" pitchFamily="34" charset="0"/>
            </a:endParaRPr>
          </a:p>
        </p:txBody>
      </p:sp>
      <p:sp>
        <p:nvSpPr>
          <p:cNvPr id="25" name="Graphic 10">
            <a:extLst>
              <a:ext uri="{FF2B5EF4-FFF2-40B4-BE49-F238E27FC236}">
                <a16:creationId xmlns:a16="http://schemas.microsoft.com/office/drawing/2014/main" id="{AA74202D-78F9-8EDD-1816-7A87015B3289}"/>
              </a:ext>
              <a:ext uri="{C183D7F6-B498-43B3-948B-1728B52AA6E4}">
                <adec:decorative xmlns:adec="http://schemas.microsoft.com/office/drawing/2017/decorative" val="1"/>
              </a:ext>
            </a:extLst>
          </p:cNvPr>
          <p:cNvSpPr/>
          <p:nvPr userDrawn="1"/>
        </p:nvSpPr>
        <p:spPr>
          <a:xfrm>
            <a:off x="780035" y="-267424"/>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21000">
                  <a:schemeClr val="tx2"/>
                </a:gs>
                <a:gs pos="10000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panose="020B0604030504040204" pitchFamily="34" charset="0"/>
            </a:endParaRPr>
          </a:p>
        </p:txBody>
      </p:sp>
      <p:sp>
        <p:nvSpPr>
          <p:cNvPr id="28" name="Graphic 10">
            <a:extLst>
              <a:ext uri="{FF2B5EF4-FFF2-40B4-BE49-F238E27FC236}">
                <a16:creationId xmlns:a16="http://schemas.microsoft.com/office/drawing/2014/main" id="{819B3FE4-A0D7-39B8-6C46-FD8F8CA8B994}"/>
              </a:ext>
              <a:ext uri="{C183D7F6-B498-43B3-948B-1728B52AA6E4}">
                <adec:decorative xmlns:adec="http://schemas.microsoft.com/office/drawing/2017/decorative" val="1"/>
              </a:ext>
            </a:extLst>
          </p:cNvPr>
          <p:cNvSpPr/>
          <p:nvPr userDrawn="1"/>
        </p:nvSpPr>
        <p:spPr>
          <a:xfrm>
            <a:off x="381690" y="-16922"/>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21000">
                  <a:schemeClr val="tx2"/>
                </a:gs>
                <a:gs pos="10000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panose="020B0604030504040204" pitchFamily="34" charset="0"/>
            </a:endParaRPr>
          </a:p>
        </p:txBody>
      </p:sp>
      <p:sp>
        <p:nvSpPr>
          <p:cNvPr id="30" name="Graphic 10">
            <a:extLst>
              <a:ext uri="{FF2B5EF4-FFF2-40B4-BE49-F238E27FC236}">
                <a16:creationId xmlns:a16="http://schemas.microsoft.com/office/drawing/2014/main" id="{B0E4605A-60DD-0717-8340-903B3B05167A}"/>
              </a:ext>
              <a:ext uri="{C183D7F6-B498-43B3-948B-1728B52AA6E4}">
                <adec:decorative xmlns:adec="http://schemas.microsoft.com/office/drawing/2017/decorative" val="1"/>
              </a:ext>
            </a:extLst>
          </p:cNvPr>
          <p:cNvSpPr/>
          <p:nvPr userDrawn="1"/>
        </p:nvSpPr>
        <p:spPr>
          <a:xfrm>
            <a:off x="-16654" y="233580"/>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21000">
                  <a:schemeClr val="tx2"/>
                </a:gs>
                <a:gs pos="10000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panose="020B0604030504040204" pitchFamily="34" charset="0"/>
            </a:endParaRPr>
          </a:p>
        </p:txBody>
      </p:sp>
      <p:sp>
        <p:nvSpPr>
          <p:cNvPr id="37" name="Graphic 10">
            <a:extLst>
              <a:ext uri="{FF2B5EF4-FFF2-40B4-BE49-F238E27FC236}">
                <a16:creationId xmlns:a16="http://schemas.microsoft.com/office/drawing/2014/main" id="{0F0174C8-989A-9DAA-C065-74AF69F84B35}"/>
              </a:ext>
              <a:ext uri="{C183D7F6-B498-43B3-948B-1728B52AA6E4}">
                <adec:decorative xmlns:adec="http://schemas.microsoft.com/office/drawing/2017/decorative" val="1"/>
              </a:ext>
            </a:extLst>
          </p:cNvPr>
          <p:cNvSpPr/>
          <p:nvPr userDrawn="1"/>
        </p:nvSpPr>
        <p:spPr>
          <a:xfrm>
            <a:off x="2373414" y="-1269433"/>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21000">
                  <a:schemeClr val="tx2"/>
                </a:gs>
                <a:gs pos="10000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panose="020B0604030504040204" pitchFamily="34" charset="0"/>
            </a:endParaRPr>
          </a:p>
        </p:txBody>
      </p:sp>
      <p:sp>
        <p:nvSpPr>
          <p:cNvPr id="38" name="Graphic 10">
            <a:extLst>
              <a:ext uri="{FF2B5EF4-FFF2-40B4-BE49-F238E27FC236}">
                <a16:creationId xmlns:a16="http://schemas.microsoft.com/office/drawing/2014/main" id="{FAB7FE08-4371-D71D-431F-C2783877B07A}"/>
              </a:ext>
              <a:ext uri="{C183D7F6-B498-43B3-948B-1728B52AA6E4}">
                <adec:decorative xmlns:adec="http://schemas.microsoft.com/office/drawing/2017/decorative" val="1"/>
              </a:ext>
            </a:extLst>
          </p:cNvPr>
          <p:cNvSpPr/>
          <p:nvPr userDrawn="1"/>
        </p:nvSpPr>
        <p:spPr>
          <a:xfrm>
            <a:off x="2771759" y="-1519936"/>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21000">
                  <a:schemeClr val="tx2"/>
                </a:gs>
                <a:gs pos="10000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panose="020B0604030504040204" pitchFamily="34" charset="0"/>
            </a:endParaRPr>
          </a:p>
        </p:txBody>
      </p:sp>
      <p:sp>
        <p:nvSpPr>
          <p:cNvPr id="39" name="Graphic 10">
            <a:extLst>
              <a:ext uri="{FF2B5EF4-FFF2-40B4-BE49-F238E27FC236}">
                <a16:creationId xmlns:a16="http://schemas.microsoft.com/office/drawing/2014/main" id="{2C1734BA-229D-CE09-3CAF-96446789BAE0}"/>
              </a:ext>
              <a:ext uri="{C183D7F6-B498-43B3-948B-1728B52AA6E4}">
                <adec:decorative xmlns:adec="http://schemas.microsoft.com/office/drawing/2017/decorative" val="1"/>
              </a:ext>
            </a:extLst>
          </p:cNvPr>
          <p:cNvSpPr/>
          <p:nvPr userDrawn="1"/>
        </p:nvSpPr>
        <p:spPr>
          <a:xfrm>
            <a:off x="3170104" y="-1770438"/>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21000">
                  <a:schemeClr val="tx2"/>
                </a:gs>
                <a:gs pos="10000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panose="020B0604030504040204" pitchFamily="34" charset="0"/>
            </a:endParaRPr>
          </a:p>
        </p:txBody>
      </p:sp>
      <p:sp>
        <p:nvSpPr>
          <p:cNvPr id="66" name="Graphic 10">
            <a:extLst>
              <a:ext uri="{FF2B5EF4-FFF2-40B4-BE49-F238E27FC236}">
                <a16:creationId xmlns:a16="http://schemas.microsoft.com/office/drawing/2014/main" id="{FEF74314-4F88-482A-AF57-3CAD0BE441E5}"/>
              </a:ext>
              <a:ext uri="{C183D7F6-B498-43B3-948B-1728B52AA6E4}">
                <adec:decorative xmlns:adec="http://schemas.microsoft.com/office/drawing/2017/decorative" val="1"/>
              </a:ext>
            </a:extLst>
          </p:cNvPr>
          <p:cNvSpPr/>
          <p:nvPr userDrawn="1"/>
        </p:nvSpPr>
        <p:spPr>
          <a:xfrm>
            <a:off x="-414999" y="484074"/>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21000">
                  <a:schemeClr val="tx2"/>
                </a:gs>
                <a:gs pos="10000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panose="020B0604030504040204" pitchFamily="34" charset="0"/>
            </a:endParaRPr>
          </a:p>
        </p:txBody>
      </p:sp>
      <p:sp>
        <p:nvSpPr>
          <p:cNvPr id="121" name="Graphic 10">
            <a:extLst>
              <a:ext uri="{FF2B5EF4-FFF2-40B4-BE49-F238E27FC236}">
                <a16:creationId xmlns:a16="http://schemas.microsoft.com/office/drawing/2014/main" id="{9B3E001F-87BE-4DA6-FD38-52A968A711C6}"/>
              </a:ext>
              <a:ext uri="{C183D7F6-B498-43B3-948B-1728B52AA6E4}">
                <adec:decorative xmlns:adec="http://schemas.microsoft.com/office/drawing/2017/decorative" val="1"/>
              </a:ext>
            </a:extLst>
          </p:cNvPr>
          <p:cNvSpPr/>
          <p:nvPr userDrawn="1"/>
        </p:nvSpPr>
        <p:spPr>
          <a:xfrm>
            <a:off x="-813301" y="746805"/>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21000">
                  <a:schemeClr val="tx2"/>
                </a:gs>
                <a:gs pos="10000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panose="020B0604030504040204" pitchFamily="34" charset="0"/>
            </a:endParaRPr>
          </a:p>
        </p:txBody>
      </p:sp>
      <p:sp>
        <p:nvSpPr>
          <p:cNvPr id="36" name="Graphic 10">
            <a:extLst>
              <a:ext uri="{FF2B5EF4-FFF2-40B4-BE49-F238E27FC236}">
                <a16:creationId xmlns:a16="http://schemas.microsoft.com/office/drawing/2014/main" id="{2340242A-9028-BDF2-B234-CEFF2870110E}"/>
              </a:ext>
              <a:ext uri="{C183D7F6-B498-43B3-948B-1728B52AA6E4}">
                <adec:decorative xmlns:adec="http://schemas.microsoft.com/office/drawing/2017/decorative" val="1"/>
              </a:ext>
            </a:extLst>
          </p:cNvPr>
          <p:cNvSpPr/>
          <p:nvPr userDrawn="1"/>
        </p:nvSpPr>
        <p:spPr>
          <a:xfrm>
            <a:off x="3562333" y="-2034286"/>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21000">
                  <a:schemeClr val="tx2"/>
                </a:gs>
                <a:gs pos="10000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panose="020B0604030504040204" pitchFamily="34" charset="0"/>
            </a:endParaRPr>
          </a:p>
        </p:txBody>
      </p:sp>
      <p:sp>
        <p:nvSpPr>
          <p:cNvPr id="40" name="Graphic 10">
            <a:extLst>
              <a:ext uri="{FF2B5EF4-FFF2-40B4-BE49-F238E27FC236}">
                <a16:creationId xmlns:a16="http://schemas.microsoft.com/office/drawing/2014/main" id="{E44E955E-7612-E8F0-3B5D-365C94719186}"/>
              </a:ext>
              <a:ext uri="{C183D7F6-B498-43B3-948B-1728B52AA6E4}">
                <adec:decorative xmlns:adec="http://schemas.microsoft.com/office/drawing/2017/decorative" val="1"/>
              </a:ext>
            </a:extLst>
          </p:cNvPr>
          <p:cNvSpPr/>
          <p:nvPr userDrawn="1"/>
        </p:nvSpPr>
        <p:spPr>
          <a:xfrm>
            <a:off x="3957620" y="-2291461"/>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21000">
                  <a:schemeClr val="tx2"/>
                </a:gs>
                <a:gs pos="10000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panose="020B0604030504040204" pitchFamily="34" charset="0"/>
            </a:endParaRPr>
          </a:p>
        </p:txBody>
      </p:sp>
      <p:sp>
        <p:nvSpPr>
          <p:cNvPr id="41" name="Graphic 10">
            <a:extLst>
              <a:ext uri="{FF2B5EF4-FFF2-40B4-BE49-F238E27FC236}">
                <a16:creationId xmlns:a16="http://schemas.microsoft.com/office/drawing/2014/main" id="{5D9C53CF-BDD4-B556-0C5D-03B8F81568D6}"/>
              </a:ext>
              <a:ext uri="{C183D7F6-B498-43B3-948B-1728B52AA6E4}">
                <adec:decorative xmlns:adec="http://schemas.microsoft.com/office/drawing/2017/decorative" val="1"/>
              </a:ext>
            </a:extLst>
          </p:cNvPr>
          <p:cNvSpPr/>
          <p:nvPr userDrawn="1"/>
        </p:nvSpPr>
        <p:spPr>
          <a:xfrm>
            <a:off x="4352907" y="-2548636"/>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21000">
                  <a:schemeClr val="tx2"/>
                </a:gs>
                <a:gs pos="10000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panose="020B0604030504040204" pitchFamily="34" charset="0"/>
            </a:endParaRPr>
          </a:p>
        </p:txBody>
      </p:sp>
      <p:sp>
        <p:nvSpPr>
          <p:cNvPr id="33" name="Freeform: Shape 32">
            <a:extLst>
              <a:ext uri="{FF2B5EF4-FFF2-40B4-BE49-F238E27FC236}">
                <a16:creationId xmlns:a16="http://schemas.microsoft.com/office/drawing/2014/main" id="{CF2DD8D5-232D-2D37-C219-11B51A3B0D96}"/>
              </a:ext>
              <a:ext uri="{C183D7F6-B498-43B3-948B-1728B52AA6E4}">
                <adec:decorative xmlns:adec="http://schemas.microsoft.com/office/drawing/2017/decorative" val="1"/>
              </a:ext>
            </a:extLst>
          </p:cNvPr>
          <p:cNvSpPr/>
          <p:nvPr userDrawn="1"/>
        </p:nvSpPr>
        <p:spPr>
          <a:xfrm>
            <a:off x="547741" y="0"/>
            <a:ext cx="3052740" cy="6286500"/>
          </a:xfrm>
          <a:custGeom>
            <a:avLst/>
            <a:gdLst>
              <a:gd name="connsiteX0" fmla="*/ 0 w 3052740"/>
              <a:gd name="connsiteY0" fmla="*/ 0 h 6286500"/>
              <a:gd name="connsiteX1" fmla="*/ 3052740 w 3052740"/>
              <a:gd name="connsiteY1" fmla="*/ 0 h 6286500"/>
              <a:gd name="connsiteX2" fmla="*/ 3052740 w 3052740"/>
              <a:gd name="connsiteY2" fmla="*/ 1456078 h 6286500"/>
              <a:gd name="connsiteX3" fmla="*/ 3052740 w 3052740"/>
              <a:gd name="connsiteY3" fmla="*/ 4830422 h 6286500"/>
              <a:gd name="connsiteX4" fmla="*/ 3052740 w 3052740"/>
              <a:gd name="connsiteY4" fmla="*/ 6286500 h 6286500"/>
              <a:gd name="connsiteX5" fmla="*/ 0 w 3052740"/>
              <a:gd name="connsiteY5" fmla="*/ 4810727 h 6286500"/>
              <a:gd name="connsiteX6" fmla="*/ 0 w 3052740"/>
              <a:gd name="connsiteY6" fmla="*/ 3354649 h 6286500"/>
              <a:gd name="connsiteX7" fmla="*/ 0 w 3052740"/>
              <a:gd name="connsiteY7" fmla="*/ 1456078 h 6286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52740" h="6286500">
                <a:moveTo>
                  <a:pt x="0" y="0"/>
                </a:moveTo>
                <a:lnTo>
                  <a:pt x="3052740" y="0"/>
                </a:lnTo>
                <a:lnTo>
                  <a:pt x="3052740" y="1456078"/>
                </a:lnTo>
                <a:lnTo>
                  <a:pt x="3052740" y="4830422"/>
                </a:lnTo>
                <a:lnTo>
                  <a:pt x="3052740" y="6286500"/>
                </a:lnTo>
                <a:lnTo>
                  <a:pt x="0" y="4810727"/>
                </a:lnTo>
                <a:lnTo>
                  <a:pt x="0" y="3354649"/>
                </a:lnTo>
                <a:lnTo>
                  <a:pt x="0" y="1456078"/>
                </a:lnTo>
                <a:close/>
              </a:path>
            </a:pathLst>
          </a:custGeom>
          <a:gradFill flip="none" rotWithShape="1">
            <a:gsLst>
              <a:gs pos="0">
                <a:schemeClr val="accent2">
                  <a:alpha val="75000"/>
                </a:schemeClr>
              </a:gs>
              <a:gs pos="100000">
                <a:schemeClr val="tx1">
                  <a:alpha val="10000"/>
                </a:schemeClr>
              </a:gs>
            </a:gsLst>
            <a:lin ang="6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0000" bIns="90000" rtlCol="0" anchor="t">
            <a:noAutofit/>
          </a:bodyPr>
          <a:lstStyle/>
          <a:p>
            <a:pPr lvl="0" rtl="0">
              <a:lnSpc>
                <a:spcPct val="90000"/>
              </a:lnSpc>
              <a:spcBef>
                <a:spcPts val="1000"/>
              </a:spcBef>
              <a:buClr>
                <a:schemeClr val="tx2"/>
              </a:buClr>
              <a:buSzPct val="120000"/>
              <a:buFont typeface="Verdana" panose="020F0502020204030204" pitchFamily="34" charset="0"/>
              <a:buNone/>
            </a:pPr>
            <a:endParaRPr lang="en-US" sz="2000">
              <a:solidFill>
                <a:schemeClr val="tx1"/>
              </a:solidFill>
              <a:latin typeface="Verdana" panose="020B0604030504040204" pitchFamily="34" charset="0"/>
            </a:endParaRPr>
          </a:p>
        </p:txBody>
      </p:sp>
      <p:sp>
        <p:nvSpPr>
          <p:cNvPr id="129" name="Picture Placeholder 128">
            <a:extLst>
              <a:ext uri="{FF2B5EF4-FFF2-40B4-BE49-F238E27FC236}">
                <a16:creationId xmlns:a16="http://schemas.microsoft.com/office/drawing/2014/main" id="{88690719-AF8F-23FF-0686-C12A1BF1A4ED}"/>
              </a:ext>
            </a:extLst>
          </p:cNvPr>
          <p:cNvSpPr>
            <a:spLocks noGrp="1"/>
          </p:cNvSpPr>
          <p:nvPr>
            <p:ph type="pic" sz="quarter" idx="18" hasCustomPrompt="1"/>
          </p:nvPr>
        </p:nvSpPr>
        <p:spPr>
          <a:xfrm>
            <a:off x="736741" y="0"/>
            <a:ext cx="3323874" cy="6286500"/>
          </a:xfrm>
          <a:custGeom>
            <a:avLst/>
            <a:gdLst>
              <a:gd name="connsiteX0" fmla="*/ 0 w 3323874"/>
              <a:gd name="connsiteY0" fmla="*/ 0 h 6286500"/>
              <a:gd name="connsiteX1" fmla="*/ 3323874 w 3323874"/>
              <a:gd name="connsiteY1" fmla="*/ 0 h 6286500"/>
              <a:gd name="connsiteX2" fmla="*/ 3323874 w 3323874"/>
              <a:gd name="connsiteY2" fmla="*/ 1456078 h 6286500"/>
              <a:gd name="connsiteX3" fmla="*/ 3323874 w 3323874"/>
              <a:gd name="connsiteY3" fmla="*/ 4830422 h 6286500"/>
              <a:gd name="connsiteX4" fmla="*/ 3323874 w 3323874"/>
              <a:gd name="connsiteY4" fmla="*/ 6286500 h 6286500"/>
              <a:gd name="connsiteX5" fmla="*/ 0 w 3323874"/>
              <a:gd name="connsiteY5" fmla="*/ 4679655 h 6286500"/>
              <a:gd name="connsiteX6" fmla="*/ 0 w 3323874"/>
              <a:gd name="connsiteY6" fmla="*/ 3223577 h 6286500"/>
              <a:gd name="connsiteX7" fmla="*/ 0 w 3323874"/>
              <a:gd name="connsiteY7" fmla="*/ 1456078 h 6286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23874" h="6286500">
                <a:moveTo>
                  <a:pt x="0" y="0"/>
                </a:moveTo>
                <a:lnTo>
                  <a:pt x="3323874" y="0"/>
                </a:lnTo>
                <a:lnTo>
                  <a:pt x="3323874" y="1456078"/>
                </a:lnTo>
                <a:lnTo>
                  <a:pt x="3323874" y="4830422"/>
                </a:lnTo>
                <a:lnTo>
                  <a:pt x="3323874" y="6286500"/>
                </a:lnTo>
                <a:lnTo>
                  <a:pt x="0" y="4679655"/>
                </a:lnTo>
                <a:lnTo>
                  <a:pt x="0" y="3223577"/>
                </a:lnTo>
                <a:lnTo>
                  <a:pt x="0" y="1456078"/>
                </a:lnTo>
                <a:close/>
              </a:path>
            </a:pathLst>
          </a:custGeom>
          <a:solidFill>
            <a:schemeClr val="bg2"/>
          </a:solidFill>
        </p:spPr>
        <p:txBody>
          <a:bodyPr wrap="square" lIns="360000" tIns="1764000" rIns="360000">
            <a:noAutofit/>
          </a:bodyPr>
          <a:lstStyle>
            <a:lvl1pPr marL="0" indent="0" algn="ctr">
              <a:buFontTx/>
              <a:buNone/>
              <a:defRPr sz="12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t>Click the icon to add an image. To scale or reposition the image in the frame, use the ‘Crop’ options in the ‘Picture Format’ tab. Right-click on image to add or edit alt text.</a:t>
            </a:r>
          </a:p>
          <a:p>
            <a:endParaRPr lang="en-US"/>
          </a:p>
        </p:txBody>
      </p:sp>
      <p:sp>
        <p:nvSpPr>
          <p:cNvPr id="94" name="Graphic 10">
            <a:extLst>
              <a:ext uri="{FF2B5EF4-FFF2-40B4-BE49-F238E27FC236}">
                <a16:creationId xmlns:a16="http://schemas.microsoft.com/office/drawing/2014/main" id="{37B0440A-8F5A-0E6B-1EA1-2A10CF4B31B4}"/>
              </a:ext>
              <a:ext uri="{C183D7F6-B498-43B3-948B-1728B52AA6E4}">
                <adec:decorative xmlns:adec="http://schemas.microsoft.com/office/drawing/2017/decorative" val="1"/>
              </a:ext>
            </a:extLst>
          </p:cNvPr>
          <p:cNvSpPr/>
          <p:nvPr userDrawn="1"/>
        </p:nvSpPr>
        <p:spPr>
          <a:xfrm>
            <a:off x="10615629" y="5410669"/>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83000">
                  <a:schemeClr val="tx2"/>
                </a:gs>
                <a:gs pos="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panose="020B0604030504040204" pitchFamily="34" charset="0"/>
            </a:endParaRPr>
          </a:p>
        </p:txBody>
      </p:sp>
      <p:sp>
        <p:nvSpPr>
          <p:cNvPr id="95" name="Graphic 10">
            <a:extLst>
              <a:ext uri="{FF2B5EF4-FFF2-40B4-BE49-F238E27FC236}">
                <a16:creationId xmlns:a16="http://schemas.microsoft.com/office/drawing/2014/main" id="{10500C62-0236-970B-FA42-C008D33A5829}"/>
              </a:ext>
              <a:ext uri="{C183D7F6-B498-43B3-948B-1728B52AA6E4}">
                <adec:decorative xmlns:adec="http://schemas.microsoft.com/office/drawing/2017/decorative" val="1"/>
              </a:ext>
            </a:extLst>
          </p:cNvPr>
          <p:cNvSpPr/>
          <p:nvPr userDrawn="1"/>
        </p:nvSpPr>
        <p:spPr>
          <a:xfrm>
            <a:off x="10217284" y="5661171"/>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83000">
                  <a:schemeClr val="tx2"/>
                </a:gs>
                <a:gs pos="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panose="020B0604030504040204" pitchFamily="34" charset="0"/>
            </a:endParaRPr>
          </a:p>
        </p:txBody>
      </p:sp>
      <p:sp>
        <p:nvSpPr>
          <p:cNvPr id="96" name="Graphic 10">
            <a:extLst>
              <a:ext uri="{FF2B5EF4-FFF2-40B4-BE49-F238E27FC236}">
                <a16:creationId xmlns:a16="http://schemas.microsoft.com/office/drawing/2014/main" id="{1A71913C-7FB4-10CE-ABE3-2331F31E8F12}"/>
              </a:ext>
              <a:ext uri="{C183D7F6-B498-43B3-948B-1728B52AA6E4}">
                <adec:decorative xmlns:adec="http://schemas.microsoft.com/office/drawing/2017/decorative" val="1"/>
              </a:ext>
            </a:extLst>
          </p:cNvPr>
          <p:cNvSpPr/>
          <p:nvPr userDrawn="1"/>
        </p:nvSpPr>
        <p:spPr>
          <a:xfrm>
            <a:off x="9818939" y="5911673"/>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83000">
                  <a:schemeClr val="tx2"/>
                </a:gs>
                <a:gs pos="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panose="020B0604030504040204" pitchFamily="34" charset="0"/>
            </a:endParaRPr>
          </a:p>
        </p:txBody>
      </p:sp>
      <p:sp>
        <p:nvSpPr>
          <p:cNvPr id="97" name="Graphic 10">
            <a:extLst>
              <a:ext uri="{FF2B5EF4-FFF2-40B4-BE49-F238E27FC236}">
                <a16:creationId xmlns:a16="http://schemas.microsoft.com/office/drawing/2014/main" id="{01F13630-1564-93B0-DE5F-1C42AECB7D44}"/>
              </a:ext>
              <a:ext uri="{C183D7F6-B498-43B3-948B-1728B52AA6E4}">
                <adec:decorative xmlns:adec="http://schemas.microsoft.com/office/drawing/2017/decorative" val="1"/>
              </a:ext>
            </a:extLst>
          </p:cNvPr>
          <p:cNvSpPr/>
          <p:nvPr userDrawn="1"/>
        </p:nvSpPr>
        <p:spPr>
          <a:xfrm>
            <a:off x="9420594" y="6162175"/>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83000">
                  <a:schemeClr val="tx2"/>
                </a:gs>
                <a:gs pos="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panose="020B0604030504040204" pitchFamily="34" charset="0"/>
            </a:endParaRPr>
          </a:p>
        </p:txBody>
      </p:sp>
      <p:sp>
        <p:nvSpPr>
          <p:cNvPr id="98" name="Graphic 10">
            <a:extLst>
              <a:ext uri="{FF2B5EF4-FFF2-40B4-BE49-F238E27FC236}">
                <a16:creationId xmlns:a16="http://schemas.microsoft.com/office/drawing/2014/main" id="{6B4DD9EE-616C-3ADC-61D2-8E07EDFBD9DC}"/>
              </a:ext>
              <a:ext uri="{C183D7F6-B498-43B3-948B-1728B52AA6E4}">
                <adec:decorative xmlns:adec="http://schemas.microsoft.com/office/drawing/2017/decorative" val="1"/>
              </a:ext>
            </a:extLst>
          </p:cNvPr>
          <p:cNvSpPr/>
          <p:nvPr userDrawn="1"/>
        </p:nvSpPr>
        <p:spPr>
          <a:xfrm>
            <a:off x="9022250" y="6412677"/>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83000">
                  <a:schemeClr val="tx2"/>
                </a:gs>
                <a:gs pos="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panose="020B0604030504040204" pitchFamily="34" charset="0"/>
            </a:endParaRPr>
          </a:p>
        </p:txBody>
      </p:sp>
      <p:sp>
        <p:nvSpPr>
          <p:cNvPr id="99" name="Graphic 10">
            <a:extLst>
              <a:ext uri="{FF2B5EF4-FFF2-40B4-BE49-F238E27FC236}">
                <a16:creationId xmlns:a16="http://schemas.microsoft.com/office/drawing/2014/main" id="{3C24CB1B-A3A0-9E79-AF74-F660D8A3EAB5}"/>
              </a:ext>
              <a:ext uri="{C183D7F6-B498-43B3-948B-1728B52AA6E4}">
                <adec:decorative xmlns:adec="http://schemas.microsoft.com/office/drawing/2017/decorative" val="1"/>
              </a:ext>
            </a:extLst>
          </p:cNvPr>
          <p:cNvSpPr/>
          <p:nvPr userDrawn="1"/>
        </p:nvSpPr>
        <p:spPr>
          <a:xfrm>
            <a:off x="8623905" y="6663179"/>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83000">
                  <a:schemeClr val="tx2"/>
                </a:gs>
                <a:gs pos="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panose="020B0604030504040204" pitchFamily="34" charset="0"/>
            </a:endParaRPr>
          </a:p>
        </p:txBody>
      </p:sp>
      <p:sp>
        <p:nvSpPr>
          <p:cNvPr id="100" name="Graphic 10">
            <a:extLst>
              <a:ext uri="{FF2B5EF4-FFF2-40B4-BE49-F238E27FC236}">
                <a16:creationId xmlns:a16="http://schemas.microsoft.com/office/drawing/2014/main" id="{A357B5C8-1A81-454A-50F3-BBBE2577F20C}"/>
              </a:ext>
              <a:ext uri="{C183D7F6-B498-43B3-948B-1728B52AA6E4}">
                <adec:decorative xmlns:adec="http://schemas.microsoft.com/office/drawing/2017/decorative" val="1"/>
              </a:ext>
            </a:extLst>
          </p:cNvPr>
          <p:cNvSpPr/>
          <p:nvPr userDrawn="1"/>
        </p:nvSpPr>
        <p:spPr>
          <a:xfrm>
            <a:off x="11013973" y="5160166"/>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83000">
                  <a:schemeClr val="tx2"/>
                </a:gs>
                <a:gs pos="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panose="020B0604030504040204" pitchFamily="34" charset="0"/>
            </a:endParaRPr>
          </a:p>
        </p:txBody>
      </p:sp>
      <p:sp>
        <p:nvSpPr>
          <p:cNvPr id="101" name="Graphic 10">
            <a:extLst>
              <a:ext uri="{FF2B5EF4-FFF2-40B4-BE49-F238E27FC236}">
                <a16:creationId xmlns:a16="http://schemas.microsoft.com/office/drawing/2014/main" id="{CE249406-3872-BD78-8EB6-FC4DC6A9D1E9}"/>
              </a:ext>
              <a:ext uri="{C183D7F6-B498-43B3-948B-1728B52AA6E4}">
                <adec:decorative xmlns:adec="http://schemas.microsoft.com/office/drawing/2017/decorative" val="1"/>
              </a:ext>
            </a:extLst>
          </p:cNvPr>
          <p:cNvSpPr/>
          <p:nvPr userDrawn="1"/>
        </p:nvSpPr>
        <p:spPr>
          <a:xfrm>
            <a:off x="11412318" y="4909664"/>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83000">
                  <a:schemeClr val="tx2"/>
                </a:gs>
                <a:gs pos="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panose="020B0604030504040204" pitchFamily="34" charset="0"/>
            </a:endParaRPr>
          </a:p>
        </p:txBody>
      </p:sp>
      <p:sp>
        <p:nvSpPr>
          <p:cNvPr id="102" name="Graphic 10">
            <a:extLst>
              <a:ext uri="{FF2B5EF4-FFF2-40B4-BE49-F238E27FC236}">
                <a16:creationId xmlns:a16="http://schemas.microsoft.com/office/drawing/2014/main" id="{6F4F5ABE-9562-2A6F-18A5-C932EB869838}"/>
              </a:ext>
              <a:ext uri="{C183D7F6-B498-43B3-948B-1728B52AA6E4}">
                <adec:decorative xmlns:adec="http://schemas.microsoft.com/office/drawing/2017/decorative" val="1"/>
              </a:ext>
            </a:extLst>
          </p:cNvPr>
          <p:cNvSpPr/>
          <p:nvPr userDrawn="1"/>
        </p:nvSpPr>
        <p:spPr>
          <a:xfrm>
            <a:off x="11810663" y="4659162"/>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83000">
                  <a:schemeClr val="tx2"/>
                </a:gs>
                <a:gs pos="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panose="020B0604030504040204" pitchFamily="34" charset="0"/>
            </a:endParaRPr>
          </a:p>
        </p:txBody>
      </p:sp>
      <p:sp>
        <p:nvSpPr>
          <p:cNvPr id="104" name="Graphic 10">
            <a:extLst>
              <a:ext uri="{FF2B5EF4-FFF2-40B4-BE49-F238E27FC236}">
                <a16:creationId xmlns:a16="http://schemas.microsoft.com/office/drawing/2014/main" id="{2C968F0D-B3F6-A00C-0887-C01C4B388E73}"/>
              </a:ext>
              <a:ext uri="{C183D7F6-B498-43B3-948B-1728B52AA6E4}">
                <adec:decorative xmlns:adec="http://schemas.microsoft.com/office/drawing/2017/decorative" val="1"/>
              </a:ext>
            </a:extLst>
          </p:cNvPr>
          <p:cNvSpPr/>
          <p:nvPr userDrawn="1"/>
        </p:nvSpPr>
        <p:spPr>
          <a:xfrm>
            <a:off x="12208965" y="4391504"/>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83000">
                  <a:schemeClr val="tx2"/>
                </a:gs>
                <a:gs pos="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panose="020B0604030504040204" pitchFamily="34" charset="0"/>
            </a:endParaRPr>
          </a:p>
        </p:txBody>
      </p:sp>
    </p:spTree>
    <p:extLst>
      <p:ext uri="{BB962C8B-B14F-4D97-AF65-F5344CB8AC3E}">
        <p14:creationId xmlns:p14="http://schemas.microsoft.com/office/powerpoint/2010/main" val="3708245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fade">
                                      <p:cBhvr>
                                        <p:cTn id="7" dur="250"/>
                                        <p:tgtEl>
                                          <p:spTgt spid="6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
                                        </p:tgtEl>
                                        <p:attrNameLst>
                                          <p:attrName>style.visibility</p:attrName>
                                        </p:attrNameLst>
                                      </p:cBhvr>
                                      <p:to>
                                        <p:strVal val="visible"/>
                                      </p:to>
                                    </p:set>
                                    <p:animEffect transition="in" filter="fade">
                                      <p:cBhvr>
                                        <p:cTn id="10" dur="250"/>
                                        <p:tgtEl>
                                          <p:spTgt spid="3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8"/>
                                        </p:tgtEl>
                                        <p:attrNameLst>
                                          <p:attrName>style.visibility</p:attrName>
                                        </p:attrNameLst>
                                      </p:cBhvr>
                                      <p:to>
                                        <p:strVal val="visible"/>
                                      </p:to>
                                    </p:set>
                                    <p:animEffect transition="in" filter="fade">
                                      <p:cBhvr>
                                        <p:cTn id="13" dur="250"/>
                                        <p:tgtEl>
                                          <p:spTgt spid="2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250"/>
                                        <p:tgtEl>
                                          <p:spTgt spid="2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fade">
                                      <p:cBhvr>
                                        <p:cTn id="19" dur="250"/>
                                        <p:tgtEl>
                                          <p:spTgt spid="24"/>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250"/>
                                        <p:tgtEl>
                                          <p:spTgt spid="23"/>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fade">
                                      <p:cBhvr>
                                        <p:cTn id="25" dur="250"/>
                                        <p:tgtEl>
                                          <p:spTgt spid="2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7"/>
                                        </p:tgtEl>
                                        <p:attrNameLst>
                                          <p:attrName>style.visibility</p:attrName>
                                        </p:attrNameLst>
                                      </p:cBhvr>
                                      <p:to>
                                        <p:strVal val="visible"/>
                                      </p:to>
                                    </p:set>
                                    <p:animEffect transition="in" filter="fade">
                                      <p:cBhvr>
                                        <p:cTn id="28" dur="250"/>
                                        <p:tgtEl>
                                          <p:spTgt spid="37"/>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8"/>
                                        </p:tgtEl>
                                        <p:attrNameLst>
                                          <p:attrName>style.visibility</p:attrName>
                                        </p:attrNameLst>
                                      </p:cBhvr>
                                      <p:to>
                                        <p:strVal val="visible"/>
                                      </p:to>
                                    </p:set>
                                    <p:animEffect transition="in" filter="fade">
                                      <p:cBhvr>
                                        <p:cTn id="31" dur="250"/>
                                        <p:tgtEl>
                                          <p:spTgt spid="38"/>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9"/>
                                        </p:tgtEl>
                                        <p:attrNameLst>
                                          <p:attrName>style.visibility</p:attrName>
                                        </p:attrNameLst>
                                      </p:cBhvr>
                                      <p:to>
                                        <p:strVal val="visible"/>
                                      </p:to>
                                    </p:set>
                                    <p:animEffect transition="in" filter="fade">
                                      <p:cBhvr>
                                        <p:cTn id="34" dur="250"/>
                                        <p:tgtEl>
                                          <p:spTgt spid="39"/>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21"/>
                                        </p:tgtEl>
                                        <p:attrNameLst>
                                          <p:attrName>style.visibility</p:attrName>
                                        </p:attrNameLst>
                                      </p:cBhvr>
                                      <p:to>
                                        <p:strVal val="visible"/>
                                      </p:to>
                                    </p:set>
                                    <p:animEffect transition="in" filter="fade">
                                      <p:cBhvr>
                                        <p:cTn id="37" dur="250"/>
                                        <p:tgtEl>
                                          <p:spTgt spid="121"/>
                                        </p:tgtEl>
                                      </p:cBhvr>
                                    </p:animEffect>
                                  </p:childTnLst>
                                </p:cTn>
                              </p:par>
                              <p:par>
                                <p:cTn id="38" presetID="10" presetClass="entr" presetSubtype="0" fill="hold" grpId="1" nodeType="withEffect">
                                  <p:stCondLst>
                                    <p:cond delay="0"/>
                                  </p:stCondLst>
                                  <p:childTnLst>
                                    <p:set>
                                      <p:cBhvr>
                                        <p:cTn id="39" dur="1" fill="hold">
                                          <p:stCondLst>
                                            <p:cond delay="0"/>
                                          </p:stCondLst>
                                        </p:cTn>
                                        <p:tgtEl>
                                          <p:spTgt spid="36"/>
                                        </p:tgtEl>
                                        <p:attrNameLst>
                                          <p:attrName>style.visibility</p:attrName>
                                        </p:attrNameLst>
                                      </p:cBhvr>
                                      <p:to>
                                        <p:strVal val="visible"/>
                                      </p:to>
                                    </p:set>
                                    <p:animEffect transition="in" filter="fade">
                                      <p:cBhvr>
                                        <p:cTn id="40" dur="250"/>
                                        <p:tgtEl>
                                          <p:spTgt spid="36"/>
                                        </p:tgtEl>
                                      </p:cBhvr>
                                    </p:animEffect>
                                  </p:childTnLst>
                                </p:cTn>
                              </p:par>
                              <p:par>
                                <p:cTn id="41" presetID="10" presetClass="entr" presetSubtype="0" fill="hold" grpId="1" nodeType="withEffect">
                                  <p:stCondLst>
                                    <p:cond delay="0"/>
                                  </p:stCondLst>
                                  <p:childTnLst>
                                    <p:set>
                                      <p:cBhvr>
                                        <p:cTn id="42" dur="1" fill="hold">
                                          <p:stCondLst>
                                            <p:cond delay="0"/>
                                          </p:stCondLst>
                                        </p:cTn>
                                        <p:tgtEl>
                                          <p:spTgt spid="40"/>
                                        </p:tgtEl>
                                        <p:attrNameLst>
                                          <p:attrName>style.visibility</p:attrName>
                                        </p:attrNameLst>
                                      </p:cBhvr>
                                      <p:to>
                                        <p:strVal val="visible"/>
                                      </p:to>
                                    </p:set>
                                    <p:animEffect transition="in" filter="fade">
                                      <p:cBhvr>
                                        <p:cTn id="43" dur="250"/>
                                        <p:tgtEl>
                                          <p:spTgt spid="40"/>
                                        </p:tgtEl>
                                      </p:cBhvr>
                                    </p:animEffect>
                                  </p:childTnLst>
                                </p:cTn>
                              </p:par>
                              <p:par>
                                <p:cTn id="44" presetID="10" presetClass="entr" presetSubtype="0" fill="hold" grpId="1" nodeType="withEffect">
                                  <p:stCondLst>
                                    <p:cond delay="0"/>
                                  </p:stCondLst>
                                  <p:childTnLst>
                                    <p:set>
                                      <p:cBhvr>
                                        <p:cTn id="45" dur="1" fill="hold">
                                          <p:stCondLst>
                                            <p:cond delay="0"/>
                                          </p:stCondLst>
                                        </p:cTn>
                                        <p:tgtEl>
                                          <p:spTgt spid="41"/>
                                        </p:tgtEl>
                                        <p:attrNameLst>
                                          <p:attrName>style.visibility</p:attrName>
                                        </p:attrNameLst>
                                      </p:cBhvr>
                                      <p:to>
                                        <p:strVal val="visible"/>
                                      </p:to>
                                    </p:set>
                                    <p:animEffect transition="in" filter="fade">
                                      <p:cBhvr>
                                        <p:cTn id="46" dur="250"/>
                                        <p:tgtEl>
                                          <p:spTgt spid="41"/>
                                        </p:tgtEl>
                                      </p:cBhvr>
                                    </p:animEffect>
                                  </p:childTnLst>
                                </p:cTn>
                              </p:par>
                              <p:par>
                                <p:cTn id="47" presetID="64" presetClass="path" presetSubtype="0" decel="100000" fill="hold" grpId="1" nodeType="withEffect">
                                  <p:stCondLst>
                                    <p:cond delay="0"/>
                                  </p:stCondLst>
                                  <p:childTnLst>
                                    <p:animMotion origin="layout" path="M 2.08333E-6 4.07407E-6 L -0.03268 0.03819 " pathEditMode="relative" rAng="0" ptsTypes="AA">
                                      <p:cBhvr>
                                        <p:cTn id="48" dur="1500" spd="-100000" fill="hold"/>
                                        <p:tgtEl>
                                          <p:spTgt spid="66"/>
                                        </p:tgtEl>
                                        <p:attrNameLst>
                                          <p:attrName>ppt_x</p:attrName>
                                          <p:attrName>ppt_y</p:attrName>
                                        </p:attrNameLst>
                                      </p:cBhvr>
                                      <p:rCtr x="-1628" y="1898"/>
                                    </p:animMotion>
                                  </p:childTnLst>
                                </p:cTn>
                              </p:par>
                              <p:par>
                                <p:cTn id="49" presetID="64" presetClass="path" presetSubtype="0" decel="100000" fill="hold" grpId="1" nodeType="withEffect">
                                  <p:stCondLst>
                                    <p:cond delay="0"/>
                                  </p:stCondLst>
                                  <p:childTnLst>
                                    <p:animMotion origin="layout" path="M 6.93889E-18 -3.33333E-6 L -0.06536 0.07477 " pathEditMode="relative" rAng="0" ptsTypes="AA">
                                      <p:cBhvr>
                                        <p:cTn id="50" dur="1500" spd="-100000" fill="hold"/>
                                        <p:tgtEl>
                                          <p:spTgt spid="30"/>
                                        </p:tgtEl>
                                        <p:attrNameLst>
                                          <p:attrName>ppt_x</p:attrName>
                                          <p:attrName>ppt_y</p:attrName>
                                        </p:attrNameLst>
                                      </p:cBhvr>
                                      <p:rCtr x="-3268" y="3727"/>
                                    </p:animMotion>
                                  </p:childTnLst>
                                </p:cTn>
                              </p:par>
                              <p:par>
                                <p:cTn id="51" presetID="64" presetClass="path" presetSubtype="0" decel="100000" fill="hold" grpId="1" nodeType="withEffect">
                                  <p:stCondLst>
                                    <p:cond delay="0"/>
                                  </p:stCondLst>
                                  <p:childTnLst>
                                    <p:animMotion origin="layout" path="M -2.29167E-6 7.40741E-7 L -0.09804 0.11134 " pathEditMode="relative" rAng="0" ptsTypes="AA">
                                      <p:cBhvr>
                                        <p:cTn id="52" dur="1500" spd="-100000" fill="hold"/>
                                        <p:tgtEl>
                                          <p:spTgt spid="28"/>
                                        </p:tgtEl>
                                        <p:attrNameLst>
                                          <p:attrName>ppt_x</p:attrName>
                                          <p:attrName>ppt_y</p:attrName>
                                        </p:attrNameLst>
                                      </p:cBhvr>
                                      <p:rCtr x="-4909" y="5556"/>
                                    </p:animMotion>
                                  </p:childTnLst>
                                </p:cTn>
                              </p:par>
                              <p:par>
                                <p:cTn id="53" presetID="64" presetClass="path" presetSubtype="0" decel="100000" fill="hold" grpId="1" nodeType="withEffect">
                                  <p:stCondLst>
                                    <p:cond delay="0"/>
                                  </p:stCondLst>
                                  <p:childTnLst>
                                    <p:animMotion origin="layout" path="M -4.58333E-6 4.81481E-6 L -0.13072 0.14791 " pathEditMode="relative" rAng="0" ptsTypes="AA">
                                      <p:cBhvr>
                                        <p:cTn id="54" dur="1500" spd="-100000" fill="hold"/>
                                        <p:tgtEl>
                                          <p:spTgt spid="25"/>
                                        </p:tgtEl>
                                        <p:attrNameLst>
                                          <p:attrName>ppt_x</p:attrName>
                                          <p:attrName>ppt_y</p:attrName>
                                        </p:attrNameLst>
                                      </p:cBhvr>
                                      <p:rCtr x="-6536" y="7384"/>
                                    </p:animMotion>
                                  </p:childTnLst>
                                </p:cTn>
                              </p:par>
                              <p:par>
                                <p:cTn id="55" presetID="64" presetClass="path" presetSubtype="0" decel="100000" fill="hold" grpId="1" nodeType="withEffect">
                                  <p:stCondLst>
                                    <p:cond delay="0"/>
                                  </p:stCondLst>
                                  <p:childTnLst>
                                    <p:animMotion origin="layout" path="M 3.125E-6 -1.11111E-6 L -0.16341 0.18449 " pathEditMode="relative" rAng="0" ptsTypes="AA">
                                      <p:cBhvr>
                                        <p:cTn id="56" dur="1500" spd="-100000" fill="hold"/>
                                        <p:tgtEl>
                                          <p:spTgt spid="24"/>
                                        </p:tgtEl>
                                        <p:attrNameLst>
                                          <p:attrName>ppt_x</p:attrName>
                                          <p:attrName>ppt_y</p:attrName>
                                        </p:attrNameLst>
                                      </p:cBhvr>
                                      <p:rCtr x="-8177" y="9213"/>
                                    </p:animMotion>
                                  </p:childTnLst>
                                </p:cTn>
                              </p:par>
                              <p:par>
                                <p:cTn id="57" presetID="64" presetClass="path" presetSubtype="0" decel="100000" fill="hold" grpId="1" nodeType="withEffect">
                                  <p:stCondLst>
                                    <p:cond delay="0"/>
                                  </p:stCondLst>
                                  <p:childTnLst>
                                    <p:animMotion origin="layout" path="M 8.33333E-7 2.96296E-6 L -0.19609 0.22083 " pathEditMode="relative" rAng="0" ptsTypes="AA">
                                      <p:cBhvr>
                                        <p:cTn id="58" dur="1500" spd="-100000" fill="hold"/>
                                        <p:tgtEl>
                                          <p:spTgt spid="23"/>
                                        </p:tgtEl>
                                        <p:attrNameLst>
                                          <p:attrName>ppt_x</p:attrName>
                                          <p:attrName>ppt_y</p:attrName>
                                        </p:attrNameLst>
                                      </p:cBhvr>
                                      <p:rCtr x="-9805" y="11042"/>
                                    </p:animMotion>
                                  </p:childTnLst>
                                </p:cTn>
                              </p:par>
                              <p:par>
                                <p:cTn id="59" presetID="64" presetClass="path" presetSubtype="0" decel="100000" fill="hold" grpId="1" nodeType="withEffect">
                                  <p:stCondLst>
                                    <p:cond delay="0"/>
                                  </p:stCondLst>
                                  <p:childTnLst>
                                    <p:animMotion origin="layout" path="M -1.45833E-6 -4.44444E-6 L -0.22864 0.25741 " pathEditMode="relative" rAng="0" ptsTypes="AA">
                                      <p:cBhvr>
                                        <p:cTn id="60" dur="1500" spd="-100000" fill="hold"/>
                                        <p:tgtEl>
                                          <p:spTgt spid="22"/>
                                        </p:tgtEl>
                                        <p:attrNameLst>
                                          <p:attrName>ppt_x</p:attrName>
                                          <p:attrName>ppt_y</p:attrName>
                                        </p:attrNameLst>
                                      </p:cBhvr>
                                      <p:rCtr x="-11432" y="12870"/>
                                    </p:animMotion>
                                  </p:childTnLst>
                                </p:cTn>
                              </p:par>
                              <p:par>
                                <p:cTn id="61" presetID="64" presetClass="path" presetSubtype="0" decel="100000" fill="hold" grpId="1" nodeType="withEffect">
                                  <p:stCondLst>
                                    <p:cond delay="0"/>
                                  </p:stCondLst>
                                  <p:childTnLst>
                                    <p:animMotion origin="layout" path="M -3.75E-6 -3.7037E-7 L -0.26132 0.29398 " pathEditMode="relative" rAng="0" ptsTypes="AA">
                                      <p:cBhvr>
                                        <p:cTn id="62" dur="1500" spd="-100000" fill="hold"/>
                                        <p:tgtEl>
                                          <p:spTgt spid="37"/>
                                        </p:tgtEl>
                                        <p:attrNameLst>
                                          <p:attrName>ppt_x</p:attrName>
                                          <p:attrName>ppt_y</p:attrName>
                                        </p:attrNameLst>
                                      </p:cBhvr>
                                      <p:rCtr x="-13073" y="14699"/>
                                    </p:animMotion>
                                  </p:childTnLst>
                                </p:cTn>
                              </p:par>
                              <p:par>
                                <p:cTn id="63" presetID="64" presetClass="path" presetSubtype="0" decel="100000" fill="hold" grpId="1" nodeType="withEffect">
                                  <p:stCondLst>
                                    <p:cond delay="0"/>
                                  </p:stCondLst>
                                  <p:childTnLst>
                                    <p:animMotion origin="layout" path="M 3.95833E-6 2.22222E-6 L -0.29401 0.33055 " pathEditMode="relative" rAng="0" ptsTypes="AA">
                                      <p:cBhvr>
                                        <p:cTn id="64" dur="1500" spd="-100000" fill="hold"/>
                                        <p:tgtEl>
                                          <p:spTgt spid="38"/>
                                        </p:tgtEl>
                                        <p:attrNameLst>
                                          <p:attrName>ppt_x</p:attrName>
                                          <p:attrName>ppt_y</p:attrName>
                                        </p:attrNameLst>
                                      </p:cBhvr>
                                      <p:rCtr x="-14701" y="16528"/>
                                    </p:animMotion>
                                  </p:childTnLst>
                                </p:cTn>
                              </p:par>
                              <p:par>
                                <p:cTn id="65" presetID="64" presetClass="path" presetSubtype="0" decel="100000" fill="hold" grpId="1" nodeType="withEffect">
                                  <p:stCondLst>
                                    <p:cond delay="0"/>
                                  </p:stCondLst>
                                  <p:childTnLst>
                                    <p:animMotion origin="layout" path="M 1.66667E-6 -3.7037E-6 L -0.32669 0.36713 " pathEditMode="relative" rAng="0" ptsTypes="AA">
                                      <p:cBhvr>
                                        <p:cTn id="66" dur="1500" spd="-100000" fill="hold"/>
                                        <p:tgtEl>
                                          <p:spTgt spid="39"/>
                                        </p:tgtEl>
                                        <p:attrNameLst>
                                          <p:attrName>ppt_x</p:attrName>
                                          <p:attrName>ppt_y</p:attrName>
                                        </p:attrNameLst>
                                      </p:cBhvr>
                                      <p:rCtr x="-16341" y="18356"/>
                                    </p:animMotion>
                                  </p:childTnLst>
                                </p:cTn>
                              </p:par>
                              <p:par>
                                <p:cTn id="67" presetID="64" presetClass="path" presetSubtype="0" decel="100000" fill="hold" grpId="0" nodeType="withEffect">
                                  <p:stCondLst>
                                    <p:cond delay="0"/>
                                  </p:stCondLst>
                                  <p:childTnLst>
                                    <p:animMotion origin="layout" path="M 2.08333E-7 2.22222E-6 L -0.35885 0.40555 " pathEditMode="relative" rAng="0" ptsTypes="AA">
                                      <p:cBhvr>
                                        <p:cTn id="68" dur="1500" spd="-100000" fill="hold"/>
                                        <p:tgtEl>
                                          <p:spTgt spid="36"/>
                                        </p:tgtEl>
                                        <p:attrNameLst>
                                          <p:attrName>ppt_x</p:attrName>
                                          <p:attrName>ppt_y</p:attrName>
                                        </p:attrNameLst>
                                      </p:cBhvr>
                                      <p:rCtr x="-17943" y="20278"/>
                                    </p:animMotion>
                                  </p:childTnLst>
                                </p:cTn>
                              </p:par>
                              <p:par>
                                <p:cTn id="69" presetID="64" presetClass="path" presetSubtype="0" decel="100000" fill="hold" grpId="0" nodeType="withEffect">
                                  <p:stCondLst>
                                    <p:cond delay="0"/>
                                  </p:stCondLst>
                                  <p:childTnLst>
                                    <p:animMotion origin="layout" path="M -1.66667E-6 2.22222E-6 L -0.39127 0.44305 " pathEditMode="relative" rAng="0" ptsTypes="AA">
                                      <p:cBhvr>
                                        <p:cTn id="70" dur="1500" spd="-100000" fill="hold"/>
                                        <p:tgtEl>
                                          <p:spTgt spid="40"/>
                                        </p:tgtEl>
                                        <p:attrNameLst>
                                          <p:attrName>ppt_x</p:attrName>
                                          <p:attrName>ppt_y</p:attrName>
                                        </p:attrNameLst>
                                      </p:cBhvr>
                                      <p:rCtr x="-19570" y="22153"/>
                                    </p:animMotion>
                                  </p:childTnLst>
                                </p:cTn>
                              </p:par>
                              <p:par>
                                <p:cTn id="71" presetID="64" presetClass="path" presetSubtype="0" decel="100000" fill="hold" grpId="0" nodeType="withEffect">
                                  <p:stCondLst>
                                    <p:cond delay="0"/>
                                  </p:stCondLst>
                                  <p:childTnLst>
                                    <p:animMotion origin="layout" path="M -3.54167E-6 2.22222E-6 L -0.42369 0.48055 " pathEditMode="relative" rAng="0" ptsTypes="AA">
                                      <p:cBhvr>
                                        <p:cTn id="72" dur="1500" spd="-100000" fill="hold"/>
                                        <p:tgtEl>
                                          <p:spTgt spid="41"/>
                                        </p:tgtEl>
                                        <p:attrNameLst>
                                          <p:attrName>ppt_x</p:attrName>
                                          <p:attrName>ppt_y</p:attrName>
                                        </p:attrNameLst>
                                      </p:cBhvr>
                                      <p:rCtr x="-21185" y="24028"/>
                                    </p:animMotion>
                                  </p:childTnLst>
                                </p:cTn>
                              </p:par>
                              <p:par>
                                <p:cTn id="73" presetID="10" presetClass="entr" presetSubtype="0" fill="hold" grpId="0" nodeType="withEffect">
                                  <p:stCondLst>
                                    <p:cond delay="1200"/>
                                  </p:stCondLst>
                                  <p:childTnLst>
                                    <p:set>
                                      <p:cBhvr>
                                        <p:cTn id="74" dur="1" fill="hold">
                                          <p:stCondLst>
                                            <p:cond delay="0"/>
                                          </p:stCondLst>
                                        </p:cTn>
                                        <p:tgtEl>
                                          <p:spTgt spid="2"/>
                                        </p:tgtEl>
                                        <p:attrNameLst>
                                          <p:attrName>style.visibility</p:attrName>
                                        </p:attrNameLst>
                                      </p:cBhvr>
                                      <p:to>
                                        <p:strVal val="visible"/>
                                      </p:to>
                                    </p:set>
                                    <p:animEffect transition="in" filter="fade">
                                      <p:cBhvr>
                                        <p:cTn id="75" dur="500"/>
                                        <p:tgtEl>
                                          <p:spTgt spid="2"/>
                                        </p:tgtEl>
                                      </p:cBhvr>
                                    </p:animEffect>
                                  </p:childTnLst>
                                </p:cTn>
                              </p:par>
                              <p:par>
                                <p:cTn id="76" presetID="42" presetClass="path" presetSubtype="0" decel="100000" fill="hold" grpId="1" nodeType="withEffect">
                                  <p:stCondLst>
                                    <p:cond delay="1200"/>
                                  </p:stCondLst>
                                  <p:childTnLst>
                                    <p:animMotion origin="layout" path="M 2.5E-6 0.03889 L 2.5E-6 -3.7037E-6 " pathEditMode="relative" rAng="0" ptsTypes="AA">
                                      <p:cBhvr>
                                        <p:cTn id="77" dur="1000" fill="hold"/>
                                        <p:tgtEl>
                                          <p:spTgt spid="2"/>
                                        </p:tgtEl>
                                        <p:attrNameLst>
                                          <p:attrName>ppt_x</p:attrName>
                                          <p:attrName>ppt_y</p:attrName>
                                        </p:attrNameLst>
                                      </p:cBhvr>
                                      <p:rCtr x="0" y="-1944"/>
                                    </p:animMotion>
                                  </p:childTnLst>
                                </p:cTn>
                              </p:par>
                              <p:par>
                                <p:cTn id="78" presetID="10" presetClass="entr" presetSubtype="0" fill="hold" grpId="0" nodeType="withEffect">
                                  <p:stCondLst>
                                    <p:cond delay="1200"/>
                                  </p:stCondLst>
                                  <p:childTnLst>
                                    <p:set>
                                      <p:cBhvr>
                                        <p:cTn id="79" dur="1" fill="hold">
                                          <p:stCondLst>
                                            <p:cond delay="0"/>
                                          </p:stCondLst>
                                        </p:cTn>
                                        <p:tgtEl>
                                          <p:spTgt spid="3"/>
                                        </p:tgtEl>
                                        <p:attrNameLst>
                                          <p:attrName>style.visibility</p:attrName>
                                        </p:attrNameLst>
                                      </p:cBhvr>
                                      <p:to>
                                        <p:strVal val="visible"/>
                                      </p:to>
                                    </p:set>
                                    <p:animEffect transition="in" filter="fade">
                                      <p:cBhvr>
                                        <p:cTn id="80" dur="500"/>
                                        <p:tgtEl>
                                          <p:spTgt spid="3"/>
                                        </p:tgtEl>
                                      </p:cBhvr>
                                    </p:animEffect>
                                  </p:childTnLst>
                                </p:cTn>
                              </p:par>
                              <p:par>
                                <p:cTn id="81" presetID="42" presetClass="path" presetSubtype="0" decel="100000" fill="hold" grpId="1" nodeType="withEffect">
                                  <p:stCondLst>
                                    <p:cond delay="1200"/>
                                  </p:stCondLst>
                                  <p:childTnLst>
                                    <p:animMotion origin="layout" path="M 2.5E-6 -0.03472 L 2.5E-6 -2.59259E-6 " pathEditMode="relative" rAng="0" ptsTypes="AA">
                                      <p:cBhvr>
                                        <p:cTn id="82" dur="1000" fill="hold"/>
                                        <p:tgtEl>
                                          <p:spTgt spid="3"/>
                                        </p:tgtEl>
                                        <p:attrNameLst>
                                          <p:attrName>ppt_x</p:attrName>
                                          <p:attrName>ppt_y</p:attrName>
                                        </p:attrNameLst>
                                      </p:cBhvr>
                                      <p:rCtr x="0" y="1736"/>
                                    </p:animMotion>
                                  </p:childTnLst>
                                </p:cTn>
                              </p:par>
                              <p:par>
                                <p:cTn id="83" presetID="10" presetClass="entr" presetSubtype="0" fill="hold" grpId="0" nodeType="withEffect">
                                  <p:stCondLst>
                                    <p:cond delay="250"/>
                                  </p:stCondLst>
                                  <p:childTnLst>
                                    <p:set>
                                      <p:cBhvr>
                                        <p:cTn id="84" dur="1" fill="hold">
                                          <p:stCondLst>
                                            <p:cond delay="0"/>
                                          </p:stCondLst>
                                        </p:cTn>
                                        <p:tgtEl>
                                          <p:spTgt spid="102"/>
                                        </p:tgtEl>
                                        <p:attrNameLst>
                                          <p:attrName>style.visibility</p:attrName>
                                        </p:attrNameLst>
                                      </p:cBhvr>
                                      <p:to>
                                        <p:strVal val="visible"/>
                                      </p:to>
                                    </p:set>
                                    <p:animEffect transition="in" filter="fade">
                                      <p:cBhvr>
                                        <p:cTn id="85" dur="250"/>
                                        <p:tgtEl>
                                          <p:spTgt spid="102"/>
                                        </p:tgtEl>
                                      </p:cBhvr>
                                    </p:animEffect>
                                  </p:childTnLst>
                                </p:cTn>
                              </p:par>
                              <p:par>
                                <p:cTn id="86" presetID="10" presetClass="entr" presetSubtype="0" fill="hold" grpId="0" nodeType="withEffect">
                                  <p:stCondLst>
                                    <p:cond delay="250"/>
                                  </p:stCondLst>
                                  <p:childTnLst>
                                    <p:set>
                                      <p:cBhvr>
                                        <p:cTn id="87" dur="1" fill="hold">
                                          <p:stCondLst>
                                            <p:cond delay="0"/>
                                          </p:stCondLst>
                                        </p:cTn>
                                        <p:tgtEl>
                                          <p:spTgt spid="101"/>
                                        </p:tgtEl>
                                        <p:attrNameLst>
                                          <p:attrName>style.visibility</p:attrName>
                                        </p:attrNameLst>
                                      </p:cBhvr>
                                      <p:to>
                                        <p:strVal val="visible"/>
                                      </p:to>
                                    </p:set>
                                    <p:animEffect transition="in" filter="fade">
                                      <p:cBhvr>
                                        <p:cTn id="88" dur="250"/>
                                        <p:tgtEl>
                                          <p:spTgt spid="101"/>
                                        </p:tgtEl>
                                      </p:cBhvr>
                                    </p:animEffect>
                                  </p:childTnLst>
                                </p:cTn>
                              </p:par>
                              <p:par>
                                <p:cTn id="89" presetID="10" presetClass="entr" presetSubtype="0" fill="hold" grpId="0" nodeType="withEffect">
                                  <p:stCondLst>
                                    <p:cond delay="250"/>
                                  </p:stCondLst>
                                  <p:childTnLst>
                                    <p:set>
                                      <p:cBhvr>
                                        <p:cTn id="90" dur="1" fill="hold">
                                          <p:stCondLst>
                                            <p:cond delay="0"/>
                                          </p:stCondLst>
                                        </p:cTn>
                                        <p:tgtEl>
                                          <p:spTgt spid="100"/>
                                        </p:tgtEl>
                                        <p:attrNameLst>
                                          <p:attrName>style.visibility</p:attrName>
                                        </p:attrNameLst>
                                      </p:cBhvr>
                                      <p:to>
                                        <p:strVal val="visible"/>
                                      </p:to>
                                    </p:set>
                                    <p:animEffect transition="in" filter="fade">
                                      <p:cBhvr>
                                        <p:cTn id="91" dur="250"/>
                                        <p:tgtEl>
                                          <p:spTgt spid="100"/>
                                        </p:tgtEl>
                                      </p:cBhvr>
                                    </p:animEffect>
                                  </p:childTnLst>
                                </p:cTn>
                              </p:par>
                              <p:par>
                                <p:cTn id="92" presetID="10" presetClass="entr" presetSubtype="0" fill="hold" grpId="0" nodeType="withEffect">
                                  <p:stCondLst>
                                    <p:cond delay="250"/>
                                  </p:stCondLst>
                                  <p:childTnLst>
                                    <p:set>
                                      <p:cBhvr>
                                        <p:cTn id="93" dur="1" fill="hold">
                                          <p:stCondLst>
                                            <p:cond delay="0"/>
                                          </p:stCondLst>
                                        </p:cTn>
                                        <p:tgtEl>
                                          <p:spTgt spid="94"/>
                                        </p:tgtEl>
                                        <p:attrNameLst>
                                          <p:attrName>style.visibility</p:attrName>
                                        </p:attrNameLst>
                                      </p:cBhvr>
                                      <p:to>
                                        <p:strVal val="visible"/>
                                      </p:to>
                                    </p:set>
                                    <p:animEffect transition="in" filter="fade">
                                      <p:cBhvr>
                                        <p:cTn id="94" dur="250"/>
                                        <p:tgtEl>
                                          <p:spTgt spid="94"/>
                                        </p:tgtEl>
                                      </p:cBhvr>
                                    </p:animEffect>
                                  </p:childTnLst>
                                </p:cTn>
                              </p:par>
                              <p:par>
                                <p:cTn id="95" presetID="10" presetClass="entr" presetSubtype="0" fill="hold" grpId="0" nodeType="withEffect">
                                  <p:stCondLst>
                                    <p:cond delay="250"/>
                                  </p:stCondLst>
                                  <p:childTnLst>
                                    <p:set>
                                      <p:cBhvr>
                                        <p:cTn id="96" dur="1" fill="hold">
                                          <p:stCondLst>
                                            <p:cond delay="0"/>
                                          </p:stCondLst>
                                        </p:cTn>
                                        <p:tgtEl>
                                          <p:spTgt spid="95"/>
                                        </p:tgtEl>
                                        <p:attrNameLst>
                                          <p:attrName>style.visibility</p:attrName>
                                        </p:attrNameLst>
                                      </p:cBhvr>
                                      <p:to>
                                        <p:strVal val="visible"/>
                                      </p:to>
                                    </p:set>
                                    <p:animEffect transition="in" filter="fade">
                                      <p:cBhvr>
                                        <p:cTn id="97" dur="250"/>
                                        <p:tgtEl>
                                          <p:spTgt spid="95"/>
                                        </p:tgtEl>
                                      </p:cBhvr>
                                    </p:animEffect>
                                  </p:childTnLst>
                                </p:cTn>
                              </p:par>
                              <p:par>
                                <p:cTn id="98" presetID="10" presetClass="entr" presetSubtype="0" fill="hold" grpId="0" nodeType="withEffect">
                                  <p:stCondLst>
                                    <p:cond delay="250"/>
                                  </p:stCondLst>
                                  <p:childTnLst>
                                    <p:set>
                                      <p:cBhvr>
                                        <p:cTn id="99" dur="1" fill="hold">
                                          <p:stCondLst>
                                            <p:cond delay="0"/>
                                          </p:stCondLst>
                                        </p:cTn>
                                        <p:tgtEl>
                                          <p:spTgt spid="96"/>
                                        </p:tgtEl>
                                        <p:attrNameLst>
                                          <p:attrName>style.visibility</p:attrName>
                                        </p:attrNameLst>
                                      </p:cBhvr>
                                      <p:to>
                                        <p:strVal val="visible"/>
                                      </p:to>
                                    </p:set>
                                    <p:animEffect transition="in" filter="fade">
                                      <p:cBhvr>
                                        <p:cTn id="100" dur="250"/>
                                        <p:tgtEl>
                                          <p:spTgt spid="96"/>
                                        </p:tgtEl>
                                      </p:cBhvr>
                                    </p:animEffect>
                                  </p:childTnLst>
                                </p:cTn>
                              </p:par>
                              <p:par>
                                <p:cTn id="101" presetID="10" presetClass="entr" presetSubtype="0" fill="hold" grpId="0" nodeType="withEffect">
                                  <p:stCondLst>
                                    <p:cond delay="250"/>
                                  </p:stCondLst>
                                  <p:childTnLst>
                                    <p:set>
                                      <p:cBhvr>
                                        <p:cTn id="102" dur="1" fill="hold">
                                          <p:stCondLst>
                                            <p:cond delay="0"/>
                                          </p:stCondLst>
                                        </p:cTn>
                                        <p:tgtEl>
                                          <p:spTgt spid="97"/>
                                        </p:tgtEl>
                                        <p:attrNameLst>
                                          <p:attrName>style.visibility</p:attrName>
                                        </p:attrNameLst>
                                      </p:cBhvr>
                                      <p:to>
                                        <p:strVal val="visible"/>
                                      </p:to>
                                    </p:set>
                                    <p:animEffect transition="in" filter="fade">
                                      <p:cBhvr>
                                        <p:cTn id="103" dur="250"/>
                                        <p:tgtEl>
                                          <p:spTgt spid="97"/>
                                        </p:tgtEl>
                                      </p:cBhvr>
                                    </p:animEffect>
                                  </p:childTnLst>
                                </p:cTn>
                              </p:par>
                              <p:par>
                                <p:cTn id="104" presetID="10" presetClass="entr" presetSubtype="0" fill="hold" grpId="0" nodeType="withEffect">
                                  <p:stCondLst>
                                    <p:cond delay="250"/>
                                  </p:stCondLst>
                                  <p:childTnLst>
                                    <p:set>
                                      <p:cBhvr>
                                        <p:cTn id="105" dur="1" fill="hold">
                                          <p:stCondLst>
                                            <p:cond delay="0"/>
                                          </p:stCondLst>
                                        </p:cTn>
                                        <p:tgtEl>
                                          <p:spTgt spid="98"/>
                                        </p:tgtEl>
                                        <p:attrNameLst>
                                          <p:attrName>style.visibility</p:attrName>
                                        </p:attrNameLst>
                                      </p:cBhvr>
                                      <p:to>
                                        <p:strVal val="visible"/>
                                      </p:to>
                                    </p:set>
                                    <p:animEffect transition="in" filter="fade">
                                      <p:cBhvr>
                                        <p:cTn id="106" dur="250"/>
                                        <p:tgtEl>
                                          <p:spTgt spid="98"/>
                                        </p:tgtEl>
                                      </p:cBhvr>
                                    </p:animEffect>
                                  </p:childTnLst>
                                </p:cTn>
                              </p:par>
                              <p:par>
                                <p:cTn id="107" presetID="10" presetClass="entr" presetSubtype="0" fill="hold" grpId="0" nodeType="withEffect">
                                  <p:stCondLst>
                                    <p:cond delay="250"/>
                                  </p:stCondLst>
                                  <p:childTnLst>
                                    <p:set>
                                      <p:cBhvr>
                                        <p:cTn id="108" dur="1" fill="hold">
                                          <p:stCondLst>
                                            <p:cond delay="0"/>
                                          </p:stCondLst>
                                        </p:cTn>
                                        <p:tgtEl>
                                          <p:spTgt spid="99"/>
                                        </p:tgtEl>
                                        <p:attrNameLst>
                                          <p:attrName>style.visibility</p:attrName>
                                        </p:attrNameLst>
                                      </p:cBhvr>
                                      <p:to>
                                        <p:strVal val="visible"/>
                                      </p:to>
                                    </p:set>
                                    <p:animEffect transition="in" filter="fade">
                                      <p:cBhvr>
                                        <p:cTn id="109" dur="250"/>
                                        <p:tgtEl>
                                          <p:spTgt spid="99"/>
                                        </p:tgtEl>
                                      </p:cBhvr>
                                    </p:animEffect>
                                  </p:childTnLst>
                                </p:cTn>
                              </p:par>
                              <p:par>
                                <p:cTn id="110" presetID="64" presetClass="path" presetSubtype="0" decel="100000" fill="hold" grpId="1" nodeType="withEffect">
                                  <p:stCondLst>
                                    <p:cond delay="250"/>
                                  </p:stCondLst>
                                  <p:childTnLst>
                                    <p:animMotion origin="layout" path="M -3.95833E-6 -3.33333E-6 L -0.03268 0.03658 " pathEditMode="relative" rAng="0" ptsTypes="AA">
                                      <p:cBhvr>
                                        <p:cTn id="111" dur="1500" spd="-100000" fill="hold"/>
                                        <p:tgtEl>
                                          <p:spTgt spid="99"/>
                                        </p:tgtEl>
                                        <p:attrNameLst>
                                          <p:attrName>ppt_x</p:attrName>
                                          <p:attrName>ppt_y</p:attrName>
                                        </p:attrNameLst>
                                      </p:cBhvr>
                                      <p:rCtr x="-1641" y="1829"/>
                                    </p:animMotion>
                                  </p:childTnLst>
                                </p:cTn>
                              </p:par>
                              <p:par>
                                <p:cTn id="112" presetID="64" presetClass="path" presetSubtype="0" decel="100000" fill="hold" grpId="1" nodeType="withEffect">
                                  <p:stCondLst>
                                    <p:cond delay="250"/>
                                  </p:stCondLst>
                                  <p:childTnLst>
                                    <p:animMotion origin="layout" path="M 0 0 L -6.534532E-02 7.305287E-02 E" pathEditMode="relative" ptsTypes="">
                                      <p:cBhvr>
                                        <p:cTn id="113" dur="1500" spd="-100000" fill="hold"/>
                                        <p:tgtEl>
                                          <p:spTgt spid="98"/>
                                        </p:tgtEl>
                                        <p:attrNameLst>
                                          <p:attrName>ppt_x</p:attrName>
                                          <p:attrName>ppt_y</p:attrName>
                                        </p:attrNameLst>
                                      </p:cBhvr>
                                    </p:animMotion>
                                  </p:childTnLst>
                                </p:cTn>
                              </p:par>
                              <p:par>
                                <p:cTn id="114" presetID="64" presetClass="path" presetSubtype="0" decel="100000" fill="hold" grpId="1" nodeType="withEffect">
                                  <p:stCondLst>
                                    <p:cond delay="250"/>
                                  </p:stCondLst>
                                  <p:childTnLst>
                                    <p:animMotion origin="layout" path="M 0 0 L -9.801789E-02 0.1095798 E" pathEditMode="relative" ptsTypes="">
                                      <p:cBhvr>
                                        <p:cTn id="115" dur="1500" spd="-100000" fill="hold"/>
                                        <p:tgtEl>
                                          <p:spTgt spid="97"/>
                                        </p:tgtEl>
                                        <p:attrNameLst>
                                          <p:attrName>ppt_x</p:attrName>
                                          <p:attrName>ppt_y</p:attrName>
                                        </p:attrNameLst>
                                      </p:cBhvr>
                                    </p:animMotion>
                                  </p:childTnLst>
                                </p:cTn>
                              </p:par>
                              <p:par>
                                <p:cTn id="116" presetID="64" presetClass="path" presetSubtype="0" decel="100000" fill="hold" grpId="1" nodeType="withEffect">
                                  <p:stCondLst>
                                    <p:cond delay="250"/>
                                  </p:stCondLst>
                                  <p:childTnLst>
                                    <p:animMotion origin="layout" path="M 0 0 L -0.1306905 0.1461069 E" pathEditMode="relative" ptsTypes="">
                                      <p:cBhvr>
                                        <p:cTn id="117" dur="1500" spd="-100000" fill="hold"/>
                                        <p:tgtEl>
                                          <p:spTgt spid="96"/>
                                        </p:tgtEl>
                                        <p:attrNameLst>
                                          <p:attrName>ppt_x</p:attrName>
                                          <p:attrName>ppt_y</p:attrName>
                                        </p:attrNameLst>
                                      </p:cBhvr>
                                    </p:animMotion>
                                  </p:childTnLst>
                                </p:cTn>
                              </p:par>
                              <p:par>
                                <p:cTn id="118" presetID="64" presetClass="path" presetSubtype="0" decel="100000" fill="hold" grpId="1" nodeType="withEffect">
                                  <p:stCondLst>
                                    <p:cond delay="250"/>
                                  </p:stCondLst>
                                  <p:childTnLst>
                                    <p:animMotion origin="layout" path="M 0 0 L -0.1633632 0.1826338 E" pathEditMode="relative" ptsTypes="">
                                      <p:cBhvr>
                                        <p:cTn id="119" dur="1500" spd="-100000" fill="hold"/>
                                        <p:tgtEl>
                                          <p:spTgt spid="95"/>
                                        </p:tgtEl>
                                        <p:attrNameLst>
                                          <p:attrName>ppt_x</p:attrName>
                                          <p:attrName>ppt_y</p:attrName>
                                        </p:attrNameLst>
                                      </p:cBhvr>
                                    </p:animMotion>
                                  </p:childTnLst>
                                </p:cTn>
                              </p:par>
                              <p:par>
                                <p:cTn id="120" presetID="64" presetClass="path" presetSubtype="0" decel="100000" fill="hold" grpId="1" nodeType="withEffect">
                                  <p:stCondLst>
                                    <p:cond delay="250"/>
                                  </p:stCondLst>
                                  <p:childTnLst>
                                    <p:animMotion origin="layout" path="M 0 0 L -0.1960358 0.2191608 E" pathEditMode="relative" ptsTypes="">
                                      <p:cBhvr>
                                        <p:cTn id="121" dur="1500" spd="-100000" fill="hold"/>
                                        <p:tgtEl>
                                          <p:spTgt spid="94"/>
                                        </p:tgtEl>
                                        <p:attrNameLst>
                                          <p:attrName>ppt_x</p:attrName>
                                          <p:attrName>ppt_y</p:attrName>
                                        </p:attrNameLst>
                                      </p:cBhvr>
                                    </p:animMotion>
                                  </p:childTnLst>
                                </p:cTn>
                              </p:par>
                              <p:par>
                                <p:cTn id="122" presetID="64" presetClass="path" presetSubtype="0" decel="100000" fill="hold" grpId="1" nodeType="withEffect">
                                  <p:stCondLst>
                                    <p:cond delay="250"/>
                                  </p:stCondLst>
                                  <p:childTnLst>
                                    <p:animMotion origin="layout" path="M 0 0 L -0.2287084 0.2556879 E" pathEditMode="relative" ptsTypes="">
                                      <p:cBhvr>
                                        <p:cTn id="123" dur="1500" spd="-100000" fill="hold"/>
                                        <p:tgtEl>
                                          <p:spTgt spid="100"/>
                                        </p:tgtEl>
                                        <p:attrNameLst>
                                          <p:attrName>ppt_x</p:attrName>
                                          <p:attrName>ppt_y</p:attrName>
                                        </p:attrNameLst>
                                      </p:cBhvr>
                                    </p:animMotion>
                                  </p:childTnLst>
                                </p:cTn>
                              </p:par>
                              <p:par>
                                <p:cTn id="124" presetID="64" presetClass="path" presetSubtype="0" decel="100000" fill="hold" grpId="1" nodeType="withEffect">
                                  <p:stCondLst>
                                    <p:cond delay="250"/>
                                  </p:stCondLst>
                                  <p:childTnLst>
                                    <p:animMotion origin="layout" path="M 0 0 L -0.2613811 0.2922149 E" pathEditMode="relative" ptsTypes="">
                                      <p:cBhvr>
                                        <p:cTn id="125" dur="1500" spd="-100000" fill="hold"/>
                                        <p:tgtEl>
                                          <p:spTgt spid="101"/>
                                        </p:tgtEl>
                                        <p:attrNameLst>
                                          <p:attrName>ppt_x</p:attrName>
                                          <p:attrName>ppt_y</p:attrName>
                                        </p:attrNameLst>
                                      </p:cBhvr>
                                    </p:animMotion>
                                  </p:childTnLst>
                                </p:cTn>
                              </p:par>
                              <p:par>
                                <p:cTn id="126" presetID="64" presetClass="path" presetSubtype="0" decel="100000" fill="hold" grpId="1" nodeType="withEffect">
                                  <p:stCondLst>
                                    <p:cond delay="250"/>
                                  </p:stCondLst>
                                  <p:childTnLst>
                                    <p:animMotion origin="layout" path="M -2.29167E-6 -2.22222E-6 L -0.29401 0.32871 " pathEditMode="relative" rAng="0" ptsTypes="AA">
                                      <p:cBhvr>
                                        <p:cTn id="127" dur="1500" spd="-100000" fill="hold"/>
                                        <p:tgtEl>
                                          <p:spTgt spid="102"/>
                                        </p:tgtEl>
                                        <p:attrNameLst>
                                          <p:attrName>ppt_x</p:attrName>
                                          <p:attrName>ppt_y</p:attrName>
                                        </p:attrNameLst>
                                      </p:cBhvr>
                                      <p:rCtr x="-14701" y="16435"/>
                                    </p:animMotion>
                                  </p:childTnLst>
                                </p:cTn>
                              </p:par>
                              <p:par>
                                <p:cTn id="128" presetID="64" presetClass="path" presetSubtype="0" decel="100000" fill="hold" grpId="0" nodeType="withEffect">
                                  <p:stCondLst>
                                    <p:cond delay="250"/>
                                  </p:stCondLst>
                                  <p:childTnLst>
                                    <p:animMotion origin="layout" path="M -4.58333E-6 -3.33333E-6 L -0.32669 0.36783 " pathEditMode="relative" rAng="0" ptsTypes="AA">
                                      <p:cBhvr>
                                        <p:cTn id="129" dur="1500" spd="-100000" fill="hold"/>
                                        <p:tgtEl>
                                          <p:spTgt spid="104"/>
                                        </p:tgtEl>
                                        <p:attrNameLst>
                                          <p:attrName>ppt_x</p:attrName>
                                          <p:attrName>ppt_y</p:attrName>
                                        </p:attrNameLst>
                                      </p:cBhvr>
                                      <p:rCtr x="-16341" y="18380"/>
                                    </p:animMotion>
                                  </p:childTnLst>
                                </p:cTn>
                              </p:par>
                              <p:par>
                                <p:cTn id="130" presetID="2" presetClass="entr" presetSubtype="1" decel="100000" fill="hold" grpId="0" nodeType="withEffect">
                                  <p:stCondLst>
                                    <p:cond delay="1400"/>
                                  </p:stCondLst>
                                  <p:childTnLst>
                                    <p:set>
                                      <p:cBhvr>
                                        <p:cTn id="131" dur="1" fill="hold">
                                          <p:stCondLst>
                                            <p:cond delay="0"/>
                                          </p:stCondLst>
                                        </p:cTn>
                                        <p:tgtEl>
                                          <p:spTgt spid="33"/>
                                        </p:tgtEl>
                                        <p:attrNameLst>
                                          <p:attrName>style.visibility</p:attrName>
                                        </p:attrNameLst>
                                      </p:cBhvr>
                                      <p:to>
                                        <p:strVal val="visible"/>
                                      </p:to>
                                    </p:set>
                                    <p:anim calcmode="lin" valueType="num">
                                      <p:cBhvr additive="base">
                                        <p:cTn id="132" dur="750" fill="hold"/>
                                        <p:tgtEl>
                                          <p:spTgt spid="33"/>
                                        </p:tgtEl>
                                        <p:attrNameLst>
                                          <p:attrName>ppt_x</p:attrName>
                                        </p:attrNameLst>
                                      </p:cBhvr>
                                      <p:tavLst>
                                        <p:tav tm="0">
                                          <p:val>
                                            <p:strVal val="#ppt_x"/>
                                          </p:val>
                                        </p:tav>
                                        <p:tav tm="100000">
                                          <p:val>
                                            <p:strVal val="#ppt_x"/>
                                          </p:val>
                                        </p:tav>
                                      </p:tavLst>
                                    </p:anim>
                                    <p:anim calcmode="lin" valueType="num">
                                      <p:cBhvr additive="base">
                                        <p:cTn id="133" dur="750" fill="hold"/>
                                        <p:tgtEl>
                                          <p:spTgt spid="33"/>
                                        </p:tgtEl>
                                        <p:attrNameLst>
                                          <p:attrName>ppt_y</p:attrName>
                                        </p:attrNameLst>
                                      </p:cBhvr>
                                      <p:tavLst>
                                        <p:tav tm="0">
                                          <p:val>
                                            <p:strVal val="0-#ppt_h/2"/>
                                          </p:val>
                                        </p:tav>
                                        <p:tav tm="100000">
                                          <p:val>
                                            <p:strVal val="#ppt_y"/>
                                          </p:val>
                                        </p:tav>
                                      </p:tavLst>
                                    </p:anim>
                                  </p:childTnLst>
                                </p:cTn>
                              </p:par>
                              <p:par>
                                <p:cTn id="134" presetID="2" presetClass="entr" presetSubtype="1" decel="100000" fill="hold" grpId="0" nodeType="withEffect">
                                  <p:stCondLst>
                                    <p:cond delay="1200"/>
                                  </p:stCondLst>
                                  <p:childTnLst>
                                    <p:set>
                                      <p:cBhvr>
                                        <p:cTn id="135" dur="1" fill="hold">
                                          <p:stCondLst>
                                            <p:cond delay="0"/>
                                          </p:stCondLst>
                                        </p:cTn>
                                        <p:tgtEl>
                                          <p:spTgt spid="129"/>
                                        </p:tgtEl>
                                        <p:attrNameLst>
                                          <p:attrName>style.visibility</p:attrName>
                                        </p:attrNameLst>
                                      </p:cBhvr>
                                      <p:to>
                                        <p:strVal val="visible"/>
                                      </p:to>
                                    </p:set>
                                    <p:anim calcmode="lin" valueType="num">
                                      <p:cBhvr additive="base">
                                        <p:cTn id="136" dur="750" fill="hold"/>
                                        <p:tgtEl>
                                          <p:spTgt spid="129"/>
                                        </p:tgtEl>
                                        <p:attrNameLst>
                                          <p:attrName>ppt_x</p:attrName>
                                        </p:attrNameLst>
                                      </p:cBhvr>
                                      <p:tavLst>
                                        <p:tav tm="0">
                                          <p:val>
                                            <p:strVal val="#ppt_x"/>
                                          </p:val>
                                        </p:tav>
                                        <p:tav tm="100000">
                                          <p:val>
                                            <p:strVal val="#ppt_x"/>
                                          </p:val>
                                        </p:tav>
                                      </p:tavLst>
                                    </p:anim>
                                    <p:anim calcmode="lin" valueType="num">
                                      <p:cBhvr additive="base">
                                        <p:cTn id="137" dur="750" fill="hold"/>
                                        <p:tgtEl>
                                          <p:spTgt spid="129"/>
                                        </p:tgtEl>
                                        <p:attrNameLst>
                                          <p:attrName>ppt_y</p:attrName>
                                        </p:attrNameLst>
                                      </p:cBhvr>
                                      <p:tavLst>
                                        <p:tav tm="0">
                                          <p:val>
                                            <p:strVal val="0-#ppt_h/2"/>
                                          </p:val>
                                        </p:tav>
                                        <p:tav tm="100000">
                                          <p:val>
                                            <p:strVal val="#ppt_y"/>
                                          </p:val>
                                        </p:tav>
                                      </p:tavLst>
                                    </p:anim>
                                  </p:childTnLst>
                                </p:cTn>
                              </p:par>
                              <p:par>
                                <p:cTn id="138" presetID="2" presetClass="entr" presetSubtype="1" decel="100000" fill="hold" grpId="0" nodeType="withEffect">
                                  <p:stCondLst>
                                    <p:cond delay="1600"/>
                                  </p:stCondLst>
                                  <p:childTnLst>
                                    <p:set>
                                      <p:cBhvr>
                                        <p:cTn id="139" dur="1" fill="hold">
                                          <p:stCondLst>
                                            <p:cond delay="0"/>
                                          </p:stCondLst>
                                        </p:cTn>
                                        <p:tgtEl>
                                          <p:spTgt spid="7"/>
                                        </p:tgtEl>
                                        <p:attrNameLst>
                                          <p:attrName>style.visibility</p:attrName>
                                        </p:attrNameLst>
                                      </p:cBhvr>
                                      <p:to>
                                        <p:strVal val="visible"/>
                                      </p:to>
                                    </p:set>
                                    <p:anim calcmode="lin" valueType="num">
                                      <p:cBhvr additive="base">
                                        <p:cTn id="140" dur="750" fill="hold"/>
                                        <p:tgtEl>
                                          <p:spTgt spid="7"/>
                                        </p:tgtEl>
                                        <p:attrNameLst>
                                          <p:attrName>ppt_x</p:attrName>
                                        </p:attrNameLst>
                                      </p:cBhvr>
                                      <p:tavLst>
                                        <p:tav tm="0">
                                          <p:val>
                                            <p:strVal val="#ppt_x"/>
                                          </p:val>
                                        </p:tav>
                                        <p:tav tm="100000">
                                          <p:val>
                                            <p:strVal val="#ppt_x"/>
                                          </p:val>
                                        </p:tav>
                                      </p:tavLst>
                                    </p:anim>
                                    <p:anim calcmode="lin" valueType="num">
                                      <p:cBhvr additive="base">
                                        <p:cTn id="141" dur="750" fill="hold"/>
                                        <p:tgtEl>
                                          <p:spTgt spid="7"/>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 grpId="0">
        <p:tmplLst>
          <p:tmpl>
            <p:tnLst>
              <p:par>
                <p:cTn presetID="10" presetClass="entr" presetSubtype="0" fill="hold" nodeType="withEffect">
                  <p:stCondLst>
                    <p:cond delay="120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P spid="3" grpId="1">
        <p:tmplLst>
          <p:tmpl>
            <p:tnLst>
              <p:par>
                <p:cTn presetID="42" presetClass="path" presetSubtype="0" decel="100000" fill="hold" nodeType="withEffect">
                  <p:stCondLst>
                    <p:cond delay="1200"/>
                  </p:stCondLst>
                  <p:childTnLst>
                    <p:animMotion origin="layout" path="M 2.5E-6 -0.03472 L 2.5E-6 -2.59259E-6 " pathEditMode="relative" rAng="0" ptsTypes="AA">
                      <p:cBhvr>
                        <p:cTn dur="1000" fill="hold"/>
                        <p:tgtEl>
                          <p:spTgt spid="3"/>
                        </p:tgtEl>
                        <p:attrNameLst>
                          <p:attrName>ppt_x</p:attrName>
                          <p:attrName>ppt_y</p:attrName>
                        </p:attrNameLst>
                      </p:cBhvr>
                      <p:rCtr x="0" y="1736"/>
                    </p:animMotion>
                  </p:childTnLst>
                </p:cTn>
              </p:par>
            </p:tnLst>
          </p:tmpl>
        </p:tmplLst>
      </p:bldP>
      <p:bldP spid="22" grpId="0" animBg="1"/>
      <p:bldP spid="22" grpId="1" animBg="1"/>
      <p:bldP spid="23" grpId="0" animBg="1"/>
      <p:bldP spid="23" grpId="1" animBg="1"/>
      <p:bldP spid="24" grpId="0" animBg="1"/>
      <p:bldP spid="24" grpId="1" animBg="1"/>
      <p:bldP spid="7" grpId="0" animBg="1"/>
      <p:bldP spid="25" grpId="0" animBg="1"/>
      <p:bldP spid="25" grpId="1" animBg="1"/>
      <p:bldP spid="28" grpId="0" animBg="1"/>
      <p:bldP spid="28" grpId="1" animBg="1"/>
      <p:bldP spid="30" grpId="0" animBg="1"/>
      <p:bldP spid="30" grpId="1" animBg="1"/>
      <p:bldP spid="37" grpId="0" animBg="1"/>
      <p:bldP spid="37" grpId="1" animBg="1"/>
      <p:bldP spid="38" grpId="0" animBg="1"/>
      <p:bldP spid="38" grpId="1" animBg="1"/>
      <p:bldP spid="39" grpId="0" animBg="1"/>
      <p:bldP spid="39" grpId="1" animBg="1"/>
      <p:bldP spid="66" grpId="0" animBg="1"/>
      <p:bldP spid="66" grpId="1" animBg="1"/>
      <p:bldP spid="121" grpId="0" animBg="1"/>
      <p:bldP spid="36" grpId="0" animBg="1"/>
      <p:bldP spid="36" grpId="1" animBg="1"/>
      <p:bldP spid="40" grpId="0" animBg="1"/>
      <p:bldP spid="40" grpId="1" animBg="1"/>
      <p:bldP spid="41" grpId="0" animBg="1"/>
      <p:bldP spid="41" grpId="1" animBg="1"/>
      <p:bldP spid="33" grpId="0" animBg="1"/>
      <p:bldP spid="129" grpId="0" animBg="1"/>
      <p:bldP spid="94" grpId="0" animBg="1"/>
      <p:bldP spid="94" grpId="1" animBg="1"/>
      <p:bldP spid="95" grpId="0" animBg="1"/>
      <p:bldP spid="95" grpId="1" animBg="1"/>
      <p:bldP spid="96" grpId="0" animBg="1"/>
      <p:bldP spid="96" grpId="1" animBg="1"/>
      <p:bldP spid="97" grpId="0" animBg="1"/>
      <p:bldP spid="97" grpId="1" animBg="1"/>
      <p:bldP spid="98" grpId="0" animBg="1"/>
      <p:bldP spid="98" grpId="1" animBg="1"/>
      <p:bldP spid="99" grpId="0" animBg="1"/>
      <p:bldP spid="99" grpId="1" animBg="1"/>
      <p:bldP spid="100" grpId="0" animBg="1"/>
      <p:bldP spid="100" grpId="1" animBg="1"/>
      <p:bldP spid="101" grpId="0" animBg="1"/>
      <p:bldP spid="101" grpId="1" animBg="1"/>
      <p:bldP spid="102" grpId="0" animBg="1"/>
      <p:bldP spid="102" grpId="1" animBg="1"/>
      <p:bldP spid="104" grpId="0" animBg="1"/>
    </p:bld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973A600-7862-1261-A2A1-034E7EDC5F66}"/>
              </a:ext>
            </a:extLst>
          </p:cNvPr>
          <p:cNvSpPr>
            <a:spLocks noGrp="1"/>
          </p:cNvSpPr>
          <p:nvPr>
            <p:ph type="ftr" sz="quarter" idx="10"/>
          </p:nvPr>
        </p:nvSpPr>
        <p:spPr/>
        <p:txBody>
          <a:bodyPr/>
          <a:lstStyle/>
          <a:p>
            <a:pPr>
              <a:buClr>
                <a:schemeClr val="tx2"/>
              </a:buClr>
              <a:buSzPct val="120000"/>
              <a:buFont typeface="Verdana" panose="020F0502020204030204" pitchFamily="34" charset="0"/>
              <a:buNone/>
            </a:pPr>
            <a:endParaRPr lang="en-GB"/>
          </a:p>
        </p:txBody>
      </p:sp>
      <p:sp>
        <p:nvSpPr>
          <p:cNvPr id="4" name="Date Placeholder 3">
            <a:extLst>
              <a:ext uri="{FF2B5EF4-FFF2-40B4-BE49-F238E27FC236}">
                <a16:creationId xmlns:a16="http://schemas.microsoft.com/office/drawing/2014/main" id="{5A04DE4F-C3BC-007D-EF1F-8A400A10CB2E}"/>
              </a:ext>
            </a:extLst>
          </p:cNvPr>
          <p:cNvSpPr>
            <a:spLocks noGrp="1"/>
          </p:cNvSpPr>
          <p:nvPr>
            <p:ph type="dt" sz="half" idx="11"/>
          </p:nvPr>
        </p:nvSpPr>
        <p:spPr/>
        <p:txBody>
          <a:bodyPr/>
          <a:lstStyle/>
          <a:p>
            <a:pPr algn="r">
              <a:buClr>
                <a:schemeClr val="tx2"/>
              </a:buClr>
              <a:buSzPct val="120000"/>
              <a:buFont typeface="Verdana" panose="020F0502020204030204" pitchFamily="34" charset="0"/>
              <a:buNone/>
            </a:pPr>
            <a:fld id="{7E41EA80-3ECC-4E9E-BDED-596FA76E9088}" type="datetimeFigureOut">
              <a:rPr lang="en-GB" smtClean="0"/>
              <a:pPr algn="r">
                <a:buClr>
                  <a:schemeClr val="tx2"/>
                </a:buClr>
                <a:buSzPct val="120000"/>
                <a:buFont typeface="Verdana" panose="020F0502020204030204" pitchFamily="34" charset="0"/>
                <a:buNone/>
              </a:pPr>
              <a:t>14/01/2026</a:t>
            </a:fld>
            <a:endParaRPr lang="en-GB"/>
          </a:p>
        </p:txBody>
      </p:sp>
      <p:sp>
        <p:nvSpPr>
          <p:cNvPr id="5" name="Slide Number Placeholder 4">
            <a:extLst>
              <a:ext uri="{FF2B5EF4-FFF2-40B4-BE49-F238E27FC236}">
                <a16:creationId xmlns:a16="http://schemas.microsoft.com/office/drawing/2014/main" id="{69C97045-F2C9-FC48-9295-31C1919A8005}"/>
              </a:ext>
            </a:extLst>
          </p:cNvPr>
          <p:cNvSpPr>
            <a:spLocks noGrp="1"/>
          </p:cNvSpPr>
          <p:nvPr>
            <p:ph type="sldNum" sz="quarter" idx="12"/>
          </p:nvPr>
        </p:nvSpPr>
        <p:spPr/>
        <p:txBody>
          <a:bodyPr/>
          <a:lstStyle/>
          <a:p>
            <a:pPr>
              <a:buClr>
                <a:schemeClr val="tx2"/>
              </a:buClr>
              <a:buSzPct val="120000"/>
              <a:buFont typeface="Verdana" panose="020F0502020204030204" pitchFamily="34" charset="0"/>
              <a:buNone/>
            </a:pPr>
            <a:fld id="{68C08D16-C227-489D-8B10-B6EE065660A6}" type="slidenum">
              <a:rPr lang="en-GB" smtClean="0"/>
              <a:pPr>
                <a:buClr>
                  <a:schemeClr val="tx2"/>
                </a:buClr>
                <a:buSzPct val="120000"/>
                <a:buFont typeface="Verdana" panose="020F0502020204030204" pitchFamily="34" charset="0"/>
                <a:buNone/>
              </a:pPr>
              <a:t>‹#›</a:t>
            </a:fld>
            <a:endParaRPr lang="en-GB"/>
          </a:p>
        </p:txBody>
      </p:sp>
      <p:grpSp>
        <p:nvGrpSpPr>
          <p:cNvPr id="6" name="Group 5">
            <a:extLst>
              <a:ext uri="{FF2B5EF4-FFF2-40B4-BE49-F238E27FC236}">
                <a16:creationId xmlns:a16="http://schemas.microsoft.com/office/drawing/2014/main" id="{03C0BA8C-A0A2-493C-9386-2300DE9AE2A8}"/>
              </a:ext>
              <a:ext uri="{C183D7F6-B498-43B3-948B-1728B52AA6E4}">
                <adec:decorative xmlns:adec="http://schemas.microsoft.com/office/drawing/2017/decorative" val="1"/>
              </a:ext>
            </a:extLst>
          </p:cNvPr>
          <p:cNvGrpSpPr>
            <a:grpSpLocks noChangeAspect="1"/>
          </p:cNvGrpSpPr>
          <p:nvPr userDrawn="1"/>
        </p:nvGrpSpPr>
        <p:grpSpPr bwMode="auto">
          <a:xfrm>
            <a:off x="11430001" y="476250"/>
            <a:ext cx="213430" cy="571500"/>
            <a:chOff x="4249" y="1683"/>
            <a:chExt cx="695" cy="1861"/>
          </a:xfrm>
          <a:solidFill>
            <a:schemeClr val="tx1"/>
          </a:solidFill>
        </p:grpSpPr>
        <p:sp>
          <p:nvSpPr>
            <p:cNvPr id="7" name="Freeform 5">
              <a:extLst>
                <a:ext uri="{FF2B5EF4-FFF2-40B4-BE49-F238E27FC236}">
                  <a16:creationId xmlns:a16="http://schemas.microsoft.com/office/drawing/2014/main" id="{4FD8990E-4FA2-F603-EAB5-7E6A1B77BA5E}"/>
                </a:ext>
              </a:extLst>
            </p:cNvPr>
            <p:cNvSpPr>
              <a:spLocks/>
            </p:cNvSpPr>
            <p:nvPr userDrawn="1"/>
          </p:nvSpPr>
          <p:spPr bwMode="auto">
            <a:xfrm>
              <a:off x="4249" y="1824"/>
              <a:ext cx="463" cy="1720"/>
            </a:xfrm>
            <a:custGeom>
              <a:avLst/>
              <a:gdLst>
                <a:gd name="T0" fmla="*/ 232 w 463"/>
                <a:gd name="T1" fmla="*/ 116 h 1720"/>
                <a:gd name="T2" fmla="*/ 0 w 463"/>
                <a:gd name="T3" fmla="*/ 0 h 1720"/>
                <a:gd name="T4" fmla="*/ 0 w 463"/>
                <a:gd name="T5" fmla="*/ 1487 h 1720"/>
                <a:gd name="T6" fmla="*/ 463 w 463"/>
                <a:gd name="T7" fmla="*/ 1720 h 1720"/>
                <a:gd name="T8" fmla="*/ 463 w 463"/>
                <a:gd name="T9" fmla="*/ 1463 h 1720"/>
                <a:gd name="T10" fmla="*/ 232 w 463"/>
                <a:gd name="T11" fmla="*/ 1346 h 1720"/>
                <a:gd name="T12" fmla="*/ 232 w 463"/>
                <a:gd name="T13" fmla="*/ 116 h 1720"/>
              </a:gdLst>
              <a:ahLst/>
              <a:cxnLst>
                <a:cxn ang="0">
                  <a:pos x="T0" y="T1"/>
                </a:cxn>
                <a:cxn ang="0">
                  <a:pos x="T2" y="T3"/>
                </a:cxn>
                <a:cxn ang="0">
                  <a:pos x="T4" y="T5"/>
                </a:cxn>
                <a:cxn ang="0">
                  <a:pos x="T6" y="T7"/>
                </a:cxn>
                <a:cxn ang="0">
                  <a:pos x="T8" y="T9"/>
                </a:cxn>
                <a:cxn ang="0">
                  <a:pos x="T10" y="T11"/>
                </a:cxn>
                <a:cxn ang="0">
                  <a:pos x="T12" y="T13"/>
                </a:cxn>
              </a:cxnLst>
              <a:rect l="0" t="0" r="r" b="b"/>
              <a:pathLst>
                <a:path w="463" h="1720">
                  <a:moveTo>
                    <a:pt x="232" y="116"/>
                  </a:moveTo>
                  <a:lnTo>
                    <a:pt x="0" y="0"/>
                  </a:lnTo>
                  <a:lnTo>
                    <a:pt x="0" y="1487"/>
                  </a:lnTo>
                  <a:lnTo>
                    <a:pt x="463" y="1720"/>
                  </a:lnTo>
                  <a:lnTo>
                    <a:pt x="463" y="1463"/>
                  </a:lnTo>
                  <a:lnTo>
                    <a:pt x="232" y="1346"/>
                  </a:lnTo>
                  <a:lnTo>
                    <a:pt x="232" y="11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F3541"/>
                </a:solidFill>
                <a:effectLst/>
                <a:uLnTx/>
                <a:uFillTx/>
                <a:latin typeface="Verdana" panose="020B0604030504040204" pitchFamily="34" charset="0"/>
              </a:endParaRPr>
            </a:p>
          </p:txBody>
        </p:sp>
        <p:sp>
          <p:nvSpPr>
            <p:cNvPr id="8" name="Freeform 6">
              <a:extLst>
                <a:ext uri="{FF2B5EF4-FFF2-40B4-BE49-F238E27FC236}">
                  <a16:creationId xmlns:a16="http://schemas.microsoft.com/office/drawing/2014/main" id="{6CBD11F3-A53B-D639-35D7-4319E4A9D7BC}"/>
                </a:ext>
              </a:extLst>
            </p:cNvPr>
            <p:cNvSpPr>
              <a:spLocks/>
            </p:cNvSpPr>
            <p:nvPr userDrawn="1"/>
          </p:nvSpPr>
          <p:spPr bwMode="auto">
            <a:xfrm>
              <a:off x="4481" y="1683"/>
              <a:ext cx="463" cy="1720"/>
            </a:xfrm>
            <a:custGeom>
              <a:avLst/>
              <a:gdLst>
                <a:gd name="T0" fmla="*/ 231 w 463"/>
                <a:gd name="T1" fmla="*/ 1604 h 1720"/>
                <a:gd name="T2" fmla="*/ 463 w 463"/>
                <a:gd name="T3" fmla="*/ 1720 h 1720"/>
                <a:gd name="T4" fmla="*/ 463 w 463"/>
                <a:gd name="T5" fmla="*/ 233 h 1720"/>
                <a:gd name="T6" fmla="*/ 0 w 463"/>
                <a:gd name="T7" fmla="*/ 0 h 1720"/>
                <a:gd name="T8" fmla="*/ 0 w 463"/>
                <a:gd name="T9" fmla="*/ 257 h 1720"/>
                <a:gd name="T10" fmla="*/ 231 w 463"/>
                <a:gd name="T11" fmla="*/ 374 h 1720"/>
                <a:gd name="T12" fmla="*/ 231 w 463"/>
                <a:gd name="T13" fmla="*/ 1604 h 1720"/>
              </a:gdLst>
              <a:ahLst/>
              <a:cxnLst>
                <a:cxn ang="0">
                  <a:pos x="T0" y="T1"/>
                </a:cxn>
                <a:cxn ang="0">
                  <a:pos x="T2" y="T3"/>
                </a:cxn>
                <a:cxn ang="0">
                  <a:pos x="T4" y="T5"/>
                </a:cxn>
                <a:cxn ang="0">
                  <a:pos x="T6" y="T7"/>
                </a:cxn>
                <a:cxn ang="0">
                  <a:pos x="T8" y="T9"/>
                </a:cxn>
                <a:cxn ang="0">
                  <a:pos x="T10" y="T11"/>
                </a:cxn>
                <a:cxn ang="0">
                  <a:pos x="T12" y="T13"/>
                </a:cxn>
              </a:cxnLst>
              <a:rect l="0" t="0" r="r" b="b"/>
              <a:pathLst>
                <a:path w="463" h="1720">
                  <a:moveTo>
                    <a:pt x="231" y="1604"/>
                  </a:moveTo>
                  <a:lnTo>
                    <a:pt x="463" y="1720"/>
                  </a:lnTo>
                  <a:lnTo>
                    <a:pt x="463" y="233"/>
                  </a:lnTo>
                  <a:lnTo>
                    <a:pt x="0" y="0"/>
                  </a:lnTo>
                  <a:lnTo>
                    <a:pt x="0" y="257"/>
                  </a:lnTo>
                  <a:lnTo>
                    <a:pt x="231" y="374"/>
                  </a:lnTo>
                  <a:lnTo>
                    <a:pt x="231" y="1604"/>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F3541"/>
                </a:solidFill>
                <a:effectLst/>
                <a:uLnTx/>
                <a:uFillTx/>
                <a:latin typeface="Verdana" panose="020B0604030504040204" pitchFamily="34" charset="0"/>
              </a:endParaRPr>
            </a:p>
          </p:txBody>
        </p:sp>
      </p:grpSp>
      <p:sp>
        <p:nvSpPr>
          <p:cNvPr id="64" name="Text Placeholder 63">
            <a:extLst>
              <a:ext uri="{FF2B5EF4-FFF2-40B4-BE49-F238E27FC236}">
                <a16:creationId xmlns:a16="http://schemas.microsoft.com/office/drawing/2014/main" id="{BFA86F74-A4FA-366C-0547-8046917C56A2}"/>
              </a:ext>
            </a:extLst>
          </p:cNvPr>
          <p:cNvSpPr>
            <a:spLocks noGrp="1"/>
          </p:cNvSpPr>
          <p:nvPr>
            <p:ph type="body" sz="quarter" idx="32" hasCustomPrompt="1"/>
          </p:nvPr>
        </p:nvSpPr>
        <p:spPr>
          <a:xfrm>
            <a:off x="546100" y="2733964"/>
            <a:ext cx="4798014" cy="1390072"/>
          </a:xfrm>
        </p:spPr>
        <p:txBody>
          <a:bodyPr anchor="ctr">
            <a:noAutofit/>
          </a:bodyPr>
          <a:lstStyle>
            <a:lvl1pPr marL="0" indent="0" algn="ctr">
              <a:buFontTx/>
              <a:buNone/>
              <a:defRPr sz="4400" b="1" i="0" baseline="0">
                <a:solidFill>
                  <a:schemeClr val="accent2"/>
                </a:solidFill>
                <a:latin typeface="+mj-lt"/>
              </a:defRPr>
            </a:lvl1pPr>
            <a:lvl2pPr marL="457200" indent="0" algn="ctr">
              <a:buFontTx/>
              <a:buNone/>
              <a:defRPr sz="4400">
                <a:solidFill>
                  <a:schemeClr val="accent2"/>
                </a:solidFill>
                <a:latin typeface="+mj-lt"/>
              </a:defRPr>
            </a:lvl2pPr>
            <a:lvl3pPr marL="914400" indent="0" algn="ctr">
              <a:buFontTx/>
              <a:buNone/>
              <a:defRPr sz="4400">
                <a:solidFill>
                  <a:schemeClr val="accent2"/>
                </a:solidFill>
                <a:latin typeface="+mj-lt"/>
              </a:defRPr>
            </a:lvl3pPr>
            <a:lvl4pPr marL="1371600" indent="0" algn="ctr">
              <a:buFontTx/>
              <a:buNone/>
              <a:defRPr sz="4400">
                <a:solidFill>
                  <a:schemeClr val="accent2"/>
                </a:solidFill>
                <a:latin typeface="+mj-lt"/>
              </a:defRPr>
            </a:lvl4pPr>
            <a:lvl5pPr marL="1828800" indent="0" algn="ctr">
              <a:buFontTx/>
              <a:buNone/>
              <a:defRPr sz="4400">
                <a:solidFill>
                  <a:schemeClr val="accent2"/>
                </a:solidFill>
                <a:latin typeface="+mj-lt"/>
              </a:defRPr>
            </a:lvl5pPr>
          </a:lstStyle>
          <a:p>
            <a:pPr lvl="0"/>
            <a:r>
              <a:rPr lang="en-US"/>
              <a:t>Click to Add Agenda Title</a:t>
            </a:r>
          </a:p>
        </p:txBody>
      </p:sp>
      <p:sp>
        <p:nvSpPr>
          <p:cNvPr id="13" name="Freeform: Shape 12">
            <a:extLst>
              <a:ext uri="{FF2B5EF4-FFF2-40B4-BE49-F238E27FC236}">
                <a16:creationId xmlns:a16="http://schemas.microsoft.com/office/drawing/2014/main" id="{9D865F23-5DAD-7144-3906-23B0256A1873}"/>
              </a:ext>
              <a:ext uri="{C183D7F6-B498-43B3-948B-1728B52AA6E4}">
                <adec:decorative xmlns:adec="http://schemas.microsoft.com/office/drawing/2017/decorative" val="1"/>
              </a:ext>
            </a:extLst>
          </p:cNvPr>
          <p:cNvSpPr>
            <a:spLocks noChangeAspect="1"/>
          </p:cNvSpPr>
          <p:nvPr userDrawn="1"/>
        </p:nvSpPr>
        <p:spPr>
          <a:xfrm>
            <a:off x="4543898" y="4599753"/>
            <a:ext cx="668911" cy="1690987"/>
          </a:xfrm>
          <a:custGeom>
            <a:avLst/>
            <a:gdLst>
              <a:gd name="connsiteX0" fmla="*/ 0 w 1152358"/>
              <a:gd name="connsiteY0" fmla="*/ 0 h 2913134"/>
              <a:gd name="connsiteX1" fmla="*/ 1152358 w 1152358"/>
              <a:gd name="connsiteY1" fmla="*/ 571804 h 2913134"/>
              <a:gd name="connsiteX2" fmla="*/ 1152358 w 1152358"/>
              <a:gd name="connsiteY2" fmla="*/ 1450229 h 2913134"/>
              <a:gd name="connsiteX3" fmla="*/ 1152358 w 1152358"/>
              <a:gd name="connsiteY3" fmla="*/ 2913134 h 2913134"/>
              <a:gd name="connsiteX4" fmla="*/ 0 w 1152358"/>
              <a:gd name="connsiteY4" fmla="*/ 2341330 h 2913134"/>
              <a:gd name="connsiteX5" fmla="*/ 0 w 1152358"/>
              <a:gd name="connsiteY5" fmla="*/ 878425 h 2913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2358" h="2913134">
                <a:moveTo>
                  <a:pt x="0" y="0"/>
                </a:moveTo>
                <a:lnTo>
                  <a:pt x="1152358" y="571804"/>
                </a:lnTo>
                <a:lnTo>
                  <a:pt x="1152358" y="1450229"/>
                </a:lnTo>
                <a:lnTo>
                  <a:pt x="1152358" y="2913134"/>
                </a:lnTo>
                <a:lnTo>
                  <a:pt x="0" y="2341330"/>
                </a:lnTo>
                <a:lnTo>
                  <a:pt x="0" y="878425"/>
                </a:lnTo>
                <a:close/>
              </a:path>
            </a:pathLst>
          </a:custGeom>
          <a:noFill/>
          <a:ln w="19050" cap="flat">
            <a:gradFill flip="none" rotWithShape="1">
              <a:gsLst>
                <a:gs pos="0">
                  <a:schemeClr val="accent2">
                    <a:alpha val="80000"/>
                  </a:schemeClr>
                </a:gs>
                <a:gs pos="100000">
                  <a:schemeClr val="tx1">
                    <a:alpha val="17000"/>
                  </a:scheme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cap="none" spc="0" normalizeH="0" baseline="0" noProof="0">
              <a:ln>
                <a:noFill/>
              </a:ln>
              <a:solidFill>
                <a:srgbClr val="FFFFFF"/>
              </a:solidFill>
              <a:effectLst/>
              <a:uLnTx/>
              <a:uFillTx/>
              <a:latin typeface="Verdana" panose="020B0604030504040204" pitchFamily="34" charset="0"/>
            </a:endParaRPr>
          </a:p>
        </p:txBody>
      </p:sp>
      <p:sp>
        <p:nvSpPr>
          <p:cNvPr id="14" name="Text Placeholder 4">
            <a:extLst>
              <a:ext uri="{FF2B5EF4-FFF2-40B4-BE49-F238E27FC236}">
                <a16:creationId xmlns:a16="http://schemas.microsoft.com/office/drawing/2014/main" id="{4C9C2217-4CFC-25EC-DA63-8712F58F97E9}"/>
              </a:ext>
              <a:ext uri="{C183D7F6-B498-43B3-948B-1728B52AA6E4}">
                <adec:decorative xmlns:adec="http://schemas.microsoft.com/office/drawing/2017/decorative" val="1"/>
              </a:ext>
            </a:extLst>
          </p:cNvPr>
          <p:cNvSpPr txBox="1">
            <a:spLocks/>
          </p:cNvSpPr>
          <p:nvPr userDrawn="1"/>
        </p:nvSpPr>
        <p:spPr>
          <a:xfrm>
            <a:off x="4956527" y="3491486"/>
            <a:ext cx="684155" cy="2157777"/>
          </a:xfrm>
          <a:custGeom>
            <a:avLst/>
            <a:gdLst>
              <a:gd name="connsiteX0" fmla="*/ 0 w 794338"/>
              <a:gd name="connsiteY0" fmla="*/ 0 h 2505291"/>
              <a:gd name="connsiteX1" fmla="*/ 794338 w 794338"/>
              <a:gd name="connsiteY1" fmla="*/ 394153 h 2505291"/>
              <a:gd name="connsiteX2" fmla="*/ 794338 w 794338"/>
              <a:gd name="connsiteY2" fmla="*/ 2505291 h 2505291"/>
              <a:gd name="connsiteX3" fmla="*/ 0 w 794338"/>
              <a:gd name="connsiteY3" fmla="*/ 2111138 h 2505291"/>
            </a:gdLst>
            <a:ahLst/>
            <a:cxnLst>
              <a:cxn ang="0">
                <a:pos x="connsiteX0" y="connsiteY0"/>
              </a:cxn>
              <a:cxn ang="0">
                <a:pos x="connsiteX1" y="connsiteY1"/>
              </a:cxn>
              <a:cxn ang="0">
                <a:pos x="connsiteX2" y="connsiteY2"/>
              </a:cxn>
              <a:cxn ang="0">
                <a:pos x="connsiteX3" y="connsiteY3"/>
              </a:cxn>
            </a:cxnLst>
            <a:rect l="l" t="t" r="r" b="b"/>
            <a:pathLst>
              <a:path w="794338" h="2505291">
                <a:moveTo>
                  <a:pt x="0" y="0"/>
                </a:moveTo>
                <a:lnTo>
                  <a:pt x="794338" y="394153"/>
                </a:lnTo>
                <a:lnTo>
                  <a:pt x="794338" y="2505291"/>
                </a:lnTo>
                <a:lnTo>
                  <a:pt x="0" y="2111138"/>
                </a:lnTo>
                <a:close/>
              </a:path>
            </a:pathLst>
          </a:custGeom>
          <a:gradFill>
            <a:gsLst>
              <a:gs pos="100000">
                <a:srgbClr val="2F2A95">
                  <a:lumMod val="96000"/>
                  <a:alpha val="90000"/>
                </a:srgbClr>
              </a:gs>
              <a:gs pos="0">
                <a:srgbClr val="92C0E9"/>
              </a:gs>
            </a:gsLst>
            <a:lin ang="6900000" scaled="0"/>
          </a:gradFill>
          <a:ln w="19050" cap="flat">
            <a:gradFill flip="none" rotWithShape="1">
              <a:gsLst>
                <a:gs pos="0">
                  <a:srgbClr val="92C0E9"/>
                </a:gs>
                <a:gs pos="100000">
                  <a:srgbClr val="2F2A95"/>
                </a:gs>
              </a:gsLst>
              <a:lin ang="5400000" scaled="1"/>
              <a:tileRect/>
            </a:gradFill>
            <a:prstDash val="solid"/>
            <a:miter/>
          </a:ln>
          <a:effectLst>
            <a:outerShdw blurRad="190500" algn="ctr" rotWithShape="0">
              <a:prstClr val="black">
                <a:alpha val="25000"/>
              </a:prstClr>
            </a:outerShdw>
          </a:effectLst>
        </p:spPr>
        <p:txBody>
          <a:bodyPr rtlCol="0" anchor="ctr"/>
          <a:lstStyle>
            <a:defPPr>
              <a:defRPr lang="en-US"/>
            </a:defPPr>
            <a:lvl1pPr marR="0" lvl="0" indent="0" defTabSz="2665918" fontAlgn="auto">
              <a:lnSpc>
                <a:spcPct val="100000"/>
              </a:lnSpc>
              <a:spcBef>
                <a:spcPts val="2918"/>
              </a:spcBef>
              <a:spcAft>
                <a:spcPts val="0"/>
              </a:spcAft>
              <a:buClr>
                <a:srgbClr val="F2F2F2"/>
              </a:buClr>
              <a:buSzTx/>
              <a:buFontTx/>
              <a:tabLst/>
              <a:defRPr kumimoji="0" sz="100" b="0" i="0" u="none" strike="noStrike" kern="0" cap="none" spc="0" normalizeH="0" baseline="0">
                <a:ln>
                  <a:noFill/>
                </a:ln>
                <a:solidFill>
                  <a:srgbClr val="FFFFFF"/>
                </a:solidFill>
                <a:effectLst/>
                <a:uLnTx/>
                <a:uFillTx/>
                <a:latin typeface="Verdana" panose="020B0604030504040204" pitchFamily="34" charset="0"/>
              </a:defRPr>
            </a:lvl1pPr>
            <a:lvl2pPr marL="685800" indent="-228600" algn="l" defTabSz="914400" rtl="0" eaLnBrk="1" latinLnBrk="0" hangingPunct="1">
              <a:lnSpc>
                <a:spcPct val="100000"/>
              </a:lnSpc>
              <a:spcBef>
                <a:spcPts val="0"/>
              </a:spcBef>
              <a:buFont typeface="Verdana" panose="020B0604020202020204" pitchFamily="34" charset="0"/>
              <a:buChar char="•"/>
              <a:defRPr sz="1800" kern="1200">
                <a:solidFill>
                  <a:schemeClr val="tx1"/>
                </a:solidFill>
                <a:latin typeface="Verdana" panose="020B0604030504040204" pitchFamily="34" charset="0"/>
                <a:ea typeface="+mn-ea"/>
                <a:cs typeface="+mn-cs"/>
              </a:defRPr>
            </a:lvl2pPr>
            <a:lvl3pPr marL="1143000" indent="-228600" algn="l" defTabSz="914400" rtl="0" eaLnBrk="1" latinLnBrk="0" hangingPunct="1">
              <a:lnSpc>
                <a:spcPct val="100000"/>
              </a:lnSpc>
              <a:spcBef>
                <a:spcPts val="0"/>
              </a:spcBef>
              <a:buFont typeface="Verdana" panose="020B0604020202020204" pitchFamily="34" charset="0"/>
              <a:buChar char="•"/>
              <a:defRPr sz="1600" kern="1200">
                <a:solidFill>
                  <a:schemeClr val="tx1"/>
                </a:solidFill>
                <a:latin typeface="Verdana" panose="020B0604030504040204" pitchFamily="34" charset="0"/>
                <a:ea typeface="+mn-ea"/>
                <a:cs typeface="+mn-cs"/>
              </a:defRPr>
            </a:lvl3pPr>
            <a:lvl4pPr marL="1600200" indent="-228600" algn="l" defTabSz="914400" rtl="0" eaLnBrk="1" latinLnBrk="0" hangingPunct="1">
              <a:lnSpc>
                <a:spcPct val="100000"/>
              </a:lnSpc>
              <a:spcBef>
                <a:spcPts val="0"/>
              </a:spcBef>
              <a:buFont typeface="Verdana" panose="020B0604020202020204" pitchFamily="34" charset="0"/>
              <a:buChar char="•"/>
              <a:defRPr sz="1400" kern="1200">
                <a:solidFill>
                  <a:schemeClr val="tx1"/>
                </a:solidFill>
                <a:latin typeface="Verdana" panose="020B0604030504040204" pitchFamily="34" charset="0"/>
                <a:ea typeface="+mn-ea"/>
                <a:cs typeface="+mn-cs"/>
              </a:defRPr>
            </a:lvl4pPr>
            <a:lvl5pPr marL="2057400" indent="-228600" algn="l" defTabSz="914400" rtl="0" eaLnBrk="1" latinLnBrk="0" hangingPunct="1">
              <a:lnSpc>
                <a:spcPct val="100000"/>
              </a:lnSpc>
              <a:spcBef>
                <a:spcPts val="0"/>
              </a:spcBef>
              <a:buFont typeface="Verdana" panose="020B0604020202020204" pitchFamily="34" charset="0"/>
              <a:buChar char="•"/>
              <a:defRPr sz="1400" kern="1200">
                <a:solidFill>
                  <a:schemeClr val="tx1"/>
                </a:solidFill>
                <a:latin typeface="Verdana" panose="020B0604030504040204" pitchFamily="34" charset="0"/>
                <a:ea typeface="+mn-ea"/>
                <a:cs typeface="+mn-cs"/>
              </a:defRPr>
            </a:lvl5pPr>
            <a:lvl6pPr marL="2514600" indent="-228600" algn="l" defTabSz="914400" rtl="0" eaLnBrk="1" latinLnBrk="0" hangingPunct="1">
              <a:lnSpc>
                <a:spcPct val="100000"/>
              </a:lnSpc>
              <a:spcBef>
                <a:spcPts val="0"/>
              </a:spcBef>
              <a:buFont typeface="Verdana" panose="020B0604020202020204" pitchFamily="34" charset="0"/>
              <a:buChar char="•"/>
              <a:defRPr sz="1400" kern="1200">
                <a:solidFill>
                  <a:schemeClr val="tx1"/>
                </a:solidFill>
                <a:latin typeface="Verdana" panose="020B0604030504040204" pitchFamily="34" charset="0"/>
                <a:ea typeface="+mn-ea"/>
                <a:cs typeface="+mn-cs"/>
              </a:defRPr>
            </a:lvl6pPr>
            <a:lvl7pPr marL="2971800" indent="-228600" algn="l" defTabSz="914400" rtl="0" eaLnBrk="1" latinLnBrk="0" hangingPunct="1">
              <a:lnSpc>
                <a:spcPct val="100000"/>
              </a:lnSpc>
              <a:spcBef>
                <a:spcPts val="0"/>
              </a:spcBef>
              <a:buFont typeface="Verdana" panose="020B0604020202020204" pitchFamily="34" charset="0"/>
              <a:buChar char="•"/>
              <a:defRPr sz="1400" kern="1200">
                <a:solidFill>
                  <a:schemeClr val="tx1"/>
                </a:solidFill>
                <a:latin typeface="Verdana" panose="020B0604030504040204" pitchFamily="34" charset="0"/>
                <a:ea typeface="+mn-ea"/>
                <a:cs typeface="+mn-cs"/>
              </a:defRPr>
            </a:lvl7pPr>
            <a:lvl8pPr marL="3429000" indent="-228600" algn="l" defTabSz="914400" rtl="0" eaLnBrk="1" latinLnBrk="0" hangingPunct="1">
              <a:lnSpc>
                <a:spcPct val="100000"/>
              </a:lnSpc>
              <a:spcBef>
                <a:spcPts val="0"/>
              </a:spcBef>
              <a:buFont typeface="Verdana" panose="020B0604020202020204" pitchFamily="34" charset="0"/>
              <a:buChar char="•"/>
              <a:defRPr sz="1200" kern="1200">
                <a:solidFill>
                  <a:schemeClr val="tx1"/>
                </a:solidFill>
                <a:latin typeface="Verdana" panose="020B0604030504040204" pitchFamily="34" charset="0"/>
                <a:ea typeface="+mn-ea"/>
                <a:cs typeface="+mn-cs"/>
              </a:defRPr>
            </a:lvl8pPr>
            <a:lvl9pPr marL="3886200" indent="-228600" algn="l" defTabSz="914400" rtl="0" eaLnBrk="1" latinLnBrk="0" hangingPunct="1">
              <a:lnSpc>
                <a:spcPct val="100000"/>
              </a:lnSpc>
              <a:spcBef>
                <a:spcPts val="0"/>
              </a:spcBef>
              <a:buFont typeface="Verdana" panose="020B0604020202020204" pitchFamily="34" charset="0"/>
              <a:buChar char="•"/>
              <a:defRPr sz="1000" kern="1200">
                <a:solidFill>
                  <a:schemeClr val="tx1"/>
                </a:solidFill>
                <a:latin typeface="Verdana" panose="020B0604030504040204" pitchFamily="34" charset="0"/>
                <a:ea typeface="+mn-ea"/>
                <a:cs typeface="+mn-cs"/>
              </a:defRPr>
            </a:lvl9pPr>
          </a:lstStyle>
          <a:p>
            <a:endParaRPr lang="en-GB"/>
          </a:p>
        </p:txBody>
      </p:sp>
      <p:sp>
        <p:nvSpPr>
          <p:cNvPr id="15" name="Freeform: Shape 14">
            <a:extLst>
              <a:ext uri="{FF2B5EF4-FFF2-40B4-BE49-F238E27FC236}">
                <a16:creationId xmlns:a16="http://schemas.microsoft.com/office/drawing/2014/main" id="{60EDA2C1-FFE7-6894-FD8F-C50BF0AC7BE3}"/>
              </a:ext>
              <a:ext uri="{C183D7F6-B498-43B3-948B-1728B52AA6E4}">
                <adec:decorative xmlns:adec="http://schemas.microsoft.com/office/drawing/2017/decorative" val="1"/>
              </a:ext>
            </a:extLst>
          </p:cNvPr>
          <p:cNvSpPr>
            <a:spLocks noChangeAspect="1"/>
          </p:cNvSpPr>
          <p:nvPr userDrawn="1"/>
        </p:nvSpPr>
        <p:spPr>
          <a:xfrm flipH="1" flipV="1">
            <a:off x="819684" y="567262"/>
            <a:ext cx="668910" cy="1690987"/>
          </a:xfrm>
          <a:custGeom>
            <a:avLst/>
            <a:gdLst>
              <a:gd name="connsiteX0" fmla="*/ 0 w 1152358"/>
              <a:gd name="connsiteY0" fmla="*/ 0 h 2913134"/>
              <a:gd name="connsiteX1" fmla="*/ 1152358 w 1152358"/>
              <a:gd name="connsiteY1" fmla="*/ 571804 h 2913134"/>
              <a:gd name="connsiteX2" fmla="*/ 1152358 w 1152358"/>
              <a:gd name="connsiteY2" fmla="*/ 1450229 h 2913134"/>
              <a:gd name="connsiteX3" fmla="*/ 1152358 w 1152358"/>
              <a:gd name="connsiteY3" fmla="*/ 2913134 h 2913134"/>
              <a:gd name="connsiteX4" fmla="*/ 0 w 1152358"/>
              <a:gd name="connsiteY4" fmla="*/ 2341330 h 2913134"/>
              <a:gd name="connsiteX5" fmla="*/ 0 w 1152358"/>
              <a:gd name="connsiteY5" fmla="*/ 878425 h 2913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2358" h="2913134">
                <a:moveTo>
                  <a:pt x="0" y="0"/>
                </a:moveTo>
                <a:lnTo>
                  <a:pt x="1152358" y="571804"/>
                </a:lnTo>
                <a:lnTo>
                  <a:pt x="1152358" y="1450229"/>
                </a:lnTo>
                <a:lnTo>
                  <a:pt x="1152358" y="2913134"/>
                </a:lnTo>
                <a:lnTo>
                  <a:pt x="0" y="2341330"/>
                </a:lnTo>
                <a:lnTo>
                  <a:pt x="0" y="878425"/>
                </a:lnTo>
                <a:close/>
              </a:path>
            </a:pathLst>
          </a:custGeom>
          <a:noFill/>
          <a:ln w="19050" cap="flat">
            <a:gradFill flip="none" rotWithShape="1">
              <a:gsLst>
                <a:gs pos="0">
                  <a:schemeClr val="accent2">
                    <a:alpha val="80000"/>
                  </a:schemeClr>
                </a:gs>
                <a:gs pos="100000">
                  <a:schemeClr val="tx1">
                    <a:alpha val="17000"/>
                  </a:scheme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cap="none" spc="0" normalizeH="0" baseline="0" noProof="0">
              <a:ln>
                <a:noFill/>
              </a:ln>
              <a:solidFill>
                <a:srgbClr val="FFFFFF"/>
              </a:solidFill>
              <a:effectLst/>
              <a:uLnTx/>
              <a:uFillTx/>
              <a:latin typeface="Verdana" panose="020B0604030504040204" pitchFamily="34" charset="0"/>
            </a:endParaRPr>
          </a:p>
        </p:txBody>
      </p:sp>
      <p:sp>
        <p:nvSpPr>
          <p:cNvPr id="16" name="Text Placeholder 4">
            <a:extLst>
              <a:ext uri="{FF2B5EF4-FFF2-40B4-BE49-F238E27FC236}">
                <a16:creationId xmlns:a16="http://schemas.microsoft.com/office/drawing/2014/main" id="{A103F671-8345-2357-3652-7FA124AF4E41}"/>
              </a:ext>
              <a:ext uri="{C183D7F6-B498-43B3-948B-1728B52AA6E4}">
                <adec:decorative xmlns:adec="http://schemas.microsoft.com/office/drawing/2017/decorative" val="1"/>
              </a:ext>
            </a:extLst>
          </p:cNvPr>
          <p:cNvSpPr txBox="1">
            <a:spLocks/>
          </p:cNvSpPr>
          <p:nvPr userDrawn="1"/>
        </p:nvSpPr>
        <p:spPr>
          <a:xfrm flipH="1" flipV="1">
            <a:off x="391819" y="1208739"/>
            <a:ext cx="684153" cy="2157777"/>
          </a:xfrm>
          <a:custGeom>
            <a:avLst/>
            <a:gdLst>
              <a:gd name="connsiteX0" fmla="*/ 0 w 794338"/>
              <a:gd name="connsiteY0" fmla="*/ 0 h 2505291"/>
              <a:gd name="connsiteX1" fmla="*/ 794338 w 794338"/>
              <a:gd name="connsiteY1" fmla="*/ 394153 h 2505291"/>
              <a:gd name="connsiteX2" fmla="*/ 794338 w 794338"/>
              <a:gd name="connsiteY2" fmla="*/ 2505291 h 2505291"/>
              <a:gd name="connsiteX3" fmla="*/ 0 w 794338"/>
              <a:gd name="connsiteY3" fmla="*/ 2111138 h 2505291"/>
            </a:gdLst>
            <a:ahLst/>
            <a:cxnLst>
              <a:cxn ang="0">
                <a:pos x="connsiteX0" y="connsiteY0"/>
              </a:cxn>
              <a:cxn ang="0">
                <a:pos x="connsiteX1" y="connsiteY1"/>
              </a:cxn>
              <a:cxn ang="0">
                <a:pos x="connsiteX2" y="connsiteY2"/>
              </a:cxn>
              <a:cxn ang="0">
                <a:pos x="connsiteX3" y="connsiteY3"/>
              </a:cxn>
            </a:cxnLst>
            <a:rect l="l" t="t" r="r" b="b"/>
            <a:pathLst>
              <a:path w="794338" h="2505291">
                <a:moveTo>
                  <a:pt x="0" y="0"/>
                </a:moveTo>
                <a:lnTo>
                  <a:pt x="794338" y="394153"/>
                </a:lnTo>
                <a:lnTo>
                  <a:pt x="794338" y="2505291"/>
                </a:lnTo>
                <a:lnTo>
                  <a:pt x="0" y="2111138"/>
                </a:lnTo>
                <a:close/>
              </a:path>
            </a:pathLst>
          </a:custGeom>
          <a:gradFill>
            <a:gsLst>
              <a:gs pos="100000">
                <a:srgbClr val="2F2A95">
                  <a:lumMod val="96000"/>
                  <a:alpha val="90000"/>
                </a:srgbClr>
              </a:gs>
              <a:gs pos="0">
                <a:srgbClr val="92C0E9"/>
              </a:gs>
            </a:gsLst>
            <a:lin ang="6900000" scaled="0"/>
          </a:gradFill>
          <a:ln w="19050" cap="flat">
            <a:gradFill flip="none" rotWithShape="1">
              <a:gsLst>
                <a:gs pos="0">
                  <a:srgbClr val="92C0E9"/>
                </a:gs>
                <a:gs pos="100000">
                  <a:srgbClr val="2F2A95"/>
                </a:gs>
              </a:gsLst>
              <a:lin ang="5400000" scaled="1"/>
              <a:tileRect/>
            </a:gradFill>
            <a:prstDash val="solid"/>
            <a:miter/>
          </a:ln>
          <a:effectLst>
            <a:outerShdw blurRad="190500" algn="ctr" rotWithShape="0">
              <a:prstClr val="black">
                <a:alpha val="25000"/>
              </a:prstClr>
            </a:outerShdw>
          </a:effectLst>
        </p:spPr>
        <p:txBody>
          <a:bodyPr rtlCol="0" anchor="ctr"/>
          <a:lstStyle>
            <a:defPPr>
              <a:defRPr lang="en-US"/>
            </a:defPPr>
            <a:lvl1pPr marR="0" lvl="0" indent="0" defTabSz="2665918" fontAlgn="auto">
              <a:lnSpc>
                <a:spcPct val="100000"/>
              </a:lnSpc>
              <a:spcBef>
                <a:spcPts val="2918"/>
              </a:spcBef>
              <a:spcAft>
                <a:spcPts val="0"/>
              </a:spcAft>
              <a:buClr>
                <a:srgbClr val="F2F2F2"/>
              </a:buClr>
              <a:buSzTx/>
              <a:buFontTx/>
              <a:tabLst/>
              <a:defRPr kumimoji="0" sz="100" b="0" i="0" u="none" strike="noStrike" kern="0" cap="none" spc="0" normalizeH="0" baseline="0">
                <a:ln>
                  <a:noFill/>
                </a:ln>
                <a:solidFill>
                  <a:srgbClr val="FFFFFF"/>
                </a:solidFill>
                <a:effectLst/>
                <a:uLnTx/>
                <a:uFillTx/>
                <a:latin typeface="Verdana" panose="020B0604030504040204" pitchFamily="34" charset="0"/>
              </a:defRPr>
            </a:lvl1pPr>
            <a:lvl2pPr marL="685800" indent="-228600" algn="l" defTabSz="914400" rtl="0" eaLnBrk="1" latinLnBrk="0" hangingPunct="1">
              <a:lnSpc>
                <a:spcPct val="100000"/>
              </a:lnSpc>
              <a:spcBef>
                <a:spcPts val="0"/>
              </a:spcBef>
              <a:buFont typeface="Verdana" panose="020B0604020202020204" pitchFamily="34" charset="0"/>
              <a:buChar char="•"/>
              <a:defRPr sz="1800" kern="1200">
                <a:solidFill>
                  <a:schemeClr val="tx1"/>
                </a:solidFill>
                <a:latin typeface="Verdana" panose="020B0604030504040204" pitchFamily="34" charset="0"/>
                <a:ea typeface="+mn-ea"/>
                <a:cs typeface="+mn-cs"/>
              </a:defRPr>
            </a:lvl2pPr>
            <a:lvl3pPr marL="1143000" indent="-228600" algn="l" defTabSz="914400" rtl="0" eaLnBrk="1" latinLnBrk="0" hangingPunct="1">
              <a:lnSpc>
                <a:spcPct val="100000"/>
              </a:lnSpc>
              <a:spcBef>
                <a:spcPts val="0"/>
              </a:spcBef>
              <a:buFont typeface="Verdana" panose="020B0604020202020204" pitchFamily="34" charset="0"/>
              <a:buChar char="•"/>
              <a:defRPr sz="1600" kern="1200">
                <a:solidFill>
                  <a:schemeClr val="tx1"/>
                </a:solidFill>
                <a:latin typeface="Verdana" panose="020B0604030504040204" pitchFamily="34" charset="0"/>
                <a:ea typeface="+mn-ea"/>
                <a:cs typeface="+mn-cs"/>
              </a:defRPr>
            </a:lvl3pPr>
            <a:lvl4pPr marL="1600200" indent="-228600" algn="l" defTabSz="914400" rtl="0" eaLnBrk="1" latinLnBrk="0" hangingPunct="1">
              <a:lnSpc>
                <a:spcPct val="100000"/>
              </a:lnSpc>
              <a:spcBef>
                <a:spcPts val="0"/>
              </a:spcBef>
              <a:buFont typeface="Verdana" panose="020B0604020202020204" pitchFamily="34" charset="0"/>
              <a:buChar char="•"/>
              <a:defRPr sz="1400" kern="1200">
                <a:solidFill>
                  <a:schemeClr val="tx1"/>
                </a:solidFill>
                <a:latin typeface="Verdana" panose="020B0604030504040204" pitchFamily="34" charset="0"/>
                <a:ea typeface="+mn-ea"/>
                <a:cs typeface="+mn-cs"/>
              </a:defRPr>
            </a:lvl4pPr>
            <a:lvl5pPr marL="2057400" indent="-228600" algn="l" defTabSz="914400" rtl="0" eaLnBrk="1" latinLnBrk="0" hangingPunct="1">
              <a:lnSpc>
                <a:spcPct val="100000"/>
              </a:lnSpc>
              <a:spcBef>
                <a:spcPts val="0"/>
              </a:spcBef>
              <a:buFont typeface="Verdana" panose="020B0604020202020204" pitchFamily="34" charset="0"/>
              <a:buChar char="•"/>
              <a:defRPr sz="1400" kern="1200">
                <a:solidFill>
                  <a:schemeClr val="tx1"/>
                </a:solidFill>
                <a:latin typeface="Verdana" panose="020B0604030504040204" pitchFamily="34" charset="0"/>
                <a:ea typeface="+mn-ea"/>
                <a:cs typeface="+mn-cs"/>
              </a:defRPr>
            </a:lvl5pPr>
            <a:lvl6pPr marL="2514600" indent="-228600" algn="l" defTabSz="914400" rtl="0" eaLnBrk="1" latinLnBrk="0" hangingPunct="1">
              <a:lnSpc>
                <a:spcPct val="100000"/>
              </a:lnSpc>
              <a:spcBef>
                <a:spcPts val="0"/>
              </a:spcBef>
              <a:buFont typeface="Verdana" panose="020B0604020202020204" pitchFamily="34" charset="0"/>
              <a:buChar char="•"/>
              <a:defRPr sz="1400" kern="1200">
                <a:solidFill>
                  <a:schemeClr val="tx1"/>
                </a:solidFill>
                <a:latin typeface="Verdana" panose="020B0604030504040204" pitchFamily="34" charset="0"/>
                <a:ea typeface="+mn-ea"/>
                <a:cs typeface="+mn-cs"/>
              </a:defRPr>
            </a:lvl6pPr>
            <a:lvl7pPr marL="2971800" indent="-228600" algn="l" defTabSz="914400" rtl="0" eaLnBrk="1" latinLnBrk="0" hangingPunct="1">
              <a:lnSpc>
                <a:spcPct val="100000"/>
              </a:lnSpc>
              <a:spcBef>
                <a:spcPts val="0"/>
              </a:spcBef>
              <a:buFont typeface="Verdana" panose="020B0604020202020204" pitchFamily="34" charset="0"/>
              <a:buChar char="•"/>
              <a:defRPr sz="1400" kern="1200">
                <a:solidFill>
                  <a:schemeClr val="tx1"/>
                </a:solidFill>
                <a:latin typeface="Verdana" panose="020B0604030504040204" pitchFamily="34" charset="0"/>
                <a:ea typeface="+mn-ea"/>
                <a:cs typeface="+mn-cs"/>
              </a:defRPr>
            </a:lvl7pPr>
            <a:lvl8pPr marL="3429000" indent="-228600" algn="l" defTabSz="914400" rtl="0" eaLnBrk="1" latinLnBrk="0" hangingPunct="1">
              <a:lnSpc>
                <a:spcPct val="100000"/>
              </a:lnSpc>
              <a:spcBef>
                <a:spcPts val="0"/>
              </a:spcBef>
              <a:buFont typeface="Verdana" panose="020B0604020202020204" pitchFamily="34" charset="0"/>
              <a:buChar char="•"/>
              <a:defRPr sz="1200" kern="1200">
                <a:solidFill>
                  <a:schemeClr val="tx1"/>
                </a:solidFill>
                <a:latin typeface="Verdana" panose="020B0604030504040204" pitchFamily="34" charset="0"/>
                <a:ea typeface="+mn-ea"/>
                <a:cs typeface="+mn-cs"/>
              </a:defRPr>
            </a:lvl8pPr>
            <a:lvl9pPr marL="3886200" indent="-228600" algn="l" defTabSz="914400" rtl="0" eaLnBrk="1" latinLnBrk="0" hangingPunct="1">
              <a:lnSpc>
                <a:spcPct val="100000"/>
              </a:lnSpc>
              <a:spcBef>
                <a:spcPts val="0"/>
              </a:spcBef>
              <a:buFont typeface="Verdana" panose="020B0604020202020204" pitchFamily="34" charset="0"/>
              <a:buChar char="•"/>
              <a:defRPr sz="1000" kern="1200">
                <a:solidFill>
                  <a:schemeClr val="tx1"/>
                </a:solidFill>
                <a:latin typeface="Verdana" panose="020B0604030504040204" pitchFamily="34" charset="0"/>
                <a:ea typeface="+mn-ea"/>
                <a:cs typeface="+mn-cs"/>
              </a:defRPr>
            </a:lvl9pPr>
          </a:lstStyle>
          <a:p>
            <a:endParaRPr lang="en-GB"/>
          </a:p>
        </p:txBody>
      </p:sp>
      <p:sp>
        <p:nvSpPr>
          <p:cNvPr id="38" name="Text Placeholder 37">
            <a:extLst>
              <a:ext uri="{FF2B5EF4-FFF2-40B4-BE49-F238E27FC236}">
                <a16:creationId xmlns:a16="http://schemas.microsoft.com/office/drawing/2014/main" id="{EC5D3CAD-A58F-85CC-5577-5156C96582E6}"/>
              </a:ext>
            </a:extLst>
          </p:cNvPr>
          <p:cNvSpPr>
            <a:spLocks noGrp="1"/>
          </p:cNvSpPr>
          <p:nvPr userDrawn="1">
            <p:ph type="body" sz="quarter" idx="19" hasCustomPrompt="1"/>
          </p:nvPr>
        </p:nvSpPr>
        <p:spPr>
          <a:xfrm>
            <a:off x="6032500" y="1627188"/>
            <a:ext cx="622300" cy="587374"/>
          </a:xfrm>
          <a:ln>
            <a:noFill/>
          </a:ln>
        </p:spPr>
        <p:txBody>
          <a:bodyPr lIns="0" tIns="0" rIns="0" bIns="0" anchor="ctr" anchorCtr="0">
            <a:noAutofit/>
          </a:bodyPr>
          <a:lstStyle>
            <a:lvl1pPr marL="0" indent="0" algn="r" defTabSz="914400" rtl="0" eaLnBrk="1" latinLnBrk="0" hangingPunct="1">
              <a:lnSpc>
                <a:spcPct val="100000"/>
              </a:lnSpc>
              <a:spcBef>
                <a:spcPts val="0"/>
              </a:spcBef>
              <a:buNone/>
              <a:defRPr lang="en-US" sz="3200" kern="1200" dirty="0" smtClean="0">
                <a:solidFill>
                  <a:schemeClr val="accent2"/>
                </a:solidFill>
                <a:latin typeface="+mj-lt"/>
                <a:ea typeface="+mj-ea"/>
                <a:cs typeface="+mj-cs"/>
              </a:defRPr>
            </a:lvl1pPr>
            <a:lvl2pPr marL="0" indent="0" algn="r" defTabSz="914400" rtl="0" eaLnBrk="1" latinLnBrk="0" hangingPunct="1">
              <a:lnSpc>
                <a:spcPct val="100000"/>
              </a:lnSpc>
              <a:spcBef>
                <a:spcPts val="0"/>
              </a:spcBef>
              <a:buNone/>
              <a:defRPr lang="en-US" sz="3200" kern="1200" dirty="0" smtClean="0">
                <a:solidFill>
                  <a:schemeClr val="accent2"/>
                </a:solidFill>
                <a:latin typeface="+mj-lt"/>
                <a:ea typeface="+mj-ea"/>
                <a:cs typeface="+mj-cs"/>
              </a:defRPr>
            </a:lvl2pPr>
            <a:lvl3pPr marL="0" indent="0" algn="r" defTabSz="914400" rtl="0" eaLnBrk="1" latinLnBrk="0" hangingPunct="1">
              <a:lnSpc>
                <a:spcPct val="100000"/>
              </a:lnSpc>
              <a:spcBef>
                <a:spcPts val="0"/>
              </a:spcBef>
              <a:buNone/>
              <a:defRPr lang="en-US" sz="3200" kern="1200" dirty="0" smtClean="0">
                <a:solidFill>
                  <a:schemeClr val="accent2"/>
                </a:solidFill>
                <a:latin typeface="+mj-lt"/>
                <a:ea typeface="+mj-ea"/>
                <a:cs typeface="+mj-cs"/>
              </a:defRPr>
            </a:lvl3pPr>
            <a:lvl4pPr marL="0" indent="0" algn="r" defTabSz="914400" rtl="0" eaLnBrk="1" latinLnBrk="0" hangingPunct="1">
              <a:lnSpc>
                <a:spcPct val="100000"/>
              </a:lnSpc>
              <a:spcBef>
                <a:spcPts val="0"/>
              </a:spcBef>
              <a:buNone/>
              <a:defRPr lang="en-US" sz="3200" kern="1200" dirty="0" smtClean="0">
                <a:solidFill>
                  <a:schemeClr val="accent2"/>
                </a:solidFill>
                <a:latin typeface="+mj-lt"/>
                <a:ea typeface="+mj-ea"/>
                <a:cs typeface="+mj-cs"/>
              </a:defRPr>
            </a:lvl4pPr>
            <a:lvl5pPr marL="0" indent="0" algn="r" defTabSz="914400" rtl="0" eaLnBrk="1" latinLnBrk="0" hangingPunct="1">
              <a:lnSpc>
                <a:spcPct val="100000"/>
              </a:lnSpc>
              <a:spcBef>
                <a:spcPts val="0"/>
              </a:spcBef>
              <a:buNone/>
              <a:defRPr lang="en-US" sz="3200" kern="1200" dirty="0">
                <a:solidFill>
                  <a:schemeClr val="accent2"/>
                </a:solidFill>
                <a:latin typeface="+mj-lt"/>
                <a:ea typeface="+mj-ea"/>
                <a:cs typeface="+mj-cs"/>
              </a:defRPr>
            </a:lvl5pPr>
          </a:lstStyle>
          <a:p>
            <a:pPr marL="0" lvl="0" algn="r">
              <a:buNone/>
            </a:pPr>
            <a:r>
              <a:rPr lang="en-US"/>
              <a:t>XX</a:t>
            </a:r>
          </a:p>
        </p:txBody>
      </p:sp>
      <p:sp>
        <p:nvSpPr>
          <p:cNvPr id="46" name="Text Placeholder 37">
            <a:extLst>
              <a:ext uri="{FF2B5EF4-FFF2-40B4-BE49-F238E27FC236}">
                <a16:creationId xmlns:a16="http://schemas.microsoft.com/office/drawing/2014/main" id="{DFC5834E-A3BC-6828-034C-89FD765ACEDC}"/>
              </a:ext>
            </a:extLst>
          </p:cNvPr>
          <p:cNvSpPr>
            <a:spLocks noGrp="1"/>
          </p:cNvSpPr>
          <p:nvPr userDrawn="1">
            <p:ph type="body" sz="quarter" idx="24" hasCustomPrompt="1"/>
          </p:nvPr>
        </p:nvSpPr>
        <p:spPr>
          <a:xfrm>
            <a:off x="6032500" y="2424113"/>
            <a:ext cx="622300" cy="587374"/>
          </a:xfrm>
          <a:ln>
            <a:noFill/>
          </a:ln>
        </p:spPr>
        <p:txBody>
          <a:bodyPr lIns="0" tIns="0" rIns="0" bIns="0" anchor="ctr" anchorCtr="0">
            <a:noAutofit/>
          </a:bodyPr>
          <a:lstStyle>
            <a:lvl1pPr marL="0" indent="0" algn="r" defTabSz="914400" rtl="0" eaLnBrk="1" latinLnBrk="0" hangingPunct="1">
              <a:lnSpc>
                <a:spcPct val="100000"/>
              </a:lnSpc>
              <a:spcBef>
                <a:spcPts val="0"/>
              </a:spcBef>
              <a:buNone/>
              <a:defRPr lang="en-US" sz="3200" kern="1200" dirty="0" smtClean="0">
                <a:solidFill>
                  <a:schemeClr val="accent2"/>
                </a:solidFill>
                <a:latin typeface="+mj-lt"/>
                <a:ea typeface="+mj-ea"/>
                <a:cs typeface="+mj-cs"/>
              </a:defRPr>
            </a:lvl1pPr>
            <a:lvl2pPr marL="0" indent="0" algn="r" defTabSz="914400" rtl="0" eaLnBrk="1" latinLnBrk="0" hangingPunct="1">
              <a:lnSpc>
                <a:spcPct val="100000"/>
              </a:lnSpc>
              <a:spcBef>
                <a:spcPts val="0"/>
              </a:spcBef>
              <a:buNone/>
              <a:defRPr lang="en-US" sz="3200" kern="1200" dirty="0" smtClean="0">
                <a:solidFill>
                  <a:schemeClr val="accent2"/>
                </a:solidFill>
                <a:latin typeface="+mj-lt"/>
                <a:ea typeface="+mj-ea"/>
                <a:cs typeface="+mj-cs"/>
              </a:defRPr>
            </a:lvl2pPr>
            <a:lvl3pPr marL="0" indent="0" algn="r" defTabSz="914400" rtl="0" eaLnBrk="1" latinLnBrk="0" hangingPunct="1">
              <a:lnSpc>
                <a:spcPct val="100000"/>
              </a:lnSpc>
              <a:spcBef>
                <a:spcPts val="0"/>
              </a:spcBef>
              <a:buNone/>
              <a:defRPr lang="en-US" sz="3200" kern="1200" dirty="0" smtClean="0">
                <a:solidFill>
                  <a:schemeClr val="accent2"/>
                </a:solidFill>
                <a:latin typeface="+mj-lt"/>
                <a:ea typeface="+mj-ea"/>
                <a:cs typeface="+mj-cs"/>
              </a:defRPr>
            </a:lvl3pPr>
            <a:lvl4pPr marL="0" indent="0" algn="r" defTabSz="914400" rtl="0" eaLnBrk="1" latinLnBrk="0" hangingPunct="1">
              <a:lnSpc>
                <a:spcPct val="100000"/>
              </a:lnSpc>
              <a:spcBef>
                <a:spcPts val="0"/>
              </a:spcBef>
              <a:buNone/>
              <a:defRPr lang="en-US" sz="3200" kern="1200" dirty="0" smtClean="0">
                <a:solidFill>
                  <a:schemeClr val="accent2"/>
                </a:solidFill>
                <a:latin typeface="+mj-lt"/>
                <a:ea typeface="+mj-ea"/>
                <a:cs typeface="+mj-cs"/>
              </a:defRPr>
            </a:lvl4pPr>
            <a:lvl5pPr marL="0" indent="0" algn="r" defTabSz="914400" rtl="0" eaLnBrk="1" latinLnBrk="0" hangingPunct="1">
              <a:lnSpc>
                <a:spcPct val="100000"/>
              </a:lnSpc>
              <a:spcBef>
                <a:spcPts val="0"/>
              </a:spcBef>
              <a:buNone/>
              <a:defRPr lang="en-US" sz="3200" kern="1200" dirty="0">
                <a:solidFill>
                  <a:schemeClr val="accent2"/>
                </a:solidFill>
                <a:latin typeface="+mj-lt"/>
                <a:ea typeface="+mj-ea"/>
                <a:cs typeface="+mj-cs"/>
              </a:defRPr>
            </a:lvl5pPr>
          </a:lstStyle>
          <a:p>
            <a:pPr marL="0" lvl="0" algn="r">
              <a:buNone/>
            </a:pPr>
            <a:r>
              <a:rPr lang="en-US"/>
              <a:t>XX</a:t>
            </a:r>
          </a:p>
        </p:txBody>
      </p:sp>
      <p:sp>
        <p:nvSpPr>
          <p:cNvPr id="45" name="Text Placeholder 37">
            <a:extLst>
              <a:ext uri="{FF2B5EF4-FFF2-40B4-BE49-F238E27FC236}">
                <a16:creationId xmlns:a16="http://schemas.microsoft.com/office/drawing/2014/main" id="{3157F0C1-B6FC-72BD-CA5B-1311A3971CB6}"/>
              </a:ext>
            </a:extLst>
          </p:cNvPr>
          <p:cNvSpPr>
            <a:spLocks noGrp="1"/>
          </p:cNvSpPr>
          <p:nvPr userDrawn="1">
            <p:ph type="body" sz="quarter" idx="23" hasCustomPrompt="1"/>
          </p:nvPr>
        </p:nvSpPr>
        <p:spPr>
          <a:xfrm>
            <a:off x="6032500" y="3221038"/>
            <a:ext cx="622300" cy="587374"/>
          </a:xfrm>
          <a:ln>
            <a:noFill/>
          </a:ln>
        </p:spPr>
        <p:txBody>
          <a:bodyPr lIns="0" tIns="0" rIns="0" bIns="0" anchor="ctr" anchorCtr="0">
            <a:noAutofit/>
          </a:bodyPr>
          <a:lstStyle>
            <a:lvl1pPr marL="0" indent="0" algn="r" defTabSz="914400" rtl="0" eaLnBrk="1" latinLnBrk="0" hangingPunct="1">
              <a:lnSpc>
                <a:spcPct val="100000"/>
              </a:lnSpc>
              <a:spcBef>
                <a:spcPts val="0"/>
              </a:spcBef>
              <a:buNone/>
              <a:defRPr lang="en-US" sz="3200" kern="1200" dirty="0" smtClean="0">
                <a:solidFill>
                  <a:schemeClr val="accent2"/>
                </a:solidFill>
                <a:latin typeface="+mj-lt"/>
                <a:ea typeface="+mj-ea"/>
                <a:cs typeface="+mj-cs"/>
              </a:defRPr>
            </a:lvl1pPr>
            <a:lvl2pPr marL="0" indent="0" algn="r" defTabSz="914400" rtl="0" eaLnBrk="1" latinLnBrk="0" hangingPunct="1">
              <a:lnSpc>
                <a:spcPct val="100000"/>
              </a:lnSpc>
              <a:spcBef>
                <a:spcPts val="0"/>
              </a:spcBef>
              <a:buNone/>
              <a:defRPr lang="en-US" sz="3200" kern="1200" dirty="0" smtClean="0">
                <a:solidFill>
                  <a:schemeClr val="accent2"/>
                </a:solidFill>
                <a:latin typeface="+mj-lt"/>
                <a:ea typeface="+mj-ea"/>
                <a:cs typeface="+mj-cs"/>
              </a:defRPr>
            </a:lvl2pPr>
            <a:lvl3pPr marL="0" indent="0" algn="r" defTabSz="914400" rtl="0" eaLnBrk="1" latinLnBrk="0" hangingPunct="1">
              <a:lnSpc>
                <a:spcPct val="100000"/>
              </a:lnSpc>
              <a:spcBef>
                <a:spcPts val="0"/>
              </a:spcBef>
              <a:buNone/>
              <a:defRPr lang="en-US" sz="3200" kern="1200" dirty="0" smtClean="0">
                <a:solidFill>
                  <a:schemeClr val="accent2"/>
                </a:solidFill>
                <a:latin typeface="+mj-lt"/>
                <a:ea typeface="+mj-ea"/>
                <a:cs typeface="+mj-cs"/>
              </a:defRPr>
            </a:lvl3pPr>
            <a:lvl4pPr marL="0" indent="0" algn="r" defTabSz="914400" rtl="0" eaLnBrk="1" latinLnBrk="0" hangingPunct="1">
              <a:lnSpc>
                <a:spcPct val="100000"/>
              </a:lnSpc>
              <a:spcBef>
                <a:spcPts val="0"/>
              </a:spcBef>
              <a:buNone/>
              <a:defRPr lang="en-US" sz="3200" kern="1200" dirty="0" smtClean="0">
                <a:solidFill>
                  <a:schemeClr val="accent2"/>
                </a:solidFill>
                <a:latin typeface="+mj-lt"/>
                <a:ea typeface="+mj-ea"/>
                <a:cs typeface="+mj-cs"/>
              </a:defRPr>
            </a:lvl4pPr>
            <a:lvl5pPr marL="0" indent="0" algn="r" defTabSz="914400" rtl="0" eaLnBrk="1" latinLnBrk="0" hangingPunct="1">
              <a:lnSpc>
                <a:spcPct val="100000"/>
              </a:lnSpc>
              <a:spcBef>
                <a:spcPts val="0"/>
              </a:spcBef>
              <a:buNone/>
              <a:defRPr lang="en-US" sz="3200" kern="1200" dirty="0">
                <a:solidFill>
                  <a:schemeClr val="accent2"/>
                </a:solidFill>
                <a:latin typeface="+mj-lt"/>
                <a:ea typeface="+mj-ea"/>
                <a:cs typeface="+mj-cs"/>
              </a:defRPr>
            </a:lvl5pPr>
          </a:lstStyle>
          <a:p>
            <a:pPr marL="0" lvl="0" algn="r">
              <a:buNone/>
            </a:pPr>
            <a:r>
              <a:rPr lang="en-US"/>
              <a:t>XX</a:t>
            </a:r>
          </a:p>
        </p:txBody>
      </p:sp>
      <p:sp>
        <p:nvSpPr>
          <p:cNvPr id="44" name="Text Placeholder 37">
            <a:extLst>
              <a:ext uri="{FF2B5EF4-FFF2-40B4-BE49-F238E27FC236}">
                <a16:creationId xmlns:a16="http://schemas.microsoft.com/office/drawing/2014/main" id="{0044BEAE-C33F-CB1A-53E6-A17672D6A308}"/>
              </a:ext>
            </a:extLst>
          </p:cNvPr>
          <p:cNvSpPr>
            <a:spLocks noGrp="1"/>
          </p:cNvSpPr>
          <p:nvPr userDrawn="1">
            <p:ph type="body" sz="quarter" idx="22" hasCustomPrompt="1"/>
          </p:nvPr>
        </p:nvSpPr>
        <p:spPr>
          <a:xfrm>
            <a:off x="6032500" y="4017963"/>
            <a:ext cx="622300" cy="587374"/>
          </a:xfrm>
          <a:ln>
            <a:noFill/>
          </a:ln>
        </p:spPr>
        <p:txBody>
          <a:bodyPr lIns="0" tIns="0" rIns="0" bIns="0" anchor="ctr" anchorCtr="0">
            <a:noAutofit/>
          </a:bodyPr>
          <a:lstStyle>
            <a:lvl1pPr marL="0" indent="0" algn="r" defTabSz="914400" rtl="0" eaLnBrk="1" latinLnBrk="0" hangingPunct="1">
              <a:lnSpc>
                <a:spcPct val="100000"/>
              </a:lnSpc>
              <a:spcBef>
                <a:spcPts val="0"/>
              </a:spcBef>
              <a:buNone/>
              <a:defRPr lang="en-US" sz="3200" kern="1200" dirty="0" smtClean="0">
                <a:solidFill>
                  <a:schemeClr val="accent2"/>
                </a:solidFill>
                <a:latin typeface="+mj-lt"/>
                <a:ea typeface="+mj-ea"/>
                <a:cs typeface="+mj-cs"/>
              </a:defRPr>
            </a:lvl1pPr>
            <a:lvl2pPr marL="0" indent="0" algn="r" defTabSz="914400" rtl="0" eaLnBrk="1" latinLnBrk="0" hangingPunct="1">
              <a:lnSpc>
                <a:spcPct val="100000"/>
              </a:lnSpc>
              <a:spcBef>
                <a:spcPts val="0"/>
              </a:spcBef>
              <a:buNone/>
              <a:defRPr lang="en-US" sz="3200" kern="1200" dirty="0" smtClean="0">
                <a:solidFill>
                  <a:schemeClr val="accent2"/>
                </a:solidFill>
                <a:latin typeface="+mj-lt"/>
                <a:ea typeface="+mj-ea"/>
                <a:cs typeface="+mj-cs"/>
              </a:defRPr>
            </a:lvl2pPr>
            <a:lvl3pPr marL="0" indent="0" algn="r" defTabSz="914400" rtl="0" eaLnBrk="1" latinLnBrk="0" hangingPunct="1">
              <a:lnSpc>
                <a:spcPct val="100000"/>
              </a:lnSpc>
              <a:spcBef>
                <a:spcPts val="0"/>
              </a:spcBef>
              <a:buNone/>
              <a:defRPr lang="en-US" sz="3200" kern="1200" dirty="0" smtClean="0">
                <a:solidFill>
                  <a:schemeClr val="accent2"/>
                </a:solidFill>
                <a:latin typeface="+mj-lt"/>
                <a:ea typeface="+mj-ea"/>
                <a:cs typeface="+mj-cs"/>
              </a:defRPr>
            </a:lvl3pPr>
            <a:lvl4pPr marL="0" indent="0" algn="r" defTabSz="914400" rtl="0" eaLnBrk="1" latinLnBrk="0" hangingPunct="1">
              <a:lnSpc>
                <a:spcPct val="100000"/>
              </a:lnSpc>
              <a:spcBef>
                <a:spcPts val="0"/>
              </a:spcBef>
              <a:buNone/>
              <a:defRPr lang="en-US" sz="3200" kern="1200" dirty="0" smtClean="0">
                <a:solidFill>
                  <a:schemeClr val="accent2"/>
                </a:solidFill>
                <a:latin typeface="+mj-lt"/>
                <a:ea typeface="+mj-ea"/>
                <a:cs typeface="+mj-cs"/>
              </a:defRPr>
            </a:lvl4pPr>
            <a:lvl5pPr marL="0" indent="0" algn="r" defTabSz="914400" rtl="0" eaLnBrk="1" latinLnBrk="0" hangingPunct="1">
              <a:lnSpc>
                <a:spcPct val="100000"/>
              </a:lnSpc>
              <a:spcBef>
                <a:spcPts val="0"/>
              </a:spcBef>
              <a:buNone/>
              <a:defRPr lang="en-US" sz="3200" kern="1200" dirty="0">
                <a:solidFill>
                  <a:schemeClr val="accent2"/>
                </a:solidFill>
                <a:latin typeface="+mj-lt"/>
                <a:ea typeface="+mj-ea"/>
                <a:cs typeface="+mj-cs"/>
              </a:defRPr>
            </a:lvl5pPr>
          </a:lstStyle>
          <a:p>
            <a:pPr marL="0" lvl="0" algn="r">
              <a:buNone/>
            </a:pPr>
            <a:r>
              <a:rPr lang="en-US"/>
              <a:t>XX</a:t>
            </a:r>
          </a:p>
        </p:txBody>
      </p:sp>
      <p:sp>
        <p:nvSpPr>
          <p:cNvPr id="43" name="Text Placeholder 37">
            <a:extLst>
              <a:ext uri="{FF2B5EF4-FFF2-40B4-BE49-F238E27FC236}">
                <a16:creationId xmlns:a16="http://schemas.microsoft.com/office/drawing/2014/main" id="{D7CE6FD3-B71D-C181-AF40-259A4DC70025}"/>
              </a:ext>
            </a:extLst>
          </p:cNvPr>
          <p:cNvSpPr>
            <a:spLocks noGrp="1"/>
          </p:cNvSpPr>
          <p:nvPr userDrawn="1">
            <p:ph type="body" sz="quarter" idx="21" hasCustomPrompt="1"/>
          </p:nvPr>
        </p:nvSpPr>
        <p:spPr>
          <a:xfrm>
            <a:off x="6032500" y="4814888"/>
            <a:ext cx="622300" cy="587374"/>
          </a:xfrm>
          <a:ln>
            <a:noFill/>
          </a:ln>
        </p:spPr>
        <p:txBody>
          <a:bodyPr lIns="0" tIns="0" rIns="0" bIns="0" anchor="ctr" anchorCtr="0">
            <a:noAutofit/>
          </a:bodyPr>
          <a:lstStyle>
            <a:lvl1pPr marL="0" indent="0" algn="r" defTabSz="914400" rtl="0" eaLnBrk="1" latinLnBrk="0" hangingPunct="1">
              <a:lnSpc>
                <a:spcPct val="100000"/>
              </a:lnSpc>
              <a:spcBef>
                <a:spcPts val="0"/>
              </a:spcBef>
              <a:buNone/>
              <a:defRPr lang="en-US" sz="3200" kern="1200" dirty="0" smtClean="0">
                <a:solidFill>
                  <a:schemeClr val="accent2"/>
                </a:solidFill>
                <a:latin typeface="+mj-lt"/>
                <a:ea typeface="+mj-ea"/>
                <a:cs typeface="+mj-cs"/>
              </a:defRPr>
            </a:lvl1pPr>
            <a:lvl2pPr marL="0" indent="0" algn="r" defTabSz="914400" rtl="0" eaLnBrk="1" latinLnBrk="0" hangingPunct="1">
              <a:lnSpc>
                <a:spcPct val="100000"/>
              </a:lnSpc>
              <a:spcBef>
                <a:spcPts val="0"/>
              </a:spcBef>
              <a:buNone/>
              <a:defRPr lang="en-US" sz="3200" kern="1200" dirty="0" smtClean="0">
                <a:solidFill>
                  <a:schemeClr val="accent2"/>
                </a:solidFill>
                <a:latin typeface="+mj-lt"/>
                <a:ea typeface="+mj-ea"/>
                <a:cs typeface="+mj-cs"/>
              </a:defRPr>
            </a:lvl2pPr>
            <a:lvl3pPr marL="0" indent="0" algn="r" defTabSz="914400" rtl="0" eaLnBrk="1" latinLnBrk="0" hangingPunct="1">
              <a:lnSpc>
                <a:spcPct val="100000"/>
              </a:lnSpc>
              <a:spcBef>
                <a:spcPts val="0"/>
              </a:spcBef>
              <a:buNone/>
              <a:defRPr lang="en-US" sz="3200" kern="1200" dirty="0" smtClean="0">
                <a:solidFill>
                  <a:schemeClr val="accent2"/>
                </a:solidFill>
                <a:latin typeface="+mj-lt"/>
                <a:ea typeface="+mj-ea"/>
                <a:cs typeface="+mj-cs"/>
              </a:defRPr>
            </a:lvl3pPr>
            <a:lvl4pPr marL="0" indent="0" algn="r" defTabSz="914400" rtl="0" eaLnBrk="1" latinLnBrk="0" hangingPunct="1">
              <a:lnSpc>
                <a:spcPct val="100000"/>
              </a:lnSpc>
              <a:spcBef>
                <a:spcPts val="0"/>
              </a:spcBef>
              <a:buNone/>
              <a:defRPr lang="en-US" sz="3200" kern="1200" dirty="0" smtClean="0">
                <a:solidFill>
                  <a:schemeClr val="accent2"/>
                </a:solidFill>
                <a:latin typeface="+mj-lt"/>
                <a:ea typeface="+mj-ea"/>
                <a:cs typeface="+mj-cs"/>
              </a:defRPr>
            </a:lvl4pPr>
            <a:lvl5pPr marL="0" indent="0" algn="r" defTabSz="914400" rtl="0" eaLnBrk="1" latinLnBrk="0" hangingPunct="1">
              <a:lnSpc>
                <a:spcPct val="100000"/>
              </a:lnSpc>
              <a:spcBef>
                <a:spcPts val="0"/>
              </a:spcBef>
              <a:buNone/>
              <a:defRPr lang="en-US" sz="3200" kern="1200" dirty="0">
                <a:solidFill>
                  <a:schemeClr val="accent2"/>
                </a:solidFill>
                <a:latin typeface="+mj-lt"/>
                <a:ea typeface="+mj-ea"/>
                <a:cs typeface="+mj-cs"/>
              </a:defRPr>
            </a:lvl5pPr>
          </a:lstStyle>
          <a:p>
            <a:pPr marL="0" lvl="0" algn="r">
              <a:buNone/>
            </a:pPr>
            <a:r>
              <a:rPr lang="en-US"/>
              <a:t>XX</a:t>
            </a:r>
          </a:p>
        </p:txBody>
      </p:sp>
      <p:sp>
        <p:nvSpPr>
          <p:cNvPr id="42" name="Text Placeholder 37">
            <a:extLst>
              <a:ext uri="{FF2B5EF4-FFF2-40B4-BE49-F238E27FC236}">
                <a16:creationId xmlns:a16="http://schemas.microsoft.com/office/drawing/2014/main" id="{810397D2-C488-84C8-3A6A-A910F6380379}"/>
              </a:ext>
            </a:extLst>
          </p:cNvPr>
          <p:cNvSpPr>
            <a:spLocks noGrp="1"/>
          </p:cNvSpPr>
          <p:nvPr userDrawn="1">
            <p:ph type="body" sz="quarter" idx="20" hasCustomPrompt="1"/>
          </p:nvPr>
        </p:nvSpPr>
        <p:spPr>
          <a:xfrm>
            <a:off x="6032500" y="5611813"/>
            <a:ext cx="622300" cy="587374"/>
          </a:xfrm>
          <a:ln>
            <a:noFill/>
          </a:ln>
        </p:spPr>
        <p:txBody>
          <a:bodyPr lIns="0" tIns="0" rIns="0" bIns="0" anchor="ctr" anchorCtr="0">
            <a:noAutofit/>
          </a:bodyPr>
          <a:lstStyle>
            <a:lvl1pPr marL="0" indent="0" algn="r" defTabSz="914400" rtl="0" eaLnBrk="1" latinLnBrk="0" hangingPunct="1">
              <a:lnSpc>
                <a:spcPct val="100000"/>
              </a:lnSpc>
              <a:spcBef>
                <a:spcPts val="0"/>
              </a:spcBef>
              <a:buNone/>
              <a:defRPr lang="en-US" sz="3200" kern="1200" dirty="0" smtClean="0">
                <a:solidFill>
                  <a:schemeClr val="accent2"/>
                </a:solidFill>
                <a:latin typeface="+mj-lt"/>
                <a:ea typeface="+mj-ea"/>
                <a:cs typeface="+mj-cs"/>
              </a:defRPr>
            </a:lvl1pPr>
            <a:lvl2pPr marL="0" indent="0" algn="r" defTabSz="914400" rtl="0" eaLnBrk="1" latinLnBrk="0" hangingPunct="1">
              <a:lnSpc>
                <a:spcPct val="100000"/>
              </a:lnSpc>
              <a:spcBef>
                <a:spcPts val="0"/>
              </a:spcBef>
              <a:buNone/>
              <a:defRPr lang="en-US" sz="3200" kern="1200" dirty="0" smtClean="0">
                <a:solidFill>
                  <a:schemeClr val="accent2"/>
                </a:solidFill>
                <a:latin typeface="+mj-lt"/>
                <a:ea typeface="+mj-ea"/>
                <a:cs typeface="+mj-cs"/>
              </a:defRPr>
            </a:lvl2pPr>
            <a:lvl3pPr marL="0" indent="0" algn="r" defTabSz="914400" rtl="0" eaLnBrk="1" latinLnBrk="0" hangingPunct="1">
              <a:lnSpc>
                <a:spcPct val="100000"/>
              </a:lnSpc>
              <a:spcBef>
                <a:spcPts val="0"/>
              </a:spcBef>
              <a:buNone/>
              <a:defRPr lang="en-US" sz="3200" kern="1200" dirty="0" smtClean="0">
                <a:solidFill>
                  <a:schemeClr val="accent2"/>
                </a:solidFill>
                <a:latin typeface="+mj-lt"/>
                <a:ea typeface="+mj-ea"/>
                <a:cs typeface="+mj-cs"/>
              </a:defRPr>
            </a:lvl3pPr>
            <a:lvl4pPr marL="0" indent="0" algn="r" defTabSz="914400" rtl="0" eaLnBrk="1" latinLnBrk="0" hangingPunct="1">
              <a:lnSpc>
                <a:spcPct val="100000"/>
              </a:lnSpc>
              <a:spcBef>
                <a:spcPts val="0"/>
              </a:spcBef>
              <a:buNone/>
              <a:defRPr lang="en-US" sz="3200" kern="1200" dirty="0" smtClean="0">
                <a:solidFill>
                  <a:schemeClr val="accent2"/>
                </a:solidFill>
                <a:latin typeface="+mj-lt"/>
                <a:ea typeface="+mj-ea"/>
                <a:cs typeface="+mj-cs"/>
              </a:defRPr>
            </a:lvl4pPr>
            <a:lvl5pPr marL="0" indent="0" algn="r" defTabSz="914400" rtl="0" eaLnBrk="1" latinLnBrk="0" hangingPunct="1">
              <a:lnSpc>
                <a:spcPct val="100000"/>
              </a:lnSpc>
              <a:spcBef>
                <a:spcPts val="0"/>
              </a:spcBef>
              <a:buNone/>
              <a:defRPr lang="en-US" sz="3200" kern="1200" dirty="0">
                <a:solidFill>
                  <a:schemeClr val="accent2"/>
                </a:solidFill>
                <a:latin typeface="+mj-lt"/>
                <a:ea typeface="+mj-ea"/>
                <a:cs typeface="+mj-cs"/>
              </a:defRPr>
            </a:lvl5pPr>
          </a:lstStyle>
          <a:p>
            <a:pPr marL="0" lvl="0" algn="r">
              <a:buNone/>
            </a:pPr>
            <a:r>
              <a:rPr lang="en-US"/>
              <a:t>XX</a:t>
            </a:r>
          </a:p>
        </p:txBody>
      </p:sp>
      <p:sp>
        <p:nvSpPr>
          <p:cNvPr id="31" name="Text Placeholder 30">
            <a:extLst>
              <a:ext uri="{FF2B5EF4-FFF2-40B4-BE49-F238E27FC236}">
                <a16:creationId xmlns:a16="http://schemas.microsoft.com/office/drawing/2014/main" id="{90F5CE08-CCD2-5631-5E5C-0549366B7078}"/>
              </a:ext>
            </a:extLst>
          </p:cNvPr>
          <p:cNvSpPr>
            <a:spLocks noGrp="1"/>
          </p:cNvSpPr>
          <p:nvPr userDrawn="1">
            <p:ph type="body" sz="quarter" idx="13" hasCustomPrompt="1"/>
          </p:nvPr>
        </p:nvSpPr>
        <p:spPr>
          <a:xfrm>
            <a:off x="6783614" y="1627188"/>
            <a:ext cx="5408386" cy="587374"/>
          </a:xfrm>
          <a:noFill/>
        </p:spPr>
        <p:txBody>
          <a:bodyPr wrap="square" lIns="0" tIns="0" rIns="0" bIns="0" rtlCol="0" anchor="ctr">
            <a:normAutofit/>
          </a:bodyPr>
          <a:lstStyle>
            <a:lvl1pPr marL="0" indent="0" rtl="0">
              <a:buFontTx/>
              <a:buNone/>
              <a:defRPr lang="en-US" sz="2400" dirty="0" smtClean="0">
                <a:latin typeface="+mn-lt"/>
              </a:defRPr>
            </a:lvl1pPr>
            <a:lvl2pPr>
              <a:defRPr lang="en-US"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a:t>Click to add agenda point</a:t>
            </a:r>
          </a:p>
        </p:txBody>
      </p:sp>
      <p:sp>
        <p:nvSpPr>
          <p:cNvPr id="32" name="Text Placeholder 30">
            <a:extLst>
              <a:ext uri="{FF2B5EF4-FFF2-40B4-BE49-F238E27FC236}">
                <a16:creationId xmlns:a16="http://schemas.microsoft.com/office/drawing/2014/main" id="{F086F16D-D8C3-5108-DDA3-6DE3CF47DAD5}"/>
              </a:ext>
            </a:extLst>
          </p:cNvPr>
          <p:cNvSpPr>
            <a:spLocks noGrp="1"/>
          </p:cNvSpPr>
          <p:nvPr userDrawn="1">
            <p:ph type="body" sz="quarter" idx="14" hasCustomPrompt="1"/>
          </p:nvPr>
        </p:nvSpPr>
        <p:spPr>
          <a:xfrm>
            <a:off x="6783614" y="2424113"/>
            <a:ext cx="5408386" cy="587374"/>
          </a:xfrm>
          <a:noFill/>
        </p:spPr>
        <p:txBody>
          <a:bodyPr wrap="square" lIns="0" tIns="0" rIns="0" bIns="0" rtlCol="0" anchor="ctr">
            <a:normAutofit/>
          </a:bodyPr>
          <a:lstStyle>
            <a:lvl1pPr marL="0" indent="0" rtl="0">
              <a:buFontTx/>
              <a:buNone/>
              <a:defRPr lang="en-US" sz="2400" dirty="0" smtClean="0">
                <a:latin typeface="+mn-lt"/>
              </a:defRPr>
            </a:lvl1pPr>
            <a:lvl2pPr>
              <a:defRPr lang="en-US"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a:t>Click to add agenda point</a:t>
            </a:r>
          </a:p>
        </p:txBody>
      </p:sp>
      <p:sp>
        <p:nvSpPr>
          <p:cNvPr id="33" name="Text Placeholder 30">
            <a:extLst>
              <a:ext uri="{FF2B5EF4-FFF2-40B4-BE49-F238E27FC236}">
                <a16:creationId xmlns:a16="http://schemas.microsoft.com/office/drawing/2014/main" id="{733F1917-302D-A5BE-C1D5-B17CBA9FCB33}"/>
              </a:ext>
            </a:extLst>
          </p:cNvPr>
          <p:cNvSpPr>
            <a:spLocks noGrp="1"/>
          </p:cNvSpPr>
          <p:nvPr userDrawn="1">
            <p:ph type="body" sz="quarter" idx="15" hasCustomPrompt="1"/>
          </p:nvPr>
        </p:nvSpPr>
        <p:spPr>
          <a:xfrm>
            <a:off x="6783614" y="3221038"/>
            <a:ext cx="5408386" cy="587374"/>
          </a:xfrm>
          <a:noFill/>
        </p:spPr>
        <p:txBody>
          <a:bodyPr wrap="square" lIns="0" tIns="0" rIns="0" bIns="0" rtlCol="0" anchor="ctr">
            <a:normAutofit/>
          </a:bodyPr>
          <a:lstStyle>
            <a:lvl1pPr marL="0" indent="0" rtl="0">
              <a:buFontTx/>
              <a:buNone/>
              <a:defRPr lang="en-US" sz="2400" dirty="0" smtClean="0">
                <a:latin typeface="+mn-lt"/>
              </a:defRPr>
            </a:lvl1pPr>
            <a:lvl2pPr>
              <a:defRPr lang="en-US"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a:t>Click to add agenda point</a:t>
            </a:r>
          </a:p>
        </p:txBody>
      </p:sp>
      <p:sp>
        <p:nvSpPr>
          <p:cNvPr id="34" name="Text Placeholder 30">
            <a:extLst>
              <a:ext uri="{FF2B5EF4-FFF2-40B4-BE49-F238E27FC236}">
                <a16:creationId xmlns:a16="http://schemas.microsoft.com/office/drawing/2014/main" id="{B5DEE5E6-59FB-33F9-8980-0004276C0D4E}"/>
              </a:ext>
            </a:extLst>
          </p:cNvPr>
          <p:cNvSpPr>
            <a:spLocks noGrp="1"/>
          </p:cNvSpPr>
          <p:nvPr userDrawn="1">
            <p:ph type="body" sz="quarter" idx="16" hasCustomPrompt="1"/>
          </p:nvPr>
        </p:nvSpPr>
        <p:spPr>
          <a:xfrm>
            <a:off x="6783614" y="4017963"/>
            <a:ext cx="5408386" cy="587374"/>
          </a:xfrm>
          <a:noFill/>
        </p:spPr>
        <p:txBody>
          <a:bodyPr wrap="square" lIns="0" tIns="0" rIns="0" bIns="0" rtlCol="0" anchor="ctr">
            <a:normAutofit/>
          </a:bodyPr>
          <a:lstStyle>
            <a:lvl1pPr marL="0" indent="0" rtl="0">
              <a:buFontTx/>
              <a:buNone/>
              <a:defRPr lang="en-US" sz="2400" dirty="0" smtClean="0">
                <a:latin typeface="+mn-lt"/>
              </a:defRPr>
            </a:lvl1pPr>
            <a:lvl2pPr>
              <a:defRPr lang="en-US"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a:t>Click to add agenda point</a:t>
            </a:r>
          </a:p>
        </p:txBody>
      </p:sp>
      <p:sp>
        <p:nvSpPr>
          <p:cNvPr id="35" name="Text Placeholder 30">
            <a:extLst>
              <a:ext uri="{FF2B5EF4-FFF2-40B4-BE49-F238E27FC236}">
                <a16:creationId xmlns:a16="http://schemas.microsoft.com/office/drawing/2014/main" id="{694A4538-3017-9257-1896-BB231AD719C6}"/>
              </a:ext>
            </a:extLst>
          </p:cNvPr>
          <p:cNvSpPr>
            <a:spLocks noGrp="1"/>
          </p:cNvSpPr>
          <p:nvPr userDrawn="1">
            <p:ph type="body" sz="quarter" idx="17" hasCustomPrompt="1"/>
          </p:nvPr>
        </p:nvSpPr>
        <p:spPr>
          <a:xfrm>
            <a:off x="6783614" y="4814888"/>
            <a:ext cx="5408386" cy="587374"/>
          </a:xfrm>
          <a:noFill/>
        </p:spPr>
        <p:txBody>
          <a:bodyPr wrap="square" lIns="0" tIns="0" rIns="0" bIns="0" rtlCol="0" anchor="ctr">
            <a:normAutofit/>
          </a:bodyPr>
          <a:lstStyle>
            <a:lvl1pPr marL="0" indent="0" rtl="0">
              <a:buFontTx/>
              <a:buNone/>
              <a:defRPr lang="en-US" sz="2400" dirty="0" smtClean="0">
                <a:latin typeface="+mn-lt"/>
              </a:defRPr>
            </a:lvl1pPr>
            <a:lvl2pPr>
              <a:defRPr lang="en-US"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a:t>Click to add agenda point</a:t>
            </a:r>
          </a:p>
        </p:txBody>
      </p:sp>
      <p:sp>
        <p:nvSpPr>
          <p:cNvPr id="36" name="Text Placeholder 30">
            <a:extLst>
              <a:ext uri="{FF2B5EF4-FFF2-40B4-BE49-F238E27FC236}">
                <a16:creationId xmlns:a16="http://schemas.microsoft.com/office/drawing/2014/main" id="{0417A4EF-B02C-2531-83C9-9CB7F8FEC52E}"/>
              </a:ext>
            </a:extLst>
          </p:cNvPr>
          <p:cNvSpPr>
            <a:spLocks noGrp="1"/>
          </p:cNvSpPr>
          <p:nvPr userDrawn="1">
            <p:ph type="body" sz="quarter" idx="18" hasCustomPrompt="1"/>
          </p:nvPr>
        </p:nvSpPr>
        <p:spPr>
          <a:xfrm>
            <a:off x="6783614" y="5611813"/>
            <a:ext cx="5408386" cy="587374"/>
          </a:xfrm>
          <a:noFill/>
        </p:spPr>
        <p:txBody>
          <a:bodyPr wrap="square" lIns="0" tIns="0" rIns="0" bIns="0" rtlCol="0" anchor="ctr">
            <a:normAutofit/>
          </a:bodyPr>
          <a:lstStyle>
            <a:lvl1pPr marL="0" indent="0" rtl="0">
              <a:buFontTx/>
              <a:buNone/>
              <a:defRPr lang="en-US" sz="2400" dirty="0" smtClean="0">
                <a:latin typeface="+mn-lt"/>
              </a:defRPr>
            </a:lvl1pPr>
            <a:lvl2pPr>
              <a:defRPr lang="en-US"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a:t>Click to add agenda point</a:t>
            </a:r>
          </a:p>
        </p:txBody>
      </p:sp>
      <p:sp>
        <p:nvSpPr>
          <p:cNvPr id="48" name="Text Placeholder 47">
            <a:extLst>
              <a:ext uri="{FF2B5EF4-FFF2-40B4-BE49-F238E27FC236}">
                <a16:creationId xmlns:a16="http://schemas.microsoft.com/office/drawing/2014/main" id="{1A8D5C0A-62A1-A1BD-FC12-40AC23FD0347}"/>
              </a:ext>
            </a:extLst>
          </p:cNvPr>
          <p:cNvSpPr>
            <a:spLocks noGrp="1"/>
          </p:cNvSpPr>
          <p:nvPr userDrawn="1">
            <p:ph type="body" sz="quarter" idx="25"/>
          </p:nvPr>
        </p:nvSpPr>
        <p:spPr>
          <a:xfrm flipV="1">
            <a:off x="6026150" y="1524000"/>
            <a:ext cx="6165850" cy="18000"/>
          </a:xfrm>
          <a:solidFill>
            <a:schemeClr val="accent2"/>
          </a:solidFill>
        </p:spPr>
        <p:txBody>
          <a:bodyPr/>
          <a:lstStyle>
            <a:lvl1pPr>
              <a:defRPr sz="100">
                <a:solidFill>
                  <a:schemeClr val="tx1">
                    <a:alpha val="0"/>
                  </a:schemeClr>
                </a:solidFill>
              </a:defRPr>
            </a:lvl1pPr>
            <a:lvl2pPr>
              <a:defRPr>
                <a:solidFill>
                  <a:schemeClr val="tx1">
                    <a:alpha val="0"/>
                  </a:schemeClr>
                </a:solidFill>
              </a:defRPr>
            </a:lvl2pPr>
            <a:lvl3pPr>
              <a:defRPr>
                <a:solidFill>
                  <a:schemeClr val="tx1">
                    <a:alpha val="0"/>
                  </a:schemeClr>
                </a:solidFill>
              </a:defRPr>
            </a:lvl3pPr>
            <a:lvl4pPr>
              <a:defRPr>
                <a:solidFill>
                  <a:schemeClr val="tx1">
                    <a:alpha val="0"/>
                  </a:schemeClr>
                </a:solidFill>
              </a:defRPr>
            </a:lvl4pPr>
            <a:lvl5pPr>
              <a:defRPr>
                <a:solidFill>
                  <a:schemeClr val="tx1">
                    <a:alpha val="0"/>
                  </a:schemeClr>
                </a:solidFill>
              </a:defRPr>
            </a:lvl5pPr>
          </a:lstStyle>
          <a:p>
            <a:pPr lvl="0"/>
            <a:r>
              <a:rPr lang="en-US"/>
              <a:t>Click to edit Master text styles</a:t>
            </a:r>
          </a:p>
        </p:txBody>
      </p:sp>
      <p:sp>
        <p:nvSpPr>
          <p:cNvPr id="49" name="Text Placeholder 47">
            <a:extLst>
              <a:ext uri="{FF2B5EF4-FFF2-40B4-BE49-F238E27FC236}">
                <a16:creationId xmlns:a16="http://schemas.microsoft.com/office/drawing/2014/main" id="{4540FA9F-D2C3-C3B3-F06B-8A93911F161F}"/>
              </a:ext>
            </a:extLst>
          </p:cNvPr>
          <p:cNvSpPr>
            <a:spLocks noGrp="1"/>
          </p:cNvSpPr>
          <p:nvPr userDrawn="1">
            <p:ph type="body" sz="quarter" idx="26"/>
          </p:nvPr>
        </p:nvSpPr>
        <p:spPr>
          <a:xfrm flipV="1">
            <a:off x="6026150" y="2317396"/>
            <a:ext cx="6165850" cy="18000"/>
          </a:xfrm>
          <a:solidFill>
            <a:schemeClr val="accent2"/>
          </a:solidFill>
        </p:spPr>
        <p:txBody>
          <a:bodyPr/>
          <a:lstStyle>
            <a:lvl1pPr>
              <a:defRPr sz="100">
                <a:solidFill>
                  <a:schemeClr val="tx1">
                    <a:alpha val="0"/>
                  </a:schemeClr>
                </a:solidFill>
              </a:defRPr>
            </a:lvl1pPr>
            <a:lvl2pPr>
              <a:defRPr>
                <a:solidFill>
                  <a:schemeClr val="tx1">
                    <a:alpha val="0"/>
                  </a:schemeClr>
                </a:solidFill>
              </a:defRPr>
            </a:lvl2pPr>
            <a:lvl3pPr>
              <a:defRPr>
                <a:solidFill>
                  <a:schemeClr val="tx1">
                    <a:alpha val="0"/>
                  </a:schemeClr>
                </a:solidFill>
              </a:defRPr>
            </a:lvl3pPr>
            <a:lvl4pPr>
              <a:defRPr>
                <a:solidFill>
                  <a:schemeClr val="tx1">
                    <a:alpha val="0"/>
                  </a:schemeClr>
                </a:solidFill>
              </a:defRPr>
            </a:lvl4pPr>
            <a:lvl5pPr>
              <a:defRPr>
                <a:solidFill>
                  <a:schemeClr val="tx1">
                    <a:alpha val="0"/>
                  </a:schemeClr>
                </a:solidFill>
              </a:defRPr>
            </a:lvl5pPr>
          </a:lstStyle>
          <a:p>
            <a:pPr lvl="0"/>
            <a:r>
              <a:rPr lang="en-US"/>
              <a:t>Click to edit Master text styles</a:t>
            </a:r>
          </a:p>
        </p:txBody>
      </p:sp>
      <p:sp>
        <p:nvSpPr>
          <p:cNvPr id="50" name="Text Placeholder 47">
            <a:extLst>
              <a:ext uri="{FF2B5EF4-FFF2-40B4-BE49-F238E27FC236}">
                <a16:creationId xmlns:a16="http://schemas.microsoft.com/office/drawing/2014/main" id="{8BAB9388-6C79-0B3A-D970-FCD1B3755E4B}"/>
              </a:ext>
            </a:extLst>
          </p:cNvPr>
          <p:cNvSpPr>
            <a:spLocks noGrp="1"/>
          </p:cNvSpPr>
          <p:nvPr userDrawn="1">
            <p:ph type="body" sz="quarter" idx="27"/>
          </p:nvPr>
        </p:nvSpPr>
        <p:spPr>
          <a:xfrm flipV="1">
            <a:off x="6026150" y="3110792"/>
            <a:ext cx="6165850" cy="18000"/>
          </a:xfrm>
          <a:solidFill>
            <a:schemeClr val="accent2"/>
          </a:solidFill>
        </p:spPr>
        <p:txBody>
          <a:bodyPr/>
          <a:lstStyle>
            <a:lvl1pPr>
              <a:defRPr sz="100">
                <a:solidFill>
                  <a:schemeClr val="tx1">
                    <a:alpha val="0"/>
                  </a:schemeClr>
                </a:solidFill>
              </a:defRPr>
            </a:lvl1pPr>
            <a:lvl2pPr>
              <a:defRPr>
                <a:solidFill>
                  <a:schemeClr val="tx1">
                    <a:alpha val="0"/>
                  </a:schemeClr>
                </a:solidFill>
              </a:defRPr>
            </a:lvl2pPr>
            <a:lvl3pPr>
              <a:defRPr>
                <a:solidFill>
                  <a:schemeClr val="tx1">
                    <a:alpha val="0"/>
                  </a:schemeClr>
                </a:solidFill>
              </a:defRPr>
            </a:lvl3pPr>
            <a:lvl4pPr>
              <a:defRPr>
                <a:solidFill>
                  <a:schemeClr val="tx1">
                    <a:alpha val="0"/>
                  </a:schemeClr>
                </a:solidFill>
              </a:defRPr>
            </a:lvl4pPr>
            <a:lvl5pPr>
              <a:defRPr>
                <a:solidFill>
                  <a:schemeClr val="tx1">
                    <a:alpha val="0"/>
                  </a:schemeClr>
                </a:solidFill>
              </a:defRPr>
            </a:lvl5pPr>
          </a:lstStyle>
          <a:p>
            <a:pPr lvl="0"/>
            <a:r>
              <a:rPr lang="en-US"/>
              <a:t>Click to edit Master text styles</a:t>
            </a:r>
          </a:p>
        </p:txBody>
      </p:sp>
      <p:sp>
        <p:nvSpPr>
          <p:cNvPr id="51" name="Text Placeholder 47">
            <a:extLst>
              <a:ext uri="{FF2B5EF4-FFF2-40B4-BE49-F238E27FC236}">
                <a16:creationId xmlns:a16="http://schemas.microsoft.com/office/drawing/2014/main" id="{2CE680E7-AB02-36CD-457F-DFF340B368F7}"/>
              </a:ext>
            </a:extLst>
          </p:cNvPr>
          <p:cNvSpPr>
            <a:spLocks noGrp="1"/>
          </p:cNvSpPr>
          <p:nvPr userDrawn="1">
            <p:ph type="body" sz="quarter" idx="28"/>
          </p:nvPr>
        </p:nvSpPr>
        <p:spPr>
          <a:xfrm flipV="1">
            <a:off x="6026150" y="3904188"/>
            <a:ext cx="6165850" cy="18000"/>
          </a:xfrm>
          <a:solidFill>
            <a:schemeClr val="accent2"/>
          </a:solidFill>
        </p:spPr>
        <p:txBody>
          <a:bodyPr/>
          <a:lstStyle>
            <a:lvl1pPr>
              <a:defRPr sz="100">
                <a:solidFill>
                  <a:schemeClr val="tx1">
                    <a:alpha val="0"/>
                  </a:schemeClr>
                </a:solidFill>
              </a:defRPr>
            </a:lvl1pPr>
            <a:lvl2pPr>
              <a:defRPr>
                <a:solidFill>
                  <a:schemeClr val="tx1">
                    <a:alpha val="0"/>
                  </a:schemeClr>
                </a:solidFill>
              </a:defRPr>
            </a:lvl2pPr>
            <a:lvl3pPr>
              <a:defRPr>
                <a:solidFill>
                  <a:schemeClr val="tx1">
                    <a:alpha val="0"/>
                  </a:schemeClr>
                </a:solidFill>
              </a:defRPr>
            </a:lvl3pPr>
            <a:lvl4pPr>
              <a:defRPr>
                <a:solidFill>
                  <a:schemeClr val="tx1">
                    <a:alpha val="0"/>
                  </a:schemeClr>
                </a:solidFill>
              </a:defRPr>
            </a:lvl4pPr>
            <a:lvl5pPr>
              <a:defRPr>
                <a:solidFill>
                  <a:schemeClr val="tx1">
                    <a:alpha val="0"/>
                  </a:schemeClr>
                </a:solidFill>
              </a:defRPr>
            </a:lvl5pPr>
          </a:lstStyle>
          <a:p>
            <a:pPr lvl="0"/>
            <a:r>
              <a:rPr lang="en-US"/>
              <a:t>Click to edit Master text styles</a:t>
            </a:r>
          </a:p>
        </p:txBody>
      </p:sp>
      <p:sp>
        <p:nvSpPr>
          <p:cNvPr id="52" name="Text Placeholder 47">
            <a:extLst>
              <a:ext uri="{FF2B5EF4-FFF2-40B4-BE49-F238E27FC236}">
                <a16:creationId xmlns:a16="http://schemas.microsoft.com/office/drawing/2014/main" id="{B21F9694-65DC-62B0-9986-AF2F72BF4651}"/>
              </a:ext>
            </a:extLst>
          </p:cNvPr>
          <p:cNvSpPr>
            <a:spLocks noGrp="1"/>
          </p:cNvSpPr>
          <p:nvPr userDrawn="1">
            <p:ph type="body" sz="quarter" idx="29"/>
          </p:nvPr>
        </p:nvSpPr>
        <p:spPr>
          <a:xfrm flipV="1">
            <a:off x="6026150" y="4697584"/>
            <a:ext cx="6165850" cy="18000"/>
          </a:xfrm>
          <a:solidFill>
            <a:schemeClr val="accent2"/>
          </a:solidFill>
        </p:spPr>
        <p:txBody>
          <a:bodyPr/>
          <a:lstStyle>
            <a:lvl1pPr>
              <a:defRPr sz="100">
                <a:solidFill>
                  <a:schemeClr val="tx1">
                    <a:alpha val="0"/>
                  </a:schemeClr>
                </a:solidFill>
              </a:defRPr>
            </a:lvl1pPr>
            <a:lvl2pPr>
              <a:defRPr>
                <a:solidFill>
                  <a:schemeClr val="tx1">
                    <a:alpha val="0"/>
                  </a:schemeClr>
                </a:solidFill>
              </a:defRPr>
            </a:lvl2pPr>
            <a:lvl3pPr>
              <a:defRPr>
                <a:solidFill>
                  <a:schemeClr val="tx1">
                    <a:alpha val="0"/>
                  </a:schemeClr>
                </a:solidFill>
              </a:defRPr>
            </a:lvl3pPr>
            <a:lvl4pPr>
              <a:defRPr>
                <a:solidFill>
                  <a:schemeClr val="tx1">
                    <a:alpha val="0"/>
                  </a:schemeClr>
                </a:solidFill>
              </a:defRPr>
            </a:lvl4pPr>
            <a:lvl5pPr>
              <a:defRPr>
                <a:solidFill>
                  <a:schemeClr val="tx1">
                    <a:alpha val="0"/>
                  </a:schemeClr>
                </a:solidFill>
              </a:defRPr>
            </a:lvl5pPr>
          </a:lstStyle>
          <a:p>
            <a:pPr lvl="0"/>
            <a:r>
              <a:rPr lang="en-US"/>
              <a:t>Click to edit Master text styles</a:t>
            </a:r>
          </a:p>
        </p:txBody>
      </p:sp>
      <p:sp>
        <p:nvSpPr>
          <p:cNvPr id="53" name="Text Placeholder 47">
            <a:extLst>
              <a:ext uri="{FF2B5EF4-FFF2-40B4-BE49-F238E27FC236}">
                <a16:creationId xmlns:a16="http://schemas.microsoft.com/office/drawing/2014/main" id="{0C916E77-D393-A9D7-F66A-3C30D0A6F66B}"/>
              </a:ext>
            </a:extLst>
          </p:cNvPr>
          <p:cNvSpPr>
            <a:spLocks noGrp="1"/>
          </p:cNvSpPr>
          <p:nvPr userDrawn="1">
            <p:ph type="body" sz="quarter" idx="30"/>
          </p:nvPr>
        </p:nvSpPr>
        <p:spPr>
          <a:xfrm flipV="1">
            <a:off x="6026150" y="5490980"/>
            <a:ext cx="6165850" cy="18000"/>
          </a:xfrm>
          <a:solidFill>
            <a:schemeClr val="accent2"/>
          </a:solidFill>
        </p:spPr>
        <p:txBody>
          <a:bodyPr/>
          <a:lstStyle>
            <a:lvl1pPr>
              <a:defRPr sz="100">
                <a:solidFill>
                  <a:schemeClr val="tx1">
                    <a:alpha val="0"/>
                  </a:schemeClr>
                </a:solidFill>
              </a:defRPr>
            </a:lvl1pPr>
            <a:lvl2pPr>
              <a:defRPr>
                <a:solidFill>
                  <a:schemeClr val="tx1">
                    <a:alpha val="0"/>
                  </a:schemeClr>
                </a:solidFill>
              </a:defRPr>
            </a:lvl2pPr>
            <a:lvl3pPr>
              <a:defRPr>
                <a:solidFill>
                  <a:schemeClr val="tx1">
                    <a:alpha val="0"/>
                  </a:schemeClr>
                </a:solidFill>
              </a:defRPr>
            </a:lvl3pPr>
            <a:lvl4pPr>
              <a:defRPr>
                <a:solidFill>
                  <a:schemeClr val="tx1">
                    <a:alpha val="0"/>
                  </a:schemeClr>
                </a:solidFill>
              </a:defRPr>
            </a:lvl4pPr>
            <a:lvl5pPr>
              <a:defRPr>
                <a:solidFill>
                  <a:schemeClr val="tx1">
                    <a:alpha val="0"/>
                  </a:schemeClr>
                </a:solidFill>
              </a:defRPr>
            </a:lvl5pPr>
          </a:lstStyle>
          <a:p>
            <a:pPr lvl="0"/>
            <a:r>
              <a:rPr lang="en-US"/>
              <a:t>Click to edit Master text styles</a:t>
            </a:r>
          </a:p>
        </p:txBody>
      </p:sp>
      <p:sp>
        <p:nvSpPr>
          <p:cNvPr id="54" name="Text Placeholder 47">
            <a:extLst>
              <a:ext uri="{FF2B5EF4-FFF2-40B4-BE49-F238E27FC236}">
                <a16:creationId xmlns:a16="http://schemas.microsoft.com/office/drawing/2014/main" id="{E2208320-8DC6-96C5-E060-B21A416A640C}"/>
              </a:ext>
            </a:extLst>
          </p:cNvPr>
          <p:cNvSpPr>
            <a:spLocks noGrp="1"/>
          </p:cNvSpPr>
          <p:nvPr userDrawn="1">
            <p:ph type="body" sz="quarter" idx="31"/>
          </p:nvPr>
        </p:nvSpPr>
        <p:spPr>
          <a:xfrm flipV="1">
            <a:off x="6026150" y="6284375"/>
            <a:ext cx="6165850" cy="18000"/>
          </a:xfrm>
          <a:solidFill>
            <a:schemeClr val="accent2"/>
          </a:solidFill>
        </p:spPr>
        <p:txBody>
          <a:bodyPr/>
          <a:lstStyle>
            <a:lvl1pPr>
              <a:defRPr sz="100">
                <a:solidFill>
                  <a:schemeClr val="tx1">
                    <a:alpha val="0"/>
                  </a:schemeClr>
                </a:solidFill>
              </a:defRPr>
            </a:lvl1pPr>
            <a:lvl2pPr>
              <a:defRPr>
                <a:solidFill>
                  <a:schemeClr val="tx1">
                    <a:alpha val="0"/>
                  </a:schemeClr>
                </a:solidFill>
              </a:defRPr>
            </a:lvl2pPr>
            <a:lvl3pPr>
              <a:defRPr>
                <a:solidFill>
                  <a:schemeClr val="tx1">
                    <a:alpha val="0"/>
                  </a:schemeClr>
                </a:solidFill>
              </a:defRPr>
            </a:lvl3pPr>
            <a:lvl4pPr>
              <a:defRPr>
                <a:solidFill>
                  <a:schemeClr val="tx1">
                    <a:alpha val="0"/>
                  </a:schemeClr>
                </a:solidFill>
              </a:defRPr>
            </a:lvl4pPr>
            <a:lvl5pPr>
              <a:defRPr>
                <a:solidFill>
                  <a:schemeClr val="tx1">
                    <a:alpha val="0"/>
                  </a:schemeClr>
                </a:solidFill>
              </a:defRPr>
            </a:lvl5pPr>
          </a:lstStyle>
          <a:p>
            <a:pPr lvl="0"/>
            <a:r>
              <a:rPr lang="en-US"/>
              <a:t>Click to edit Master text styles</a:t>
            </a:r>
          </a:p>
        </p:txBody>
      </p:sp>
    </p:spTree>
    <p:extLst>
      <p:ext uri="{BB962C8B-B14F-4D97-AF65-F5344CB8AC3E}">
        <p14:creationId xmlns:p14="http://schemas.microsoft.com/office/powerpoint/2010/main" val="6265943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42" presetClass="path" presetSubtype="0" decel="100000" fill="hold" grpId="1" nodeType="withEffect">
                                  <p:stCondLst>
                                    <p:cond delay="0"/>
                                  </p:stCondLst>
                                  <p:childTnLst>
                                    <p:animMotion origin="layout" path="M 1.25E-6 0.03889 L 1.25E-6 1.85185E-6 " pathEditMode="relative" rAng="0" ptsTypes="AA">
                                      <p:cBhvr>
                                        <p:cTn id="9" dur="750" fill="hold"/>
                                        <p:tgtEl>
                                          <p:spTgt spid="15"/>
                                        </p:tgtEl>
                                        <p:attrNameLst>
                                          <p:attrName>ppt_x</p:attrName>
                                          <p:attrName>ppt_y</p:attrName>
                                        </p:attrNameLst>
                                      </p:cBhvr>
                                      <p:rCtr x="0" y="-1944"/>
                                    </p:animMotion>
                                  </p:childTnLst>
                                </p:cTn>
                              </p:par>
                              <p:par>
                                <p:cTn id="10" presetID="10" presetClass="entr" presetSubtype="0" fill="hold" grpId="0" nodeType="withEffect">
                                  <p:stCondLst>
                                    <p:cond delay="20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00"/>
                                        <p:tgtEl>
                                          <p:spTgt spid="16"/>
                                        </p:tgtEl>
                                      </p:cBhvr>
                                    </p:animEffect>
                                  </p:childTnLst>
                                </p:cTn>
                              </p:par>
                              <p:par>
                                <p:cTn id="13" presetID="42" presetClass="path" presetSubtype="0" decel="100000" fill="hold" grpId="1" nodeType="withEffect">
                                  <p:stCondLst>
                                    <p:cond delay="200"/>
                                  </p:stCondLst>
                                  <p:childTnLst>
                                    <p:animMotion origin="layout" path="M 1.25E-6 0.03889 L 1.25E-6 1.85185E-6 " pathEditMode="relative" rAng="0" ptsTypes="AA">
                                      <p:cBhvr>
                                        <p:cTn id="14" dur="750" fill="hold"/>
                                        <p:tgtEl>
                                          <p:spTgt spid="16"/>
                                        </p:tgtEl>
                                        <p:attrNameLst>
                                          <p:attrName>ppt_x</p:attrName>
                                          <p:attrName>ppt_y</p:attrName>
                                        </p:attrNameLst>
                                      </p:cBhvr>
                                      <p:rCtr x="0" y="-1944"/>
                                    </p:animMotion>
                                  </p:childTnLst>
                                </p:cTn>
                              </p:par>
                              <p:par>
                                <p:cTn id="15" presetID="10" presetClass="entr" presetSubtype="0" fill="hold" grpId="0" nodeType="withEffect">
                                  <p:stCondLst>
                                    <p:cond delay="20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par>
                                <p:cTn id="18" presetID="42" presetClass="path" presetSubtype="0" decel="100000" fill="hold" grpId="1" nodeType="withEffect">
                                  <p:stCondLst>
                                    <p:cond delay="200"/>
                                  </p:stCondLst>
                                  <p:childTnLst>
                                    <p:animMotion origin="layout" path="M 1.25E-6 0.03889 L 1.25E-6 1.85185E-6 " pathEditMode="relative" rAng="0" ptsTypes="AA">
                                      <p:cBhvr>
                                        <p:cTn id="19" dur="750" fill="hold"/>
                                        <p:tgtEl>
                                          <p:spTgt spid="14"/>
                                        </p:tgtEl>
                                        <p:attrNameLst>
                                          <p:attrName>ppt_x</p:attrName>
                                          <p:attrName>ppt_y</p:attrName>
                                        </p:attrNameLst>
                                      </p:cBhvr>
                                      <p:rCtr x="0" y="-1944"/>
                                    </p:animMotion>
                                  </p:childTnLst>
                                </p:cTn>
                              </p:par>
                              <p:par>
                                <p:cTn id="20" presetID="10" presetClass="entr" presetSubtype="0"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par>
                                <p:cTn id="23" presetID="42" presetClass="path" presetSubtype="0" decel="100000" fill="hold" grpId="1" nodeType="withEffect">
                                  <p:stCondLst>
                                    <p:cond delay="0"/>
                                  </p:stCondLst>
                                  <p:childTnLst>
                                    <p:animMotion origin="layout" path="M 1.25E-6 0.03889 L 1.25E-6 1.85185E-6 " pathEditMode="relative" rAng="0" ptsTypes="AA">
                                      <p:cBhvr>
                                        <p:cTn id="24" dur="750" fill="hold"/>
                                        <p:tgtEl>
                                          <p:spTgt spid="13"/>
                                        </p:tgtEl>
                                        <p:attrNameLst>
                                          <p:attrName>ppt_x</p:attrName>
                                          <p:attrName>ppt_y</p:attrName>
                                        </p:attrNameLst>
                                      </p:cBhvr>
                                      <p:rCtr x="0" y="-1944"/>
                                    </p:animMotion>
                                  </p:childTnLst>
                                </p:cTn>
                              </p:par>
                              <p:par>
                                <p:cTn id="25" presetID="2" presetClass="entr" presetSubtype="2" decel="100000" fill="hold" grpId="0" nodeType="withEffect">
                                  <p:stCondLst>
                                    <p:cond delay="500"/>
                                  </p:stCondLst>
                                  <p:childTnLst>
                                    <p:set>
                                      <p:cBhvr>
                                        <p:cTn id="26" dur="1" fill="hold">
                                          <p:stCondLst>
                                            <p:cond delay="0"/>
                                          </p:stCondLst>
                                        </p:cTn>
                                        <p:tgtEl>
                                          <p:spTgt spid="48"/>
                                        </p:tgtEl>
                                        <p:attrNameLst>
                                          <p:attrName>style.visibility</p:attrName>
                                        </p:attrNameLst>
                                      </p:cBhvr>
                                      <p:to>
                                        <p:strVal val="visible"/>
                                      </p:to>
                                    </p:set>
                                    <p:anim calcmode="lin" valueType="num">
                                      <p:cBhvr additive="base">
                                        <p:cTn id="27" dur="500" fill="hold"/>
                                        <p:tgtEl>
                                          <p:spTgt spid="48"/>
                                        </p:tgtEl>
                                        <p:attrNameLst>
                                          <p:attrName>ppt_x</p:attrName>
                                        </p:attrNameLst>
                                      </p:cBhvr>
                                      <p:tavLst>
                                        <p:tav tm="0">
                                          <p:val>
                                            <p:strVal val="1+#ppt_w/2"/>
                                          </p:val>
                                        </p:tav>
                                        <p:tav tm="100000">
                                          <p:val>
                                            <p:strVal val="#ppt_x"/>
                                          </p:val>
                                        </p:tav>
                                      </p:tavLst>
                                    </p:anim>
                                    <p:anim calcmode="lin" valueType="num">
                                      <p:cBhvr additive="base">
                                        <p:cTn id="28" dur="500" fill="hold"/>
                                        <p:tgtEl>
                                          <p:spTgt spid="48"/>
                                        </p:tgtEl>
                                        <p:attrNameLst>
                                          <p:attrName>ppt_y</p:attrName>
                                        </p:attrNameLst>
                                      </p:cBhvr>
                                      <p:tavLst>
                                        <p:tav tm="0">
                                          <p:val>
                                            <p:strVal val="#ppt_y"/>
                                          </p:val>
                                        </p:tav>
                                        <p:tav tm="100000">
                                          <p:val>
                                            <p:strVal val="#ppt_y"/>
                                          </p:val>
                                        </p:tav>
                                      </p:tavLst>
                                    </p:anim>
                                  </p:childTnLst>
                                </p:cTn>
                              </p:par>
                              <p:par>
                                <p:cTn id="29" presetID="10" presetClass="entr" presetSubtype="0" fill="hold" grpId="0" nodeType="withEffect">
                                  <p:stCondLst>
                                    <p:cond delay="500"/>
                                  </p:stCondLst>
                                  <p:childTnLst>
                                    <p:set>
                                      <p:cBhvr>
                                        <p:cTn id="30" dur="1" fill="hold">
                                          <p:stCondLst>
                                            <p:cond delay="0"/>
                                          </p:stCondLst>
                                        </p:cTn>
                                        <p:tgtEl>
                                          <p:spTgt spid="38"/>
                                        </p:tgtEl>
                                        <p:attrNameLst>
                                          <p:attrName>style.visibility</p:attrName>
                                        </p:attrNameLst>
                                      </p:cBhvr>
                                      <p:to>
                                        <p:strVal val="visible"/>
                                      </p:to>
                                    </p:set>
                                    <p:animEffect transition="in" filter="fade">
                                      <p:cBhvr>
                                        <p:cTn id="31" dur="250"/>
                                        <p:tgtEl>
                                          <p:spTgt spid="38"/>
                                        </p:tgtEl>
                                      </p:cBhvr>
                                    </p:animEffect>
                                  </p:childTnLst>
                                </p:cTn>
                              </p:par>
                              <p:par>
                                <p:cTn id="32" presetID="42" presetClass="path" presetSubtype="0" decel="100000" fill="hold" grpId="1" nodeType="withEffect">
                                  <p:stCondLst>
                                    <p:cond delay="500"/>
                                  </p:stCondLst>
                                  <p:childTnLst>
                                    <p:animMotion origin="layout" path="M -0.01719 -0.00023 L -1.25E-6 1.85185E-6 " pathEditMode="relative" rAng="0" ptsTypes="AA">
                                      <p:cBhvr>
                                        <p:cTn id="33" dur="500" fill="hold"/>
                                        <p:tgtEl>
                                          <p:spTgt spid="38"/>
                                        </p:tgtEl>
                                        <p:attrNameLst>
                                          <p:attrName>ppt_x</p:attrName>
                                          <p:attrName>ppt_y</p:attrName>
                                        </p:attrNameLst>
                                      </p:cBhvr>
                                      <p:rCtr x="859" y="0"/>
                                    </p:animMotion>
                                  </p:childTnLst>
                                </p:cTn>
                              </p:par>
                              <p:par>
                                <p:cTn id="34" presetID="10" presetClass="entr" presetSubtype="0" fill="hold" grpId="0" nodeType="withEffect">
                                  <p:stCondLst>
                                    <p:cond delay="500"/>
                                  </p:stCondLst>
                                  <p:childTnLst>
                                    <p:set>
                                      <p:cBhvr>
                                        <p:cTn id="35" dur="1" fill="hold">
                                          <p:stCondLst>
                                            <p:cond delay="0"/>
                                          </p:stCondLst>
                                        </p:cTn>
                                        <p:tgtEl>
                                          <p:spTgt spid="31"/>
                                        </p:tgtEl>
                                        <p:attrNameLst>
                                          <p:attrName>style.visibility</p:attrName>
                                        </p:attrNameLst>
                                      </p:cBhvr>
                                      <p:to>
                                        <p:strVal val="visible"/>
                                      </p:to>
                                    </p:set>
                                    <p:animEffect transition="in" filter="fade">
                                      <p:cBhvr>
                                        <p:cTn id="36" dur="250"/>
                                        <p:tgtEl>
                                          <p:spTgt spid="31"/>
                                        </p:tgtEl>
                                      </p:cBhvr>
                                    </p:animEffect>
                                  </p:childTnLst>
                                </p:cTn>
                              </p:par>
                              <p:par>
                                <p:cTn id="37" presetID="42" presetClass="path" presetSubtype="0" decel="100000" fill="hold" grpId="1" nodeType="withEffect">
                                  <p:stCondLst>
                                    <p:cond delay="500"/>
                                  </p:stCondLst>
                                  <p:childTnLst>
                                    <p:animMotion origin="layout" path="M -0.01719 -0.00023 L -1.25E-6 1.85185E-6 " pathEditMode="relative" rAng="0" ptsTypes="AA">
                                      <p:cBhvr>
                                        <p:cTn id="38" dur="500" fill="hold"/>
                                        <p:tgtEl>
                                          <p:spTgt spid="31"/>
                                        </p:tgtEl>
                                        <p:attrNameLst>
                                          <p:attrName>ppt_x</p:attrName>
                                          <p:attrName>ppt_y</p:attrName>
                                        </p:attrNameLst>
                                      </p:cBhvr>
                                      <p:rCtr x="859" y="0"/>
                                    </p:animMotion>
                                  </p:childTnLst>
                                </p:cTn>
                              </p:par>
                              <p:par>
                                <p:cTn id="39" presetID="2" presetClass="entr" presetSubtype="2" decel="100000" fill="hold" grpId="0" nodeType="withEffect">
                                  <p:stCondLst>
                                    <p:cond delay="700"/>
                                  </p:stCondLst>
                                  <p:childTnLst>
                                    <p:set>
                                      <p:cBhvr>
                                        <p:cTn id="40" dur="1" fill="hold">
                                          <p:stCondLst>
                                            <p:cond delay="0"/>
                                          </p:stCondLst>
                                        </p:cTn>
                                        <p:tgtEl>
                                          <p:spTgt spid="49"/>
                                        </p:tgtEl>
                                        <p:attrNameLst>
                                          <p:attrName>style.visibility</p:attrName>
                                        </p:attrNameLst>
                                      </p:cBhvr>
                                      <p:to>
                                        <p:strVal val="visible"/>
                                      </p:to>
                                    </p:set>
                                    <p:anim calcmode="lin" valueType="num">
                                      <p:cBhvr additive="base">
                                        <p:cTn id="41" dur="500" fill="hold"/>
                                        <p:tgtEl>
                                          <p:spTgt spid="49"/>
                                        </p:tgtEl>
                                        <p:attrNameLst>
                                          <p:attrName>ppt_x</p:attrName>
                                        </p:attrNameLst>
                                      </p:cBhvr>
                                      <p:tavLst>
                                        <p:tav tm="0">
                                          <p:val>
                                            <p:strVal val="1+#ppt_w/2"/>
                                          </p:val>
                                        </p:tav>
                                        <p:tav tm="100000">
                                          <p:val>
                                            <p:strVal val="#ppt_x"/>
                                          </p:val>
                                        </p:tav>
                                      </p:tavLst>
                                    </p:anim>
                                    <p:anim calcmode="lin" valueType="num">
                                      <p:cBhvr additive="base">
                                        <p:cTn id="42" dur="500" fill="hold"/>
                                        <p:tgtEl>
                                          <p:spTgt spid="49"/>
                                        </p:tgtEl>
                                        <p:attrNameLst>
                                          <p:attrName>ppt_y</p:attrName>
                                        </p:attrNameLst>
                                      </p:cBhvr>
                                      <p:tavLst>
                                        <p:tav tm="0">
                                          <p:val>
                                            <p:strVal val="#ppt_y"/>
                                          </p:val>
                                        </p:tav>
                                        <p:tav tm="100000">
                                          <p:val>
                                            <p:strVal val="#ppt_y"/>
                                          </p:val>
                                        </p:tav>
                                      </p:tavLst>
                                    </p:anim>
                                  </p:childTnLst>
                                </p:cTn>
                              </p:par>
                              <p:par>
                                <p:cTn id="43" presetID="10" presetClass="entr" presetSubtype="0" fill="hold" grpId="0" nodeType="withEffect">
                                  <p:stCondLst>
                                    <p:cond delay="700"/>
                                  </p:stCondLst>
                                  <p:childTnLst>
                                    <p:set>
                                      <p:cBhvr>
                                        <p:cTn id="44" dur="1" fill="hold">
                                          <p:stCondLst>
                                            <p:cond delay="0"/>
                                          </p:stCondLst>
                                        </p:cTn>
                                        <p:tgtEl>
                                          <p:spTgt spid="46"/>
                                        </p:tgtEl>
                                        <p:attrNameLst>
                                          <p:attrName>style.visibility</p:attrName>
                                        </p:attrNameLst>
                                      </p:cBhvr>
                                      <p:to>
                                        <p:strVal val="visible"/>
                                      </p:to>
                                    </p:set>
                                    <p:animEffect transition="in" filter="fade">
                                      <p:cBhvr>
                                        <p:cTn id="45" dur="250"/>
                                        <p:tgtEl>
                                          <p:spTgt spid="46"/>
                                        </p:tgtEl>
                                      </p:cBhvr>
                                    </p:animEffect>
                                  </p:childTnLst>
                                </p:cTn>
                              </p:par>
                              <p:par>
                                <p:cTn id="46" presetID="42" presetClass="path" presetSubtype="0" decel="100000" fill="hold" grpId="1" nodeType="withEffect">
                                  <p:stCondLst>
                                    <p:cond delay="700"/>
                                  </p:stCondLst>
                                  <p:childTnLst>
                                    <p:animMotion origin="layout" path="M -0.01719 -0.00023 L -1.25E-6 1.85185E-6 " pathEditMode="relative" rAng="0" ptsTypes="AA">
                                      <p:cBhvr>
                                        <p:cTn id="47" dur="500" fill="hold"/>
                                        <p:tgtEl>
                                          <p:spTgt spid="46"/>
                                        </p:tgtEl>
                                        <p:attrNameLst>
                                          <p:attrName>ppt_x</p:attrName>
                                          <p:attrName>ppt_y</p:attrName>
                                        </p:attrNameLst>
                                      </p:cBhvr>
                                      <p:rCtr x="859" y="0"/>
                                    </p:animMotion>
                                  </p:childTnLst>
                                </p:cTn>
                              </p:par>
                              <p:par>
                                <p:cTn id="48" presetID="10" presetClass="entr" presetSubtype="0" fill="hold" grpId="0" nodeType="withEffect">
                                  <p:stCondLst>
                                    <p:cond delay="700"/>
                                  </p:stCondLst>
                                  <p:childTnLst>
                                    <p:set>
                                      <p:cBhvr>
                                        <p:cTn id="49" dur="1" fill="hold">
                                          <p:stCondLst>
                                            <p:cond delay="0"/>
                                          </p:stCondLst>
                                        </p:cTn>
                                        <p:tgtEl>
                                          <p:spTgt spid="32"/>
                                        </p:tgtEl>
                                        <p:attrNameLst>
                                          <p:attrName>style.visibility</p:attrName>
                                        </p:attrNameLst>
                                      </p:cBhvr>
                                      <p:to>
                                        <p:strVal val="visible"/>
                                      </p:to>
                                    </p:set>
                                    <p:animEffect transition="in" filter="fade">
                                      <p:cBhvr>
                                        <p:cTn id="50" dur="250"/>
                                        <p:tgtEl>
                                          <p:spTgt spid="32"/>
                                        </p:tgtEl>
                                      </p:cBhvr>
                                    </p:animEffect>
                                  </p:childTnLst>
                                </p:cTn>
                              </p:par>
                              <p:par>
                                <p:cTn id="51" presetID="42" presetClass="path" presetSubtype="0" decel="100000" fill="hold" grpId="1" nodeType="withEffect">
                                  <p:stCondLst>
                                    <p:cond delay="700"/>
                                  </p:stCondLst>
                                  <p:childTnLst>
                                    <p:animMotion origin="layout" path="M -0.01719 -0.00023 L -1.25E-6 1.85185E-6 " pathEditMode="relative" rAng="0" ptsTypes="AA">
                                      <p:cBhvr>
                                        <p:cTn id="52" dur="500" fill="hold"/>
                                        <p:tgtEl>
                                          <p:spTgt spid="32"/>
                                        </p:tgtEl>
                                        <p:attrNameLst>
                                          <p:attrName>ppt_x</p:attrName>
                                          <p:attrName>ppt_y</p:attrName>
                                        </p:attrNameLst>
                                      </p:cBhvr>
                                      <p:rCtr x="859" y="0"/>
                                    </p:animMotion>
                                  </p:childTnLst>
                                </p:cTn>
                              </p:par>
                              <p:par>
                                <p:cTn id="53" presetID="2" presetClass="entr" presetSubtype="2" decel="100000" fill="hold" grpId="0" nodeType="withEffect">
                                  <p:stCondLst>
                                    <p:cond delay="900"/>
                                  </p:stCondLst>
                                  <p:childTnLst>
                                    <p:set>
                                      <p:cBhvr>
                                        <p:cTn id="54" dur="1" fill="hold">
                                          <p:stCondLst>
                                            <p:cond delay="0"/>
                                          </p:stCondLst>
                                        </p:cTn>
                                        <p:tgtEl>
                                          <p:spTgt spid="50"/>
                                        </p:tgtEl>
                                        <p:attrNameLst>
                                          <p:attrName>style.visibility</p:attrName>
                                        </p:attrNameLst>
                                      </p:cBhvr>
                                      <p:to>
                                        <p:strVal val="visible"/>
                                      </p:to>
                                    </p:set>
                                    <p:anim calcmode="lin" valueType="num">
                                      <p:cBhvr additive="base">
                                        <p:cTn id="55" dur="500" fill="hold"/>
                                        <p:tgtEl>
                                          <p:spTgt spid="50"/>
                                        </p:tgtEl>
                                        <p:attrNameLst>
                                          <p:attrName>ppt_x</p:attrName>
                                        </p:attrNameLst>
                                      </p:cBhvr>
                                      <p:tavLst>
                                        <p:tav tm="0">
                                          <p:val>
                                            <p:strVal val="1+#ppt_w/2"/>
                                          </p:val>
                                        </p:tav>
                                        <p:tav tm="100000">
                                          <p:val>
                                            <p:strVal val="#ppt_x"/>
                                          </p:val>
                                        </p:tav>
                                      </p:tavLst>
                                    </p:anim>
                                    <p:anim calcmode="lin" valueType="num">
                                      <p:cBhvr additive="base">
                                        <p:cTn id="56" dur="500" fill="hold"/>
                                        <p:tgtEl>
                                          <p:spTgt spid="50"/>
                                        </p:tgtEl>
                                        <p:attrNameLst>
                                          <p:attrName>ppt_y</p:attrName>
                                        </p:attrNameLst>
                                      </p:cBhvr>
                                      <p:tavLst>
                                        <p:tav tm="0">
                                          <p:val>
                                            <p:strVal val="#ppt_y"/>
                                          </p:val>
                                        </p:tav>
                                        <p:tav tm="100000">
                                          <p:val>
                                            <p:strVal val="#ppt_y"/>
                                          </p:val>
                                        </p:tav>
                                      </p:tavLst>
                                    </p:anim>
                                  </p:childTnLst>
                                </p:cTn>
                              </p:par>
                              <p:par>
                                <p:cTn id="57" presetID="10" presetClass="entr" presetSubtype="0" fill="hold" grpId="0" nodeType="withEffect">
                                  <p:stCondLst>
                                    <p:cond delay="900"/>
                                  </p:stCondLst>
                                  <p:childTnLst>
                                    <p:set>
                                      <p:cBhvr>
                                        <p:cTn id="58" dur="1" fill="hold">
                                          <p:stCondLst>
                                            <p:cond delay="0"/>
                                          </p:stCondLst>
                                        </p:cTn>
                                        <p:tgtEl>
                                          <p:spTgt spid="45"/>
                                        </p:tgtEl>
                                        <p:attrNameLst>
                                          <p:attrName>style.visibility</p:attrName>
                                        </p:attrNameLst>
                                      </p:cBhvr>
                                      <p:to>
                                        <p:strVal val="visible"/>
                                      </p:to>
                                    </p:set>
                                    <p:animEffect transition="in" filter="fade">
                                      <p:cBhvr>
                                        <p:cTn id="59" dur="250"/>
                                        <p:tgtEl>
                                          <p:spTgt spid="45"/>
                                        </p:tgtEl>
                                      </p:cBhvr>
                                    </p:animEffect>
                                  </p:childTnLst>
                                </p:cTn>
                              </p:par>
                              <p:par>
                                <p:cTn id="60" presetID="42" presetClass="path" presetSubtype="0" decel="100000" fill="hold" grpId="1" nodeType="withEffect">
                                  <p:stCondLst>
                                    <p:cond delay="900"/>
                                  </p:stCondLst>
                                  <p:childTnLst>
                                    <p:animMotion origin="layout" path="M -0.01719 -0.00023 L -1.25E-6 1.85185E-6 " pathEditMode="relative" rAng="0" ptsTypes="AA">
                                      <p:cBhvr>
                                        <p:cTn id="61" dur="500" fill="hold"/>
                                        <p:tgtEl>
                                          <p:spTgt spid="45"/>
                                        </p:tgtEl>
                                        <p:attrNameLst>
                                          <p:attrName>ppt_x</p:attrName>
                                          <p:attrName>ppt_y</p:attrName>
                                        </p:attrNameLst>
                                      </p:cBhvr>
                                      <p:rCtr x="859" y="0"/>
                                    </p:animMotion>
                                  </p:childTnLst>
                                </p:cTn>
                              </p:par>
                              <p:par>
                                <p:cTn id="62" presetID="10" presetClass="entr" presetSubtype="0" fill="hold" grpId="0" nodeType="withEffect">
                                  <p:stCondLst>
                                    <p:cond delay="900"/>
                                  </p:stCondLst>
                                  <p:childTnLst>
                                    <p:set>
                                      <p:cBhvr>
                                        <p:cTn id="63" dur="1" fill="hold">
                                          <p:stCondLst>
                                            <p:cond delay="0"/>
                                          </p:stCondLst>
                                        </p:cTn>
                                        <p:tgtEl>
                                          <p:spTgt spid="33"/>
                                        </p:tgtEl>
                                        <p:attrNameLst>
                                          <p:attrName>style.visibility</p:attrName>
                                        </p:attrNameLst>
                                      </p:cBhvr>
                                      <p:to>
                                        <p:strVal val="visible"/>
                                      </p:to>
                                    </p:set>
                                    <p:animEffect transition="in" filter="fade">
                                      <p:cBhvr>
                                        <p:cTn id="64" dur="250"/>
                                        <p:tgtEl>
                                          <p:spTgt spid="33"/>
                                        </p:tgtEl>
                                      </p:cBhvr>
                                    </p:animEffect>
                                  </p:childTnLst>
                                </p:cTn>
                              </p:par>
                              <p:par>
                                <p:cTn id="65" presetID="42" presetClass="path" presetSubtype="0" decel="100000" fill="hold" grpId="1" nodeType="withEffect">
                                  <p:stCondLst>
                                    <p:cond delay="900"/>
                                  </p:stCondLst>
                                  <p:childTnLst>
                                    <p:animMotion origin="layout" path="M -0.01719 -0.00023 L -1.25E-6 1.85185E-6 " pathEditMode="relative" rAng="0" ptsTypes="AA">
                                      <p:cBhvr>
                                        <p:cTn id="66" dur="500" fill="hold"/>
                                        <p:tgtEl>
                                          <p:spTgt spid="33"/>
                                        </p:tgtEl>
                                        <p:attrNameLst>
                                          <p:attrName>ppt_x</p:attrName>
                                          <p:attrName>ppt_y</p:attrName>
                                        </p:attrNameLst>
                                      </p:cBhvr>
                                      <p:rCtr x="859" y="0"/>
                                    </p:animMotion>
                                  </p:childTnLst>
                                </p:cTn>
                              </p:par>
                              <p:par>
                                <p:cTn id="67" presetID="2" presetClass="entr" presetSubtype="2" decel="100000" fill="hold" grpId="0" nodeType="withEffect">
                                  <p:stCondLst>
                                    <p:cond delay="1100"/>
                                  </p:stCondLst>
                                  <p:childTnLst>
                                    <p:set>
                                      <p:cBhvr>
                                        <p:cTn id="68" dur="1" fill="hold">
                                          <p:stCondLst>
                                            <p:cond delay="0"/>
                                          </p:stCondLst>
                                        </p:cTn>
                                        <p:tgtEl>
                                          <p:spTgt spid="51"/>
                                        </p:tgtEl>
                                        <p:attrNameLst>
                                          <p:attrName>style.visibility</p:attrName>
                                        </p:attrNameLst>
                                      </p:cBhvr>
                                      <p:to>
                                        <p:strVal val="visible"/>
                                      </p:to>
                                    </p:set>
                                    <p:anim calcmode="lin" valueType="num">
                                      <p:cBhvr additive="base">
                                        <p:cTn id="69" dur="500" fill="hold"/>
                                        <p:tgtEl>
                                          <p:spTgt spid="51"/>
                                        </p:tgtEl>
                                        <p:attrNameLst>
                                          <p:attrName>ppt_x</p:attrName>
                                        </p:attrNameLst>
                                      </p:cBhvr>
                                      <p:tavLst>
                                        <p:tav tm="0">
                                          <p:val>
                                            <p:strVal val="1+#ppt_w/2"/>
                                          </p:val>
                                        </p:tav>
                                        <p:tav tm="100000">
                                          <p:val>
                                            <p:strVal val="#ppt_x"/>
                                          </p:val>
                                        </p:tav>
                                      </p:tavLst>
                                    </p:anim>
                                    <p:anim calcmode="lin" valueType="num">
                                      <p:cBhvr additive="base">
                                        <p:cTn id="70" dur="500" fill="hold"/>
                                        <p:tgtEl>
                                          <p:spTgt spid="51"/>
                                        </p:tgtEl>
                                        <p:attrNameLst>
                                          <p:attrName>ppt_y</p:attrName>
                                        </p:attrNameLst>
                                      </p:cBhvr>
                                      <p:tavLst>
                                        <p:tav tm="0">
                                          <p:val>
                                            <p:strVal val="#ppt_y"/>
                                          </p:val>
                                        </p:tav>
                                        <p:tav tm="100000">
                                          <p:val>
                                            <p:strVal val="#ppt_y"/>
                                          </p:val>
                                        </p:tav>
                                      </p:tavLst>
                                    </p:anim>
                                  </p:childTnLst>
                                </p:cTn>
                              </p:par>
                              <p:par>
                                <p:cTn id="71" presetID="10" presetClass="entr" presetSubtype="0" fill="hold" grpId="0" nodeType="withEffect">
                                  <p:stCondLst>
                                    <p:cond delay="1100"/>
                                  </p:stCondLst>
                                  <p:childTnLst>
                                    <p:set>
                                      <p:cBhvr>
                                        <p:cTn id="72" dur="1" fill="hold">
                                          <p:stCondLst>
                                            <p:cond delay="0"/>
                                          </p:stCondLst>
                                        </p:cTn>
                                        <p:tgtEl>
                                          <p:spTgt spid="44"/>
                                        </p:tgtEl>
                                        <p:attrNameLst>
                                          <p:attrName>style.visibility</p:attrName>
                                        </p:attrNameLst>
                                      </p:cBhvr>
                                      <p:to>
                                        <p:strVal val="visible"/>
                                      </p:to>
                                    </p:set>
                                    <p:animEffect transition="in" filter="fade">
                                      <p:cBhvr>
                                        <p:cTn id="73" dur="250"/>
                                        <p:tgtEl>
                                          <p:spTgt spid="44"/>
                                        </p:tgtEl>
                                      </p:cBhvr>
                                    </p:animEffect>
                                  </p:childTnLst>
                                </p:cTn>
                              </p:par>
                              <p:par>
                                <p:cTn id="74" presetID="42" presetClass="path" presetSubtype="0" decel="100000" fill="hold" grpId="1" nodeType="withEffect">
                                  <p:stCondLst>
                                    <p:cond delay="1100"/>
                                  </p:stCondLst>
                                  <p:childTnLst>
                                    <p:animMotion origin="layout" path="M -0.01719 -0.00023 L -1.25E-6 1.85185E-6 " pathEditMode="relative" rAng="0" ptsTypes="AA">
                                      <p:cBhvr>
                                        <p:cTn id="75" dur="500" fill="hold"/>
                                        <p:tgtEl>
                                          <p:spTgt spid="44"/>
                                        </p:tgtEl>
                                        <p:attrNameLst>
                                          <p:attrName>ppt_x</p:attrName>
                                          <p:attrName>ppt_y</p:attrName>
                                        </p:attrNameLst>
                                      </p:cBhvr>
                                      <p:rCtr x="859" y="0"/>
                                    </p:animMotion>
                                  </p:childTnLst>
                                </p:cTn>
                              </p:par>
                              <p:par>
                                <p:cTn id="76" presetID="10" presetClass="entr" presetSubtype="0" fill="hold" grpId="0" nodeType="withEffect">
                                  <p:stCondLst>
                                    <p:cond delay="1100"/>
                                  </p:stCondLst>
                                  <p:childTnLst>
                                    <p:set>
                                      <p:cBhvr>
                                        <p:cTn id="77" dur="1" fill="hold">
                                          <p:stCondLst>
                                            <p:cond delay="0"/>
                                          </p:stCondLst>
                                        </p:cTn>
                                        <p:tgtEl>
                                          <p:spTgt spid="34"/>
                                        </p:tgtEl>
                                        <p:attrNameLst>
                                          <p:attrName>style.visibility</p:attrName>
                                        </p:attrNameLst>
                                      </p:cBhvr>
                                      <p:to>
                                        <p:strVal val="visible"/>
                                      </p:to>
                                    </p:set>
                                    <p:animEffect transition="in" filter="fade">
                                      <p:cBhvr>
                                        <p:cTn id="78" dur="250"/>
                                        <p:tgtEl>
                                          <p:spTgt spid="34"/>
                                        </p:tgtEl>
                                      </p:cBhvr>
                                    </p:animEffect>
                                  </p:childTnLst>
                                </p:cTn>
                              </p:par>
                              <p:par>
                                <p:cTn id="79" presetID="42" presetClass="path" presetSubtype="0" decel="100000" fill="hold" grpId="1" nodeType="withEffect">
                                  <p:stCondLst>
                                    <p:cond delay="1100"/>
                                  </p:stCondLst>
                                  <p:childTnLst>
                                    <p:animMotion origin="layout" path="M -0.01719 -0.00023 L -1.25E-6 1.85185E-6 " pathEditMode="relative" rAng="0" ptsTypes="AA">
                                      <p:cBhvr>
                                        <p:cTn id="80" dur="500" fill="hold"/>
                                        <p:tgtEl>
                                          <p:spTgt spid="34"/>
                                        </p:tgtEl>
                                        <p:attrNameLst>
                                          <p:attrName>ppt_x</p:attrName>
                                          <p:attrName>ppt_y</p:attrName>
                                        </p:attrNameLst>
                                      </p:cBhvr>
                                      <p:rCtr x="859" y="0"/>
                                    </p:animMotion>
                                  </p:childTnLst>
                                </p:cTn>
                              </p:par>
                              <p:par>
                                <p:cTn id="81" presetID="2" presetClass="entr" presetSubtype="2" decel="100000" fill="hold" grpId="0" nodeType="withEffect">
                                  <p:stCondLst>
                                    <p:cond delay="1300"/>
                                  </p:stCondLst>
                                  <p:childTnLst>
                                    <p:set>
                                      <p:cBhvr>
                                        <p:cTn id="82" dur="1" fill="hold">
                                          <p:stCondLst>
                                            <p:cond delay="0"/>
                                          </p:stCondLst>
                                        </p:cTn>
                                        <p:tgtEl>
                                          <p:spTgt spid="52"/>
                                        </p:tgtEl>
                                        <p:attrNameLst>
                                          <p:attrName>style.visibility</p:attrName>
                                        </p:attrNameLst>
                                      </p:cBhvr>
                                      <p:to>
                                        <p:strVal val="visible"/>
                                      </p:to>
                                    </p:set>
                                    <p:anim calcmode="lin" valueType="num">
                                      <p:cBhvr additive="base">
                                        <p:cTn id="83" dur="500" fill="hold"/>
                                        <p:tgtEl>
                                          <p:spTgt spid="52"/>
                                        </p:tgtEl>
                                        <p:attrNameLst>
                                          <p:attrName>ppt_x</p:attrName>
                                        </p:attrNameLst>
                                      </p:cBhvr>
                                      <p:tavLst>
                                        <p:tav tm="0">
                                          <p:val>
                                            <p:strVal val="1+#ppt_w/2"/>
                                          </p:val>
                                        </p:tav>
                                        <p:tav tm="100000">
                                          <p:val>
                                            <p:strVal val="#ppt_x"/>
                                          </p:val>
                                        </p:tav>
                                      </p:tavLst>
                                    </p:anim>
                                    <p:anim calcmode="lin" valueType="num">
                                      <p:cBhvr additive="base">
                                        <p:cTn id="84" dur="500" fill="hold"/>
                                        <p:tgtEl>
                                          <p:spTgt spid="52"/>
                                        </p:tgtEl>
                                        <p:attrNameLst>
                                          <p:attrName>ppt_y</p:attrName>
                                        </p:attrNameLst>
                                      </p:cBhvr>
                                      <p:tavLst>
                                        <p:tav tm="0">
                                          <p:val>
                                            <p:strVal val="#ppt_y"/>
                                          </p:val>
                                        </p:tav>
                                        <p:tav tm="100000">
                                          <p:val>
                                            <p:strVal val="#ppt_y"/>
                                          </p:val>
                                        </p:tav>
                                      </p:tavLst>
                                    </p:anim>
                                  </p:childTnLst>
                                </p:cTn>
                              </p:par>
                              <p:par>
                                <p:cTn id="85" presetID="10" presetClass="entr" presetSubtype="0" fill="hold" grpId="0" nodeType="withEffect">
                                  <p:stCondLst>
                                    <p:cond delay="1300"/>
                                  </p:stCondLst>
                                  <p:childTnLst>
                                    <p:set>
                                      <p:cBhvr>
                                        <p:cTn id="86" dur="1" fill="hold">
                                          <p:stCondLst>
                                            <p:cond delay="0"/>
                                          </p:stCondLst>
                                        </p:cTn>
                                        <p:tgtEl>
                                          <p:spTgt spid="43"/>
                                        </p:tgtEl>
                                        <p:attrNameLst>
                                          <p:attrName>style.visibility</p:attrName>
                                        </p:attrNameLst>
                                      </p:cBhvr>
                                      <p:to>
                                        <p:strVal val="visible"/>
                                      </p:to>
                                    </p:set>
                                    <p:animEffect transition="in" filter="fade">
                                      <p:cBhvr>
                                        <p:cTn id="87" dur="250"/>
                                        <p:tgtEl>
                                          <p:spTgt spid="43"/>
                                        </p:tgtEl>
                                      </p:cBhvr>
                                    </p:animEffect>
                                  </p:childTnLst>
                                </p:cTn>
                              </p:par>
                              <p:par>
                                <p:cTn id="88" presetID="42" presetClass="path" presetSubtype="0" decel="100000" fill="hold" grpId="1" nodeType="withEffect">
                                  <p:stCondLst>
                                    <p:cond delay="1300"/>
                                  </p:stCondLst>
                                  <p:childTnLst>
                                    <p:animMotion origin="layout" path="M -0.01719 -0.00023 L -1.25E-6 1.85185E-6 " pathEditMode="relative" rAng="0" ptsTypes="AA">
                                      <p:cBhvr>
                                        <p:cTn id="89" dur="500" fill="hold"/>
                                        <p:tgtEl>
                                          <p:spTgt spid="43"/>
                                        </p:tgtEl>
                                        <p:attrNameLst>
                                          <p:attrName>ppt_x</p:attrName>
                                          <p:attrName>ppt_y</p:attrName>
                                        </p:attrNameLst>
                                      </p:cBhvr>
                                      <p:rCtr x="859" y="0"/>
                                    </p:animMotion>
                                  </p:childTnLst>
                                </p:cTn>
                              </p:par>
                              <p:par>
                                <p:cTn id="90" presetID="10" presetClass="entr" presetSubtype="0" fill="hold" grpId="0" nodeType="withEffect">
                                  <p:stCondLst>
                                    <p:cond delay="1300"/>
                                  </p:stCondLst>
                                  <p:childTnLst>
                                    <p:set>
                                      <p:cBhvr>
                                        <p:cTn id="91" dur="1" fill="hold">
                                          <p:stCondLst>
                                            <p:cond delay="0"/>
                                          </p:stCondLst>
                                        </p:cTn>
                                        <p:tgtEl>
                                          <p:spTgt spid="35"/>
                                        </p:tgtEl>
                                        <p:attrNameLst>
                                          <p:attrName>style.visibility</p:attrName>
                                        </p:attrNameLst>
                                      </p:cBhvr>
                                      <p:to>
                                        <p:strVal val="visible"/>
                                      </p:to>
                                    </p:set>
                                    <p:animEffect transition="in" filter="fade">
                                      <p:cBhvr>
                                        <p:cTn id="92" dur="250"/>
                                        <p:tgtEl>
                                          <p:spTgt spid="35"/>
                                        </p:tgtEl>
                                      </p:cBhvr>
                                    </p:animEffect>
                                  </p:childTnLst>
                                </p:cTn>
                              </p:par>
                              <p:par>
                                <p:cTn id="93" presetID="42" presetClass="path" presetSubtype="0" decel="100000" fill="hold" grpId="1" nodeType="withEffect">
                                  <p:stCondLst>
                                    <p:cond delay="1300"/>
                                  </p:stCondLst>
                                  <p:childTnLst>
                                    <p:animMotion origin="layout" path="M -0.01719 -0.00023 L -1.25E-6 1.85185E-6 " pathEditMode="relative" rAng="0" ptsTypes="AA">
                                      <p:cBhvr>
                                        <p:cTn id="94" dur="500" fill="hold"/>
                                        <p:tgtEl>
                                          <p:spTgt spid="35"/>
                                        </p:tgtEl>
                                        <p:attrNameLst>
                                          <p:attrName>ppt_x</p:attrName>
                                          <p:attrName>ppt_y</p:attrName>
                                        </p:attrNameLst>
                                      </p:cBhvr>
                                      <p:rCtr x="859" y="0"/>
                                    </p:animMotion>
                                  </p:childTnLst>
                                </p:cTn>
                              </p:par>
                              <p:par>
                                <p:cTn id="95" presetID="2" presetClass="entr" presetSubtype="2" decel="100000" fill="hold" grpId="0" nodeType="withEffect">
                                  <p:stCondLst>
                                    <p:cond delay="1500"/>
                                  </p:stCondLst>
                                  <p:childTnLst>
                                    <p:set>
                                      <p:cBhvr>
                                        <p:cTn id="96" dur="1" fill="hold">
                                          <p:stCondLst>
                                            <p:cond delay="0"/>
                                          </p:stCondLst>
                                        </p:cTn>
                                        <p:tgtEl>
                                          <p:spTgt spid="53"/>
                                        </p:tgtEl>
                                        <p:attrNameLst>
                                          <p:attrName>style.visibility</p:attrName>
                                        </p:attrNameLst>
                                      </p:cBhvr>
                                      <p:to>
                                        <p:strVal val="visible"/>
                                      </p:to>
                                    </p:set>
                                    <p:anim calcmode="lin" valueType="num">
                                      <p:cBhvr additive="base">
                                        <p:cTn id="97" dur="500" fill="hold"/>
                                        <p:tgtEl>
                                          <p:spTgt spid="53"/>
                                        </p:tgtEl>
                                        <p:attrNameLst>
                                          <p:attrName>ppt_x</p:attrName>
                                        </p:attrNameLst>
                                      </p:cBhvr>
                                      <p:tavLst>
                                        <p:tav tm="0">
                                          <p:val>
                                            <p:strVal val="1+#ppt_w/2"/>
                                          </p:val>
                                        </p:tav>
                                        <p:tav tm="100000">
                                          <p:val>
                                            <p:strVal val="#ppt_x"/>
                                          </p:val>
                                        </p:tav>
                                      </p:tavLst>
                                    </p:anim>
                                    <p:anim calcmode="lin" valueType="num">
                                      <p:cBhvr additive="base">
                                        <p:cTn id="98" dur="500" fill="hold"/>
                                        <p:tgtEl>
                                          <p:spTgt spid="53"/>
                                        </p:tgtEl>
                                        <p:attrNameLst>
                                          <p:attrName>ppt_y</p:attrName>
                                        </p:attrNameLst>
                                      </p:cBhvr>
                                      <p:tavLst>
                                        <p:tav tm="0">
                                          <p:val>
                                            <p:strVal val="#ppt_y"/>
                                          </p:val>
                                        </p:tav>
                                        <p:tav tm="100000">
                                          <p:val>
                                            <p:strVal val="#ppt_y"/>
                                          </p:val>
                                        </p:tav>
                                      </p:tavLst>
                                    </p:anim>
                                  </p:childTnLst>
                                </p:cTn>
                              </p:par>
                              <p:par>
                                <p:cTn id="99" presetID="10" presetClass="entr" presetSubtype="0" fill="hold" grpId="0" nodeType="withEffect">
                                  <p:stCondLst>
                                    <p:cond delay="1500"/>
                                  </p:stCondLst>
                                  <p:childTnLst>
                                    <p:set>
                                      <p:cBhvr>
                                        <p:cTn id="100" dur="1" fill="hold">
                                          <p:stCondLst>
                                            <p:cond delay="0"/>
                                          </p:stCondLst>
                                        </p:cTn>
                                        <p:tgtEl>
                                          <p:spTgt spid="42"/>
                                        </p:tgtEl>
                                        <p:attrNameLst>
                                          <p:attrName>style.visibility</p:attrName>
                                        </p:attrNameLst>
                                      </p:cBhvr>
                                      <p:to>
                                        <p:strVal val="visible"/>
                                      </p:to>
                                    </p:set>
                                    <p:animEffect transition="in" filter="fade">
                                      <p:cBhvr>
                                        <p:cTn id="101" dur="250"/>
                                        <p:tgtEl>
                                          <p:spTgt spid="42"/>
                                        </p:tgtEl>
                                      </p:cBhvr>
                                    </p:animEffect>
                                  </p:childTnLst>
                                </p:cTn>
                              </p:par>
                              <p:par>
                                <p:cTn id="102" presetID="42" presetClass="path" presetSubtype="0" decel="100000" fill="hold" grpId="1" nodeType="withEffect">
                                  <p:stCondLst>
                                    <p:cond delay="1500"/>
                                  </p:stCondLst>
                                  <p:childTnLst>
                                    <p:animMotion origin="layout" path="M -0.01719 -0.00023 L -1.25E-6 1.85185E-6 " pathEditMode="relative" rAng="0" ptsTypes="AA">
                                      <p:cBhvr>
                                        <p:cTn id="103" dur="500" fill="hold"/>
                                        <p:tgtEl>
                                          <p:spTgt spid="42"/>
                                        </p:tgtEl>
                                        <p:attrNameLst>
                                          <p:attrName>ppt_x</p:attrName>
                                          <p:attrName>ppt_y</p:attrName>
                                        </p:attrNameLst>
                                      </p:cBhvr>
                                      <p:rCtr x="859" y="0"/>
                                    </p:animMotion>
                                  </p:childTnLst>
                                </p:cTn>
                              </p:par>
                              <p:par>
                                <p:cTn id="104" presetID="10" presetClass="entr" presetSubtype="0" fill="hold" grpId="0" nodeType="withEffect">
                                  <p:stCondLst>
                                    <p:cond delay="1500"/>
                                  </p:stCondLst>
                                  <p:childTnLst>
                                    <p:set>
                                      <p:cBhvr>
                                        <p:cTn id="105" dur="1" fill="hold">
                                          <p:stCondLst>
                                            <p:cond delay="0"/>
                                          </p:stCondLst>
                                        </p:cTn>
                                        <p:tgtEl>
                                          <p:spTgt spid="36"/>
                                        </p:tgtEl>
                                        <p:attrNameLst>
                                          <p:attrName>style.visibility</p:attrName>
                                        </p:attrNameLst>
                                      </p:cBhvr>
                                      <p:to>
                                        <p:strVal val="visible"/>
                                      </p:to>
                                    </p:set>
                                    <p:animEffect transition="in" filter="fade">
                                      <p:cBhvr>
                                        <p:cTn id="106" dur="250"/>
                                        <p:tgtEl>
                                          <p:spTgt spid="36"/>
                                        </p:tgtEl>
                                      </p:cBhvr>
                                    </p:animEffect>
                                  </p:childTnLst>
                                </p:cTn>
                              </p:par>
                              <p:par>
                                <p:cTn id="107" presetID="42" presetClass="path" presetSubtype="0" decel="100000" fill="hold" grpId="1" nodeType="withEffect">
                                  <p:stCondLst>
                                    <p:cond delay="1500"/>
                                  </p:stCondLst>
                                  <p:childTnLst>
                                    <p:animMotion origin="layout" path="M -0.01719 -0.00023 L -1.25E-6 1.85185E-6 " pathEditMode="relative" rAng="0" ptsTypes="AA">
                                      <p:cBhvr>
                                        <p:cTn id="108" dur="500" fill="hold"/>
                                        <p:tgtEl>
                                          <p:spTgt spid="36"/>
                                        </p:tgtEl>
                                        <p:attrNameLst>
                                          <p:attrName>ppt_x</p:attrName>
                                          <p:attrName>ppt_y</p:attrName>
                                        </p:attrNameLst>
                                      </p:cBhvr>
                                      <p:rCtr x="859" y="0"/>
                                    </p:animMotion>
                                  </p:childTnLst>
                                </p:cTn>
                              </p:par>
                              <p:par>
                                <p:cTn id="109" presetID="2" presetClass="entr" presetSubtype="2" decel="100000" fill="hold" grpId="0" nodeType="withEffect">
                                  <p:stCondLst>
                                    <p:cond delay="1700"/>
                                  </p:stCondLst>
                                  <p:childTnLst>
                                    <p:set>
                                      <p:cBhvr>
                                        <p:cTn id="110" dur="1" fill="hold">
                                          <p:stCondLst>
                                            <p:cond delay="0"/>
                                          </p:stCondLst>
                                        </p:cTn>
                                        <p:tgtEl>
                                          <p:spTgt spid="54"/>
                                        </p:tgtEl>
                                        <p:attrNameLst>
                                          <p:attrName>style.visibility</p:attrName>
                                        </p:attrNameLst>
                                      </p:cBhvr>
                                      <p:to>
                                        <p:strVal val="visible"/>
                                      </p:to>
                                    </p:set>
                                    <p:anim calcmode="lin" valueType="num">
                                      <p:cBhvr additive="base">
                                        <p:cTn id="111" dur="500" fill="hold"/>
                                        <p:tgtEl>
                                          <p:spTgt spid="54"/>
                                        </p:tgtEl>
                                        <p:attrNameLst>
                                          <p:attrName>ppt_x</p:attrName>
                                        </p:attrNameLst>
                                      </p:cBhvr>
                                      <p:tavLst>
                                        <p:tav tm="0">
                                          <p:val>
                                            <p:strVal val="1+#ppt_w/2"/>
                                          </p:val>
                                        </p:tav>
                                        <p:tav tm="100000">
                                          <p:val>
                                            <p:strVal val="#ppt_x"/>
                                          </p:val>
                                        </p:tav>
                                      </p:tavLst>
                                    </p:anim>
                                    <p:anim calcmode="lin" valueType="num">
                                      <p:cBhvr additive="base">
                                        <p:cTn id="112" dur="500" fill="hold"/>
                                        <p:tgtEl>
                                          <p:spTgt spid="54"/>
                                        </p:tgtEl>
                                        <p:attrNameLst>
                                          <p:attrName>ppt_y</p:attrName>
                                        </p:attrNameLst>
                                      </p:cBhvr>
                                      <p:tavLst>
                                        <p:tav tm="0">
                                          <p:val>
                                            <p:strVal val="#ppt_y"/>
                                          </p:val>
                                        </p:tav>
                                        <p:tav tm="100000">
                                          <p:val>
                                            <p:strVal val="#ppt_y"/>
                                          </p:val>
                                        </p:tav>
                                      </p:tavLst>
                                    </p:anim>
                                  </p:childTnLst>
                                </p:cTn>
                              </p:par>
                              <p:par>
                                <p:cTn id="113" presetID="10" presetClass="entr" presetSubtype="0" fill="hold" grpId="0" nodeType="withEffect">
                                  <p:stCondLst>
                                    <p:cond delay="0"/>
                                  </p:stCondLst>
                                  <p:childTnLst>
                                    <p:set>
                                      <p:cBhvr>
                                        <p:cTn id="114" dur="1" fill="hold">
                                          <p:stCondLst>
                                            <p:cond delay="0"/>
                                          </p:stCondLst>
                                        </p:cTn>
                                        <p:tgtEl>
                                          <p:spTgt spid="64"/>
                                        </p:tgtEl>
                                        <p:attrNameLst>
                                          <p:attrName>style.visibility</p:attrName>
                                        </p:attrNameLst>
                                      </p:cBhvr>
                                      <p:to>
                                        <p:strVal val="visible"/>
                                      </p:to>
                                    </p:set>
                                    <p:animEffect transition="in" filter="fade">
                                      <p:cBhvr>
                                        <p:cTn id="115" dur="500"/>
                                        <p:tgtEl>
                                          <p:spTgt spid="64"/>
                                        </p:tgtEl>
                                      </p:cBhvr>
                                    </p:animEffect>
                                  </p:childTnLst>
                                </p:cTn>
                              </p:par>
                              <p:par>
                                <p:cTn id="116" presetID="42" presetClass="path" presetSubtype="0" decel="100000" fill="hold" grpId="1" nodeType="withEffect">
                                  <p:stCondLst>
                                    <p:cond delay="0"/>
                                  </p:stCondLst>
                                  <p:childTnLst>
                                    <p:animMotion origin="layout" path="M 5.55112E-17 -0.03472 L 5.55112E-17 -1.85185E-6 " pathEditMode="relative" rAng="0" ptsTypes="AA">
                                      <p:cBhvr>
                                        <p:cTn id="117" dur="750" fill="hold"/>
                                        <p:tgtEl>
                                          <p:spTgt spid="64"/>
                                        </p:tgtEl>
                                        <p:attrNameLst>
                                          <p:attrName>ppt_x</p:attrName>
                                          <p:attrName>ppt_y</p:attrName>
                                        </p:attrNameLst>
                                      </p:cBhvr>
                                      <p:rCtr x="0" y="173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p:tmplLst>
          <p:tmpl>
            <p:tnLst>
              <p:par>
                <p:cTn presetID="10" presetClass="entr" presetSubtype="0" fill="hold" nodeType="withEffect">
                  <p:stCondLst>
                    <p:cond delay="0"/>
                  </p:stCondLst>
                  <p:childTnLst>
                    <p:set>
                      <p:cBhvr>
                        <p:cTn dur="1" fill="hold">
                          <p:stCondLst>
                            <p:cond delay="0"/>
                          </p:stCondLst>
                        </p:cTn>
                        <p:tgtEl>
                          <p:spTgt spid="64"/>
                        </p:tgtEl>
                        <p:attrNameLst>
                          <p:attrName>style.visibility</p:attrName>
                        </p:attrNameLst>
                      </p:cBhvr>
                      <p:to>
                        <p:strVal val="visible"/>
                      </p:to>
                    </p:set>
                    <p:animEffect transition="in" filter="fade">
                      <p:cBhvr>
                        <p:cTn dur="500"/>
                        <p:tgtEl>
                          <p:spTgt spid="64"/>
                        </p:tgtEl>
                      </p:cBhvr>
                    </p:animEffect>
                  </p:childTnLst>
                </p:cTn>
              </p:par>
            </p:tnLst>
          </p:tmpl>
        </p:tmplLst>
      </p:bldP>
      <p:bldP spid="64" grpId="1"/>
      <p:bldP spid="13" grpId="0" animBg="1"/>
      <p:bldP spid="13" grpId="1" animBg="1"/>
      <p:bldP spid="14" grpId="0" animBg="1"/>
      <p:bldP spid="14" grpId="1" animBg="1"/>
      <p:bldP spid="15" grpId="0" animBg="1"/>
      <p:bldP spid="15" grpId="1" animBg="1"/>
      <p:bldP spid="16" grpId="0" animBg="1"/>
      <p:bldP spid="16" grpId="1" animBg="1"/>
      <p:bldP spid="38" grpId="0">
        <p:tmplLst>
          <p:tmpl>
            <p:tnLst>
              <p:par>
                <p:cTn presetID="10" presetClass="entr" presetSubtype="0" fill="hold" nodeType="withEffect">
                  <p:stCondLst>
                    <p:cond delay="500"/>
                  </p:stCondLst>
                  <p:childTnLst>
                    <p:set>
                      <p:cBhvr>
                        <p:cTn dur="1" fill="hold">
                          <p:stCondLst>
                            <p:cond delay="0"/>
                          </p:stCondLst>
                        </p:cTn>
                        <p:tgtEl>
                          <p:spTgt spid="38"/>
                        </p:tgtEl>
                        <p:attrNameLst>
                          <p:attrName>style.visibility</p:attrName>
                        </p:attrNameLst>
                      </p:cBhvr>
                      <p:to>
                        <p:strVal val="visible"/>
                      </p:to>
                    </p:set>
                    <p:animEffect transition="in" filter="fade">
                      <p:cBhvr>
                        <p:cTn dur="250"/>
                        <p:tgtEl>
                          <p:spTgt spid="38"/>
                        </p:tgtEl>
                      </p:cBhvr>
                    </p:animEffect>
                  </p:childTnLst>
                </p:cTn>
              </p:par>
            </p:tnLst>
          </p:tmpl>
        </p:tmplLst>
      </p:bldP>
      <p:bldP spid="38" grpId="1"/>
      <p:bldP spid="46" grpId="0">
        <p:tmplLst>
          <p:tmpl>
            <p:tnLst>
              <p:par>
                <p:cTn presetID="10" presetClass="entr" presetSubtype="0" fill="hold" nodeType="withEffect">
                  <p:stCondLst>
                    <p:cond delay="700"/>
                  </p:stCondLst>
                  <p:childTnLst>
                    <p:set>
                      <p:cBhvr>
                        <p:cTn dur="1" fill="hold">
                          <p:stCondLst>
                            <p:cond delay="0"/>
                          </p:stCondLst>
                        </p:cTn>
                        <p:tgtEl>
                          <p:spTgt spid="46"/>
                        </p:tgtEl>
                        <p:attrNameLst>
                          <p:attrName>style.visibility</p:attrName>
                        </p:attrNameLst>
                      </p:cBhvr>
                      <p:to>
                        <p:strVal val="visible"/>
                      </p:to>
                    </p:set>
                    <p:animEffect transition="in" filter="fade">
                      <p:cBhvr>
                        <p:cTn dur="250"/>
                        <p:tgtEl>
                          <p:spTgt spid="46"/>
                        </p:tgtEl>
                      </p:cBhvr>
                    </p:animEffect>
                  </p:childTnLst>
                </p:cTn>
              </p:par>
            </p:tnLst>
          </p:tmpl>
        </p:tmplLst>
      </p:bldP>
      <p:bldP spid="46" grpId="1"/>
      <p:bldP spid="45" grpId="0">
        <p:tmplLst>
          <p:tmpl>
            <p:tnLst>
              <p:par>
                <p:cTn presetID="10" presetClass="entr" presetSubtype="0" fill="hold" nodeType="withEffect">
                  <p:stCondLst>
                    <p:cond delay="900"/>
                  </p:stCondLst>
                  <p:childTnLst>
                    <p:set>
                      <p:cBhvr>
                        <p:cTn dur="1" fill="hold">
                          <p:stCondLst>
                            <p:cond delay="0"/>
                          </p:stCondLst>
                        </p:cTn>
                        <p:tgtEl>
                          <p:spTgt spid="45"/>
                        </p:tgtEl>
                        <p:attrNameLst>
                          <p:attrName>style.visibility</p:attrName>
                        </p:attrNameLst>
                      </p:cBhvr>
                      <p:to>
                        <p:strVal val="visible"/>
                      </p:to>
                    </p:set>
                    <p:animEffect transition="in" filter="fade">
                      <p:cBhvr>
                        <p:cTn dur="250"/>
                        <p:tgtEl>
                          <p:spTgt spid="45"/>
                        </p:tgtEl>
                      </p:cBhvr>
                    </p:animEffect>
                  </p:childTnLst>
                </p:cTn>
              </p:par>
            </p:tnLst>
          </p:tmpl>
        </p:tmplLst>
      </p:bldP>
      <p:bldP spid="45" grpId="1"/>
      <p:bldP spid="44" grpId="0">
        <p:tmplLst>
          <p:tmpl>
            <p:tnLst>
              <p:par>
                <p:cTn presetID="10" presetClass="entr" presetSubtype="0" fill="hold" nodeType="withEffect">
                  <p:stCondLst>
                    <p:cond delay="1100"/>
                  </p:stCondLst>
                  <p:childTnLst>
                    <p:set>
                      <p:cBhvr>
                        <p:cTn dur="1" fill="hold">
                          <p:stCondLst>
                            <p:cond delay="0"/>
                          </p:stCondLst>
                        </p:cTn>
                        <p:tgtEl>
                          <p:spTgt spid="44"/>
                        </p:tgtEl>
                        <p:attrNameLst>
                          <p:attrName>style.visibility</p:attrName>
                        </p:attrNameLst>
                      </p:cBhvr>
                      <p:to>
                        <p:strVal val="visible"/>
                      </p:to>
                    </p:set>
                    <p:animEffect transition="in" filter="fade">
                      <p:cBhvr>
                        <p:cTn dur="250"/>
                        <p:tgtEl>
                          <p:spTgt spid="44"/>
                        </p:tgtEl>
                      </p:cBhvr>
                    </p:animEffect>
                  </p:childTnLst>
                </p:cTn>
              </p:par>
            </p:tnLst>
          </p:tmpl>
        </p:tmplLst>
      </p:bldP>
      <p:bldP spid="44" grpId="1"/>
      <p:bldP spid="43" grpId="0">
        <p:tmplLst>
          <p:tmpl>
            <p:tnLst>
              <p:par>
                <p:cTn presetID="10" presetClass="entr" presetSubtype="0" fill="hold" nodeType="withEffect">
                  <p:stCondLst>
                    <p:cond delay="1300"/>
                  </p:stCondLst>
                  <p:childTnLst>
                    <p:set>
                      <p:cBhvr>
                        <p:cTn dur="1" fill="hold">
                          <p:stCondLst>
                            <p:cond delay="0"/>
                          </p:stCondLst>
                        </p:cTn>
                        <p:tgtEl>
                          <p:spTgt spid="43"/>
                        </p:tgtEl>
                        <p:attrNameLst>
                          <p:attrName>style.visibility</p:attrName>
                        </p:attrNameLst>
                      </p:cBhvr>
                      <p:to>
                        <p:strVal val="visible"/>
                      </p:to>
                    </p:set>
                    <p:animEffect transition="in" filter="fade">
                      <p:cBhvr>
                        <p:cTn dur="250"/>
                        <p:tgtEl>
                          <p:spTgt spid="43"/>
                        </p:tgtEl>
                      </p:cBhvr>
                    </p:animEffect>
                  </p:childTnLst>
                </p:cTn>
              </p:par>
            </p:tnLst>
          </p:tmpl>
        </p:tmplLst>
      </p:bldP>
      <p:bldP spid="43" grpId="1"/>
      <p:bldP spid="42" grpId="0">
        <p:tmplLst>
          <p:tmpl>
            <p:tnLst>
              <p:par>
                <p:cTn presetID="10" presetClass="entr" presetSubtype="0" fill="hold" nodeType="withEffect">
                  <p:stCondLst>
                    <p:cond delay="1500"/>
                  </p:stCondLst>
                  <p:childTnLst>
                    <p:set>
                      <p:cBhvr>
                        <p:cTn dur="1" fill="hold">
                          <p:stCondLst>
                            <p:cond delay="0"/>
                          </p:stCondLst>
                        </p:cTn>
                        <p:tgtEl>
                          <p:spTgt spid="42"/>
                        </p:tgtEl>
                        <p:attrNameLst>
                          <p:attrName>style.visibility</p:attrName>
                        </p:attrNameLst>
                      </p:cBhvr>
                      <p:to>
                        <p:strVal val="visible"/>
                      </p:to>
                    </p:set>
                    <p:animEffect transition="in" filter="fade">
                      <p:cBhvr>
                        <p:cTn dur="250"/>
                        <p:tgtEl>
                          <p:spTgt spid="42"/>
                        </p:tgtEl>
                      </p:cBhvr>
                    </p:animEffect>
                  </p:childTnLst>
                </p:cTn>
              </p:par>
            </p:tnLst>
          </p:tmpl>
        </p:tmplLst>
      </p:bldP>
      <p:bldP spid="42" grpId="1"/>
      <p:bldP spid="31" grpId="0">
        <p:tmplLst>
          <p:tmpl>
            <p:tnLst>
              <p:par>
                <p:cTn presetID="10" presetClass="entr" presetSubtype="0" fill="hold" nodeType="withEffect">
                  <p:stCondLst>
                    <p:cond delay="500"/>
                  </p:stCondLst>
                  <p:childTnLst>
                    <p:set>
                      <p:cBhvr>
                        <p:cTn dur="1" fill="hold">
                          <p:stCondLst>
                            <p:cond delay="0"/>
                          </p:stCondLst>
                        </p:cTn>
                        <p:tgtEl>
                          <p:spTgt spid="31"/>
                        </p:tgtEl>
                        <p:attrNameLst>
                          <p:attrName>style.visibility</p:attrName>
                        </p:attrNameLst>
                      </p:cBhvr>
                      <p:to>
                        <p:strVal val="visible"/>
                      </p:to>
                    </p:set>
                    <p:animEffect transition="in" filter="fade">
                      <p:cBhvr>
                        <p:cTn dur="250"/>
                        <p:tgtEl>
                          <p:spTgt spid="31"/>
                        </p:tgtEl>
                      </p:cBhvr>
                    </p:animEffect>
                  </p:childTnLst>
                </p:cTn>
              </p:par>
            </p:tnLst>
          </p:tmpl>
        </p:tmplLst>
      </p:bldP>
      <p:bldP spid="31" grpId="1"/>
      <p:bldP spid="32" grpId="0">
        <p:tmplLst>
          <p:tmpl>
            <p:tnLst>
              <p:par>
                <p:cTn presetID="10" presetClass="entr" presetSubtype="0" fill="hold" nodeType="withEffect">
                  <p:stCondLst>
                    <p:cond delay="700"/>
                  </p:stCondLst>
                  <p:childTnLst>
                    <p:set>
                      <p:cBhvr>
                        <p:cTn dur="1" fill="hold">
                          <p:stCondLst>
                            <p:cond delay="0"/>
                          </p:stCondLst>
                        </p:cTn>
                        <p:tgtEl>
                          <p:spTgt spid="32"/>
                        </p:tgtEl>
                        <p:attrNameLst>
                          <p:attrName>style.visibility</p:attrName>
                        </p:attrNameLst>
                      </p:cBhvr>
                      <p:to>
                        <p:strVal val="visible"/>
                      </p:to>
                    </p:set>
                    <p:animEffect transition="in" filter="fade">
                      <p:cBhvr>
                        <p:cTn dur="250"/>
                        <p:tgtEl>
                          <p:spTgt spid="32"/>
                        </p:tgtEl>
                      </p:cBhvr>
                    </p:animEffect>
                  </p:childTnLst>
                </p:cTn>
              </p:par>
            </p:tnLst>
          </p:tmpl>
        </p:tmplLst>
      </p:bldP>
      <p:bldP spid="32" grpId="1"/>
      <p:bldP spid="33" grpId="0">
        <p:tmplLst>
          <p:tmpl>
            <p:tnLst>
              <p:par>
                <p:cTn presetID="10" presetClass="entr" presetSubtype="0" fill="hold" nodeType="withEffect">
                  <p:stCondLst>
                    <p:cond delay="900"/>
                  </p:stCondLst>
                  <p:childTnLst>
                    <p:set>
                      <p:cBhvr>
                        <p:cTn dur="1" fill="hold">
                          <p:stCondLst>
                            <p:cond delay="0"/>
                          </p:stCondLst>
                        </p:cTn>
                        <p:tgtEl>
                          <p:spTgt spid="33"/>
                        </p:tgtEl>
                        <p:attrNameLst>
                          <p:attrName>style.visibility</p:attrName>
                        </p:attrNameLst>
                      </p:cBhvr>
                      <p:to>
                        <p:strVal val="visible"/>
                      </p:to>
                    </p:set>
                    <p:animEffect transition="in" filter="fade">
                      <p:cBhvr>
                        <p:cTn dur="250"/>
                        <p:tgtEl>
                          <p:spTgt spid="33"/>
                        </p:tgtEl>
                      </p:cBhvr>
                    </p:animEffect>
                  </p:childTnLst>
                </p:cTn>
              </p:par>
            </p:tnLst>
          </p:tmpl>
        </p:tmplLst>
      </p:bldP>
      <p:bldP spid="33" grpId="1"/>
      <p:bldP spid="34" grpId="0">
        <p:tmplLst>
          <p:tmpl>
            <p:tnLst>
              <p:par>
                <p:cTn presetID="10" presetClass="entr" presetSubtype="0" fill="hold" nodeType="withEffect">
                  <p:stCondLst>
                    <p:cond delay="1100"/>
                  </p:stCondLst>
                  <p:childTnLst>
                    <p:set>
                      <p:cBhvr>
                        <p:cTn dur="1" fill="hold">
                          <p:stCondLst>
                            <p:cond delay="0"/>
                          </p:stCondLst>
                        </p:cTn>
                        <p:tgtEl>
                          <p:spTgt spid="34"/>
                        </p:tgtEl>
                        <p:attrNameLst>
                          <p:attrName>style.visibility</p:attrName>
                        </p:attrNameLst>
                      </p:cBhvr>
                      <p:to>
                        <p:strVal val="visible"/>
                      </p:to>
                    </p:set>
                    <p:animEffect transition="in" filter="fade">
                      <p:cBhvr>
                        <p:cTn dur="250"/>
                        <p:tgtEl>
                          <p:spTgt spid="34"/>
                        </p:tgtEl>
                      </p:cBhvr>
                    </p:animEffect>
                  </p:childTnLst>
                </p:cTn>
              </p:par>
            </p:tnLst>
          </p:tmpl>
        </p:tmplLst>
      </p:bldP>
      <p:bldP spid="34" grpId="1"/>
      <p:bldP spid="35" grpId="0">
        <p:tmplLst>
          <p:tmpl>
            <p:tnLst>
              <p:par>
                <p:cTn presetID="10" presetClass="entr" presetSubtype="0" fill="hold" nodeType="withEffect">
                  <p:stCondLst>
                    <p:cond delay="1300"/>
                  </p:stCondLst>
                  <p:childTnLst>
                    <p:set>
                      <p:cBhvr>
                        <p:cTn dur="1" fill="hold">
                          <p:stCondLst>
                            <p:cond delay="0"/>
                          </p:stCondLst>
                        </p:cTn>
                        <p:tgtEl>
                          <p:spTgt spid="35"/>
                        </p:tgtEl>
                        <p:attrNameLst>
                          <p:attrName>style.visibility</p:attrName>
                        </p:attrNameLst>
                      </p:cBhvr>
                      <p:to>
                        <p:strVal val="visible"/>
                      </p:to>
                    </p:set>
                    <p:animEffect transition="in" filter="fade">
                      <p:cBhvr>
                        <p:cTn dur="250"/>
                        <p:tgtEl>
                          <p:spTgt spid="35"/>
                        </p:tgtEl>
                      </p:cBhvr>
                    </p:animEffect>
                  </p:childTnLst>
                </p:cTn>
              </p:par>
            </p:tnLst>
          </p:tmpl>
        </p:tmplLst>
      </p:bldP>
      <p:bldP spid="35" grpId="1"/>
      <p:bldP spid="36" grpId="0">
        <p:tmplLst>
          <p:tmpl>
            <p:tnLst>
              <p:par>
                <p:cTn presetID="10" presetClass="entr" presetSubtype="0" fill="hold" nodeType="withEffect">
                  <p:stCondLst>
                    <p:cond delay="1500"/>
                  </p:stCondLst>
                  <p:childTnLst>
                    <p:set>
                      <p:cBhvr>
                        <p:cTn dur="1" fill="hold">
                          <p:stCondLst>
                            <p:cond delay="0"/>
                          </p:stCondLst>
                        </p:cTn>
                        <p:tgtEl>
                          <p:spTgt spid="36"/>
                        </p:tgtEl>
                        <p:attrNameLst>
                          <p:attrName>style.visibility</p:attrName>
                        </p:attrNameLst>
                      </p:cBhvr>
                      <p:to>
                        <p:strVal val="visible"/>
                      </p:to>
                    </p:set>
                    <p:animEffect transition="in" filter="fade">
                      <p:cBhvr>
                        <p:cTn dur="250"/>
                        <p:tgtEl>
                          <p:spTgt spid="36"/>
                        </p:tgtEl>
                      </p:cBhvr>
                    </p:animEffect>
                  </p:childTnLst>
                </p:cTn>
              </p:par>
            </p:tnLst>
          </p:tmpl>
        </p:tmplLst>
      </p:bldP>
      <p:bldP spid="36" grpId="1"/>
      <p:bldP spid="48" grpId="0" animBg="1">
        <p:tmplLst>
          <p:tmpl>
            <p:tnLst>
              <p:par>
                <p:cTn presetID="2" presetClass="entr" presetSubtype="2" decel="100000" fill="hold" nodeType="withEffect">
                  <p:stCondLst>
                    <p:cond delay="500"/>
                  </p:stCondLst>
                  <p:childTnLst>
                    <p:set>
                      <p:cBhvr>
                        <p:cTn dur="1" fill="hold">
                          <p:stCondLst>
                            <p:cond delay="0"/>
                          </p:stCondLst>
                        </p:cTn>
                        <p:tgtEl>
                          <p:spTgt spid="48"/>
                        </p:tgtEl>
                        <p:attrNameLst>
                          <p:attrName>style.visibility</p:attrName>
                        </p:attrNameLst>
                      </p:cBhvr>
                      <p:to>
                        <p:strVal val="visible"/>
                      </p:to>
                    </p:set>
                    <p:anim calcmode="lin" valueType="num">
                      <p:cBhvr additive="base">
                        <p:cTn dur="500" fill="hold"/>
                        <p:tgtEl>
                          <p:spTgt spid="48"/>
                        </p:tgtEl>
                        <p:attrNameLst>
                          <p:attrName>ppt_x</p:attrName>
                        </p:attrNameLst>
                      </p:cBhvr>
                      <p:tavLst>
                        <p:tav tm="0">
                          <p:val>
                            <p:strVal val="1+#ppt_w/2"/>
                          </p:val>
                        </p:tav>
                        <p:tav tm="100000">
                          <p:val>
                            <p:strVal val="#ppt_x"/>
                          </p:val>
                        </p:tav>
                      </p:tavLst>
                    </p:anim>
                    <p:anim calcmode="lin" valueType="num">
                      <p:cBhvr additive="base">
                        <p:cTn dur="500" fill="hold"/>
                        <p:tgtEl>
                          <p:spTgt spid="48"/>
                        </p:tgtEl>
                        <p:attrNameLst>
                          <p:attrName>ppt_y</p:attrName>
                        </p:attrNameLst>
                      </p:cBhvr>
                      <p:tavLst>
                        <p:tav tm="0">
                          <p:val>
                            <p:strVal val="#ppt_y"/>
                          </p:val>
                        </p:tav>
                        <p:tav tm="100000">
                          <p:val>
                            <p:strVal val="#ppt_y"/>
                          </p:val>
                        </p:tav>
                      </p:tavLst>
                    </p:anim>
                  </p:childTnLst>
                </p:cTn>
              </p:par>
            </p:tnLst>
          </p:tmpl>
        </p:tmplLst>
      </p:bldP>
      <p:bldP spid="49" grpId="0" animBg="1">
        <p:tmplLst>
          <p:tmpl>
            <p:tnLst>
              <p:par>
                <p:cTn presetID="2" presetClass="entr" presetSubtype="2" decel="100000" fill="hold" nodeType="withEffect">
                  <p:stCondLst>
                    <p:cond delay="700"/>
                  </p:stCondLst>
                  <p:childTnLst>
                    <p:set>
                      <p:cBhvr>
                        <p:cTn dur="1" fill="hold">
                          <p:stCondLst>
                            <p:cond delay="0"/>
                          </p:stCondLst>
                        </p:cTn>
                        <p:tgtEl>
                          <p:spTgt spid="49"/>
                        </p:tgtEl>
                        <p:attrNameLst>
                          <p:attrName>style.visibility</p:attrName>
                        </p:attrNameLst>
                      </p:cBhvr>
                      <p:to>
                        <p:strVal val="visible"/>
                      </p:to>
                    </p:set>
                    <p:anim calcmode="lin" valueType="num">
                      <p:cBhvr additive="base">
                        <p:cTn dur="500" fill="hold"/>
                        <p:tgtEl>
                          <p:spTgt spid="49"/>
                        </p:tgtEl>
                        <p:attrNameLst>
                          <p:attrName>ppt_x</p:attrName>
                        </p:attrNameLst>
                      </p:cBhvr>
                      <p:tavLst>
                        <p:tav tm="0">
                          <p:val>
                            <p:strVal val="1+#ppt_w/2"/>
                          </p:val>
                        </p:tav>
                        <p:tav tm="100000">
                          <p:val>
                            <p:strVal val="#ppt_x"/>
                          </p:val>
                        </p:tav>
                      </p:tavLst>
                    </p:anim>
                    <p:anim calcmode="lin" valueType="num">
                      <p:cBhvr additive="base">
                        <p:cTn dur="500" fill="hold"/>
                        <p:tgtEl>
                          <p:spTgt spid="49"/>
                        </p:tgtEl>
                        <p:attrNameLst>
                          <p:attrName>ppt_y</p:attrName>
                        </p:attrNameLst>
                      </p:cBhvr>
                      <p:tavLst>
                        <p:tav tm="0">
                          <p:val>
                            <p:strVal val="#ppt_y"/>
                          </p:val>
                        </p:tav>
                        <p:tav tm="100000">
                          <p:val>
                            <p:strVal val="#ppt_y"/>
                          </p:val>
                        </p:tav>
                      </p:tavLst>
                    </p:anim>
                  </p:childTnLst>
                </p:cTn>
              </p:par>
            </p:tnLst>
          </p:tmpl>
        </p:tmplLst>
      </p:bldP>
      <p:bldP spid="50" grpId="0" animBg="1">
        <p:tmplLst>
          <p:tmpl>
            <p:tnLst>
              <p:par>
                <p:cTn presetID="2" presetClass="entr" presetSubtype="2" decel="100000" fill="hold" nodeType="withEffect">
                  <p:stCondLst>
                    <p:cond delay="900"/>
                  </p:stCondLst>
                  <p:childTnLst>
                    <p:set>
                      <p:cBhvr>
                        <p:cTn dur="1" fill="hold">
                          <p:stCondLst>
                            <p:cond delay="0"/>
                          </p:stCondLst>
                        </p:cTn>
                        <p:tgtEl>
                          <p:spTgt spid="50"/>
                        </p:tgtEl>
                        <p:attrNameLst>
                          <p:attrName>style.visibility</p:attrName>
                        </p:attrNameLst>
                      </p:cBhvr>
                      <p:to>
                        <p:strVal val="visible"/>
                      </p:to>
                    </p:set>
                    <p:anim calcmode="lin" valueType="num">
                      <p:cBhvr additive="base">
                        <p:cTn dur="500" fill="hold"/>
                        <p:tgtEl>
                          <p:spTgt spid="50"/>
                        </p:tgtEl>
                        <p:attrNameLst>
                          <p:attrName>ppt_x</p:attrName>
                        </p:attrNameLst>
                      </p:cBhvr>
                      <p:tavLst>
                        <p:tav tm="0">
                          <p:val>
                            <p:strVal val="1+#ppt_w/2"/>
                          </p:val>
                        </p:tav>
                        <p:tav tm="100000">
                          <p:val>
                            <p:strVal val="#ppt_x"/>
                          </p:val>
                        </p:tav>
                      </p:tavLst>
                    </p:anim>
                    <p:anim calcmode="lin" valueType="num">
                      <p:cBhvr additive="base">
                        <p:cTn dur="500" fill="hold"/>
                        <p:tgtEl>
                          <p:spTgt spid="50"/>
                        </p:tgtEl>
                        <p:attrNameLst>
                          <p:attrName>ppt_y</p:attrName>
                        </p:attrNameLst>
                      </p:cBhvr>
                      <p:tavLst>
                        <p:tav tm="0">
                          <p:val>
                            <p:strVal val="#ppt_y"/>
                          </p:val>
                        </p:tav>
                        <p:tav tm="100000">
                          <p:val>
                            <p:strVal val="#ppt_y"/>
                          </p:val>
                        </p:tav>
                      </p:tavLst>
                    </p:anim>
                  </p:childTnLst>
                </p:cTn>
              </p:par>
            </p:tnLst>
          </p:tmpl>
        </p:tmplLst>
      </p:bldP>
      <p:bldP spid="51" grpId="0" animBg="1">
        <p:tmplLst>
          <p:tmpl>
            <p:tnLst>
              <p:par>
                <p:cTn presetID="2" presetClass="entr" presetSubtype="2" decel="100000" fill="hold" nodeType="withEffect">
                  <p:stCondLst>
                    <p:cond delay="1100"/>
                  </p:stCondLst>
                  <p:childTnLst>
                    <p:set>
                      <p:cBhvr>
                        <p:cTn dur="1" fill="hold">
                          <p:stCondLst>
                            <p:cond delay="0"/>
                          </p:stCondLst>
                        </p:cTn>
                        <p:tgtEl>
                          <p:spTgt spid="51"/>
                        </p:tgtEl>
                        <p:attrNameLst>
                          <p:attrName>style.visibility</p:attrName>
                        </p:attrNameLst>
                      </p:cBhvr>
                      <p:to>
                        <p:strVal val="visible"/>
                      </p:to>
                    </p:set>
                    <p:anim calcmode="lin" valueType="num">
                      <p:cBhvr additive="base">
                        <p:cTn dur="500" fill="hold"/>
                        <p:tgtEl>
                          <p:spTgt spid="51"/>
                        </p:tgtEl>
                        <p:attrNameLst>
                          <p:attrName>ppt_x</p:attrName>
                        </p:attrNameLst>
                      </p:cBhvr>
                      <p:tavLst>
                        <p:tav tm="0">
                          <p:val>
                            <p:strVal val="1+#ppt_w/2"/>
                          </p:val>
                        </p:tav>
                        <p:tav tm="100000">
                          <p:val>
                            <p:strVal val="#ppt_x"/>
                          </p:val>
                        </p:tav>
                      </p:tavLst>
                    </p:anim>
                    <p:anim calcmode="lin" valueType="num">
                      <p:cBhvr additive="base">
                        <p:cTn dur="500" fill="hold"/>
                        <p:tgtEl>
                          <p:spTgt spid="51"/>
                        </p:tgtEl>
                        <p:attrNameLst>
                          <p:attrName>ppt_y</p:attrName>
                        </p:attrNameLst>
                      </p:cBhvr>
                      <p:tavLst>
                        <p:tav tm="0">
                          <p:val>
                            <p:strVal val="#ppt_y"/>
                          </p:val>
                        </p:tav>
                        <p:tav tm="100000">
                          <p:val>
                            <p:strVal val="#ppt_y"/>
                          </p:val>
                        </p:tav>
                      </p:tavLst>
                    </p:anim>
                  </p:childTnLst>
                </p:cTn>
              </p:par>
            </p:tnLst>
          </p:tmpl>
        </p:tmplLst>
      </p:bldP>
      <p:bldP spid="52" grpId="0" animBg="1">
        <p:tmplLst>
          <p:tmpl>
            <p:tnLst>
              <p:par>
                <p:cTn presetID="2" presetClass="entr" presetSubtype="2" decel="100000" fill="hold" nodeType="withEffect">
                  <p:stCondLst>
                    <p:cond delay="1300"/>
                  </p:stCondLst>
                  <p:childTnLst>
                    <p:set>
                      <p:cBhvr>
                        <p:cTn dur="1" fill="hold">
                          <p:stCondLst>
                            <p:cond delay="0"/>
                          </p:stCondLst>
                        </p:cTn>
                        <p:tgtEl>
                          <p:spTgt spid="52"/>
                        </p:tgtEl>
                        <p:attrNameLst>
                          <p:attrName>style.visibility</p:attrName>
                        </p:attrNameLst>
                      </p:cBhvr>
                      <p:to>
                        <p:strVal val="visible"/>
                      </p:to>
                    </p:set>
                    <p:anim calcmode="lin" valueType="num">
                      <p:cBhvr additive="base">
                        <p:cTn dur="500" fill="hold"/>
                        <p:tgtEl>
                          <p:spTgt spid="52"/>
                        </p:tgtEl>
                        <p:attrNameLst>
                          <p:attrName>ppt_x</p:attrName>
                        </p:attrNameLst>
                      </p:cBhvr>
                      <p:tavLst>
                        <p:tav tm="0">
                          <p:val>
                            <p:strVal val="1+#ppt_w/2"/>
                          </p:val>
                        </p:tav>
                        <p:tav tm="100000">
                          <p:val>
                            <p:strVal val="#ppt_x"/>
                          </p:val>
                        </p:tav>
                      </p:tavLst>
                    </p:anim>
                    <p:anim calcmode="lin" valueType="num">
                      <p:cBhvr additive="base">
                        <p:cTn dur="500" fill="hold"/>
                        <p:tgtEl>
                          <p:spTgt spid="52"/>
                        </p:tgtEl>
                        <p:attrNameLst>
                          <p:attrName>ppt_y</p:attrName>
                        </p:attrNameLst>
                      </p:cBhvr>
                      <p:tavLst>
                        <p:tav tm="0">
                          <p:val>
                            <p:strVal val="#ppt_y"/>
                          </p:val>
                        </p:tav>
                        <p:tav tm="100000">
                          <p:val>
                            <p:strVal val="#ppt_y"/>
                          </p:val>
                        </p:tav>
                      </p:tavLst>
                    </p:anim>
                  </p:childTnLst>
                </p:cTn>
              </p:par>
            </p:tnLst>
          </p:tmpl>
        </p:tmplLst>
      </p:bldP>
      <p:bldP spid="53" grpId="0" animBg="1">
        <p:tmplLst>
          <p:tmpl>
            <p:tnLst>
              <p:par>
                <p:cTn presetID="2" presetClass="entr" presetSubtype="2" decel="100000" fill="hold" nodeType="withEffect">
                  <p:stCondLst>
                    <p:cond delay="1500"/>
                  </p:stCondLst>
                  <p:childTnLst>
                    <p:set>
                      <p:cBhvr>
                        <p:cTn dur="1" fill="hold">
                          <p:stCondLst>
                            <p:cond delay="0"/>
                          </p:stCondLst>
                        </p:cTn>
                        <p:tgtEl>
                          <p:spTgt spid="53"/>
                        </p:tgtEl>
                        <p:attrNameLst>
                          <p:attrName>style.visibility</p:attrName>
                        </p:attrNameLst>
                      </p:cBhvr>
                      <p:to>
                        <p:strVal val="visible"/>
                      </p:to>
                    </p:set>
                    <p:anim calcmode="lin" valueType="num">
                      <p:cBhvr additive="base">
                        <p:cTn dur="500" fill="hold"/>
                        <p:tgtEl>
                          <p:spTgt spid="53"/>
                        </p:tgtEl>
                        <p:attrNameLst>
                          <p:attrName>ppt_x</p:attrName>
                        </p:attrNameLst>
                      </p:cBhvr>
                      <p:tavLst>
                        <p:tav tm="0">
                          <p:val>
                            <p:strVal val="1+#ppt_w/2"/>
                          </p:val>
                        </p:tav>
                        <p:tav tm="100000">
                          <p:val>
                            <p:strVal val="#ppt_x"/>
                          </p:val>
                        </p:tav>
                      </p:tavLst>
                    </p:anim>
                    <p:anim calcmode="lin" valueType="num">
                      <p:cBhvr additive="base">
                        <p:cTn dur="500" fill="hold"/>
                        <p:tgtEl>
                          <p:spTgt spid="53"/>
                        </p:tgtEl>
                        <p:attrNameLst>
                          <p:attrName>ppt_y</p:attrName>
                        </p:attrNameLst>
                      </p:cBhvr>
                      <p:tavLst>
                        <p:tav tm="0">
                          <p:val>
                            <p:strVal val="#ppt_y"/>
                          </p:val>
                        </p:tav>
                        <p:tav tm="100000">
                          <p:val>
                            <p:strVal val="#ppt_y"/>
                          </p:val>
                        </p:tav>
                      </p:tavLst>
                    </p:anim>
                  </p:childTnLst>
                </p:cTn>
              </p:par>
            </p:tnLst>
          </p:tmpl>
        </p:tmplLst>
      </p:bldP>
      <p:bldP spid="54" grpId="0" animBg="1">
        <p:tmplLst>
          <p:tmpl>
            <p:tnLst>
              <p:par>
                <p:cTn presetID="2" presetClass="entr" presetSubtype="2" decel="100000" fill="hold" nodeType="withEffect">
                  <p:stCondLst>
                    <p:cond delay="1700"/>
                  </p:stCondLst>
                  <p:childTnLst>
                    <p:set>
                      <p:cBhvr>
                        <p:cTn dur="1" fill="hold">
                          <p:stCondLst>
                            <p:cond delay="0"/>
                          </p:stCondLst>
                        </p:cTn>
                        <p:tgtEl>
                          <p:spTgt spid="54"/>
                        </p:tgtEl>
                        <p:attrNameLst>
                          <p:attrName>style.visibility</p:attrName>
                        </p:attrNameLst>
                      </p:cBhvr>
                      <p:to>
                        <p:strVal val="visible"/>
                      </p:to>
                    </p:set>
                    <p:anim calcmode="lin" valueType="num">
                      <p:cBhvr additive="base">
                        <p:cTn dur="500" fill="hold"/>
                        <p:tgtEl>
                          <p:spTgt spid="54"/>
                        </p:tgtEl>
                        <p:attrNameLst>
                          <p:attrName>ppt_x</p:attrName>
                        </p:attrNameLst>
                      </p:cBhvr>
                      <p:tavLst>
                        <p:tav tm="0">
                          <p:val>
                            <p:strVal val="1+#ppt_w/2"/>
                          </p:val>
                        </p:tav>
                        <p:tav tm="100000">
                          <p:val>
                            <p:strVal val="#ppt_x"/>
                          </p:val>
                        </p:tav>
                      </p:tavLst>
                    </p:anim>
                    <p:anim calcmode="lin" valueType="num">
                      <p:cBhvr additive="base">
                        <p:cTn dur="500" fill="hold"/>
                        <p:tgtEl>
                          <p:spTgt spid="54"/>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Sub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6D5A5-FE3E-2160-684A-E6A98F62E9AC}"/>
              </a:ext>
            </a:extLst>
          </p:cNvPr>
          <p:cNvSpPr>
            <a:spLocks noGrp="1"/>
          </p:cNvSpPr>
          <p:nvPr>
            <p:ph type="title" hasCustomPrompt="1"/>
          </p:nvPr>
        </p:nvSpPr>
        <p:spPr>
          <a:xfrm>
            <a:off x="546100" y="365125"/>
            <a:ext cx="10495943" cy="777875"/>
          </a:xfrm>
        </p:spPr>
        <p:txBody>
          <a:bodyPr vert="horz" lIns="0" tIns="176400" rIns="0" bIns="0" rtlCol="0" anchor="t">
            <a:normAutofit/>
          </a:bodyPr>
          <a:lstStyle>
            <a:lvl1pPr>
              <a:defRPr lang="en-US" dirty="0"/>
            </a:lvl1pPr>
          </a:lstStyle>
          <a:p>
            <a:pPr lvl="0"/>
            <a:r>
              <a:rPr lang="en-US"/>
              <a:t>Click to Add Title, Use Font Size 28, Title Case</a:t>
            </a:r>
          </a:p>
        </p:txBody>
      </p:sp>
      <p:sp>
        <p:nvSpPr>
          <p:cNvPr id="11" name="Text Placeholder 10">
            <a:extLst>
              <a:ext uri="{FF2B5EF4-FFF2-40B4-BE49-F238E27FC236}">
                <a16:creationId xmlns:a16="http://schemas.microsoft.com/office/drawing/2014/main" id="{54D0CE95-89EC-95E6-2690-5F3F08272459}"/>
              </a:ext>
            </a:extLst>
          </p:cNvPr>
          <p:cNvSpPr>
            <a:spLocks noGrp="1"/>
          </p:cNvSpPr>
          <p:nvPr>
            <p:ph type="body" sz="quarter" idx="13" hasCustomPrompt="1"/>
          </p:nvPr>
        </p:nvSpPr>
        <p:spPr>
          <a:xfrm>
            <a:off x="546100" y="1143000"/>
            <a:ext cx="11099800" cy="381000"/>
          </a:xfrm>
        </p:spPr>
        <p:txBody>
          <a:bodyPr anchor="ctr">
            <a:normAutofit/>
          </a:bodyPr>
          <a:lstStyle>
            <a:lvl1pPr marL="0" indent="0">
              <a:buFontTx/>
              <a:buNone/>
              <a:defRPr sz="1800">
                <a:latin typeface="+mj-lt"/>
                <a:ea typeface="Verdana bold" panose="020B080403050404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add subtitle, use font size 18, sentence case</a:t>
            </a:r>
          </a:p>
        </p:txBody>
      </p:sp>
      <p:sp>
        <p:nvSpPr>
          <p:cNvPr id="4" name="Footer Placeholder 3">
            <a:extLst>
              <a:ext uri="{FF2B5EF4-FFF2-40B4-BE49-F238E27FC236}">
                <a16:creationId xmlns:a16="http://schemas.microsoft.com/office/drawing/2014/main" id="{A1322ED0-34DB-2CAB-894B-1E7907C3DE44}"/>
              </a:ext>
            </a:extLst>
          </p:cNvPr>
          <p:cNvSpPr>
            <a:spLocks noGrp="1"/>
          </p:cNvSpPr>
          <p:nvPr>
            <p:ph type="ftr" sz="quarter" idx="11"/>
          </p:nvPr>
        </p:nvSpPr>
        <p:spPr/>
        <p:txBody>
          <a:bodyPr/>
          <a:lstStyle/>
          <a:p>
            <a:pPr>
              <a:buClr>
                <a:schemeClr val="tx2"/>
              </a:buClr>
              <a:buSzPct val="120000"/>
              <a:buFont typeface="Verdana" panose="020F0502020204030204" pitchFamily="34" charset="0"/>
              <a:buNone/>
            </a:pPr>
            <a:endParaRPr lang="en-US"/>
          </a:p>
        </p:txBody>
      </p:sp>
      <p:sp>
        <p:nvSpPr>
          <p:cNvPr id="3" name="Date Placeholder 2">
            <a:extLst>
              <a:ext uri="{FF2B5EF4-FFF2-40B4-BE49-F238E27FC236}">
                <a16:creationId xmlns:a16="http://schemas.microsoft.com/office/drawing/2014/main" id="{9A538976-C93B-4F0C-AE4A-3BD284E76E3F}"/>
              </a:ext>
            </a:extLst>
          </p:cNvPr>
          <p:cNvSpPr>
            <a:spLocks noGrp="1"/>
          </p:cNvSpPr>
          <p:nvPr>
            <p:ph type="dt" sz="half" idx="10"/>
          </p:nvPr>
        </p:nvSpPr>
        <p:spPr/>
        <p:txBody>
          <a:bodyPr/>
          <a:lstStyle/>
          <a:p>
            <a:pPr algn="r">
              <a:buClr>
                <a:schemeClr val="tx2"/>
              </a:buClr>
              <a:buSzPct val="120000"/>
              <a:buFont typeface="Verdana" panose="020F0502020204030204" pitchFamily="34" charset="0"/>
              <a:buNone/>
            </a:pPr>
            <a:fld id="{7E41EA80-3ECC-4E9E-BDED-596FA76E9088}" type="datetimeFigureOut">
              <a:rPr lang="en-US" smtClean="0"/>
              <a:pPr algn="r">
                <a:buClr>
                  <a:schemeClr val="tx2"/>
                </a:buClr>
                <a:buSzPct val="120000"/>
                <a:buFont typeface="Verdana" panose="020F0502020204030204" pitchFamily="34" charset="0"/>
                <a:buNone/>
              </a:pPr>
              <a:t>1/14/2026</a:t>
            </a:fld>
            <a:endParaRPr lang="en-US"/>
          </a:p>
        </p:txBody>
      </p:sp>
      <p:sp>
        <p:nvSpPr>
          <p:cNvPr id="5" name="Slide Number Placeholder 4">
            <a:extLst>
              <a:ext uri="{FF2B5EF4-FFF2-40B4-BE49-F238E27FC236}">
                <a16:creationId xmlns:a16="http://schemas.microsoft.com/office/drawing/2014/main" id="{A9707CFC-F38E-4EE4-C6AD-B62650FA9507}"/>
              </a:ext>
            </a:extLst>
          </p:cNvPr>
          <p:cNvSpPr>
            <a:spLocks noGrp="1"/>
          </p:cNvSpPr>
          <p:nvPr>
            <p:ph type="sldNum" sz="quarter" idx="12"/>
          </p:nvPr>
        </p:nvSpPr>
        <p:spPr/>
        <p:txBody>
          <a:bodyPr vert="horz" wrap="square" lIns="0" tIns="0" rIns="0" bIns="0" rtlCol="0" anchor="b" anchorCtr="0">
            <a:spAutoFit/>
          </a:bodyPr>
          <a:lstStyle>
            <a:lvl1pPr>
              <a:defRPr lang="en-GB" smtClean="0"/>
            </a:lvl1pPr>
          </a:lstStyle>
          <a:p>
            <a:pPr>
              <a:buClr>
                <a:schemeClr val="tx2"/>
              </a:buClr>
              <a:buSzPct val="120000"/>
              <a:buFont typeface="Verdana" panose="020F0502020204030204" pitchFamily="34" charset="0"/>
              <a:buNone/>
            </a:pPr>
            <a:fld id="{68C08D16-C227-489D-8B10-B6EE065660A6}" type="slidenum">
              <a:rPr lang="en-GB" smtClean="0"/>
              <a:pPr>
                <a:buClr>
                  <a:schemeClr val="tx2"/>
                </a:buClr>
                <a:buSzPct val="120000"/>
                <a:buFont typeface="Verdana" panose="020F0502020204030204" pitchFamily="34" charset="0"/>
                <a:buNone/>
              </a:pPr>
              <a:t>‹#›</a:t>
            </a:fld>
            <a:endParaRPr lang="en-GB"/>
          </a:p>
        </p:txBody>
      </p:sp>
      <p:grpSp>
        <p:nvGrpSpPr>
          <p:cNvPr id="10" name="Group 9">
            <a:extLst>
              <a:ext uri="{FF2B5EF4-FFF2-40B4-BE49-F238E27FC236}">
                <a16:creationId xmlns:a16="http://schemas.microsoft.com/office/drawing/2014/main" id="{253B795D-038E-FCB0-E4CC-A4F000254CB9}"/>
              </a:ext>
              <a:ext uri="{C183D7F6-B498-43B3-948B-1728B52AA6E4}">
                <adec:decorative xmlns:adec="http://schemas.microsoft.com/office/drawing/2017/decorative" val="1"/>
              </a:ext>
            </a:extLst>
          </p:cNvPr>
          <p:cNvGrpSpPr>
            <a:grpSpLocks noChangeAspect="1"/>
          </p:cNvGrpSpPr>
          <p:nvPr userDrawn="1"/>
        </p:nvGrpSpPr>
        <p:grpSpPr bwMode="auto">
          <a:xfrm>
            <a:off x="11430001" y="476250"/>
            <a:ext cx="213430" cy="571500"/>
            <a:chOff x="4249" y="1683"/>
            <a:chExt cx="695" cy="1861"/>
          </a:xfrm>
          <a:solidFill>
            <a:schemeClr val="tx1"/>
          </a:solidFill>
        </p:grpSpPr>
        <p:sp>
          <p:nvSpPr>
            <p:cNvPr id="12" name="Freeform 5">
              <a:extLst>
                <a:ext uri="{FF2B5EF4-FFF2-40B4-BE49-F238E27FC236}">
                  <a16:creationId xmlns:a16="http://schemas.microsoft.com/office/drawing/2014/main" id="{336108CD-1162-1B9F-1CBA-B4006E88F105}"/>
                </a:ext>
              </a:extLst>
            </p:cNvPr>
            <p:cNvSpPr>
              <a:spLocks/>
            </p:cNvSpPr>
            <p:nvPr userDrawn="1"/>
          </p:nvSpPr>
          <p:spPr bwMode="auto">
            <a:xfrm>
              <a:off x="4249" y="1824"/>
              <a:ext cx="463" cy="1720"/>
            </a:xfrm>
            <a:custGeom>
              <a:avLst/>
              <a:gdLst>
                <a:gd name="T0" fmla="*/ 232 w 463"/>
                <a:gd name="T1" fmla="*/ 116 h 1720"/>
                <a:gd name="T2" fmla="*/ 0 w 463"/>
                <a:gd name="T3" fmla="*/ 0 h 1720"/>
                <a:gd name="T4" fmla="*/ 0 w 463"/>
                <a:gd name="T5" fmla="*/ 1487 h 1720"/>
                <a:gd name="T6" fmla="*/ 463 w 463"/>
                <a:gd name="T7" fmla="*/ 1720 h 1720"/>
                <a:gd name="T8" fmla="*/ 463 w 463"/>
                <a:gd name="T9" fmla="*/ 1463 h 1720"/>
                <a:gd name="T10" fmla="*/ 232 w 463"/>
                <a:gd name="T11" fmla="*/ 1346 h 1720"/>
                <a:gd name="T12" fmla="*/ 232 w 463"/>
                <a:gd name="T13" fmla="*/ 116 h 1720"/>
              </a:gdLst>
              <a:ahLst/>
              <a:cxnLst>
                <a:cxn ang="0">
                  <a:pos x="T0" y="T1"/>
                </a:cxn>
                <a:cxn ang="0">
                  <a:pos x="T2" y="T3"/>
                </a:cxn>
                <a:cxn ang="0">
                  <a:pos x="T4" y="T5"/>
                </a:cxn>
                <a:cxn ang="0">
                  <a:pos x="T6" y="T7"/>
                </a:cxn>
                <a:cxn ang="0">
                  <a:pos x="T8" y="T9"/>
                </a:cxn>
                <a:cxn ang="0">
                  <a:pos x="T10" y="T11"/>
                </a:cxn>
                <a:cxn ang="0">
                  <a:pos x="T12" y="T13"/>
                </a:cxn>
              </a:cxnLst>
              <a:rect l="0" t="0" r="r" b="b"/>
              <a:pathLst>
                <a:path w="463" h="1720">
                  <a:moveTo>
                    <a:pt x="232" y="116"/>
                  </a:moveTo>
                  <a:lnTo>
                    <a:pt x="0" y="0"/>
                  </a:lnTo>
                  <a:lnTo>
                    <a:pt x="0" y="1487"/>
                  </a:lnTo>
                  <a:lnTo>
                    <a:pt x="463" y="1720"/>
                  </a:lnTo>
                  <a:lnTo>
                    <a:pt x="463" y="1463"/>
                  </a:lnTo>
                  <a:lnTo>
                    <a:pt x="232" y="1346"/>
                  </a:lnTo>
                  <a:lnTo>
                    <a:pt x="232" y="11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F3541"/>
                </a:solidFill>
                <a:effectLst/>
                <a:uLnTx/>
                <a:uFillTx/>
                <a:latin typeface="Verdana" panose="020B0604030504040204" pitchFamily="34" charset="0"/>
              </a:endParaRPr>
            </a:p>
          </p:txBody>
        </p:sp>
        <p:sp>
          <p:nvSpPr>
            <p:cNvPr id="13" name="Freeform 6">
              <a:extLst>
                <a:ext uri="{FF2B5EF4-FFF2-40B4-BE49-F238E27FC236}">
                  <a16:creationId xmlns:a16="http://schemas.microsoft.com/office/drawing/2014/main" id="{0A7DE99E-5356-58A6-58BE-A8F3C57952BE}"/>
                </a:ext>
              </a:extLst>
            </p:cNvPr>
            <p:cNvSpPr>
              <a:spLocks/>
            </p:cNvSpPr>
            <p:nvPr userDrawn="1"/>
          </p:nvSpPr>
          <p:spPr bwMode="auto">
            <a:xfrm>
              <a:off x="4481" y="1683"/>
              <a:ext cx="463" cy="1720"/>
            </a:xfrm>
            <a:custGeom>
              <a:avLst/>
              <a:gdLst>
                <a:gd name="T0" fmla="*/ 231 w 463"/>
                <a:gd name="T1" fmla="*/ 1604 h 1720"/>
                <a:gd name="T2" fmla="*/ 463 w 463"/>
                <a:gd name="T3" fmla="*/ 1720 h 1720"/>
                <a:gd name="T4" fmla="*/ 463 w 463"/>
                <a:gd name="T5" fmla="*/ 233 h 1720"/>
                <a:gd name="T6" fmla="*/ 0 w 463"/>
                <a:gd name="T7" fmla="*/ 0 h 1720"/>
                <a:gd name="T8" fmla="*/ 0 w 463"/>
                <a:gd name="T9" fmla="*/ 257 h 1720"/>
                <a:gd name="T10" fmla="*/ 231 w 463"/>
                <a:gd name="T11" fmla="*/ 374 h 1720"/>
                <a:gd name="T12" fmla="*/ 231 w 463"/>
                <a:gd name="T13" fmla="*/ 1604 h 1720"/>
              </a:gdLst>
              <a:ahLst/>
              <a:cxnLst>
                <a:cxn ang="0">
                  <a:pos x="T0" y="T1"/>
                </a:cxn>
                <a:cxn ang="0">
                  <a:pos x="T2" y="T3"/>
                </a:cxn>
                <a:cxn ang="0">
                  <a:pos x="T4" y="T5"/>
                </a:cxn>
                <a:cxn ang="0">
                  <a:pos x="T6" y="T7"/>
                </a:cxn>
                <a:cxn ang="0">
                  <a:pos x="T8" y="T9"/>
                </a:cxn>
                <a:cxn ang="0">
                  <a:pos x="T10" y="T11"/>
                </a:cxn>
                <a:cxn ang="0">
                  <a:pos x="T12" y="T13"/>
                </a:cxn>
              </a:cxnLst>
              <a:rect l="0" t="0" r="r" b="b"/>
              <a:pathLst>
                <a:path w="463" h="1720">
                  <a:moveTo>
                    <a:pt x="231" y="1604"/>
                  </a:moveTo>
                  <a:lnTo>
                    <a:pt x="463" y="1720"/>
                  </a:lnTo>
                  <a:lnTo>
                    <a:pt x="463" y="233"/>
                  </a:lnTo>
                  <a:lnTo>
                    <a:pt x="0" y="0"/>
                  </a:lnTo>
                  <a:lnTo>
                    <a:pt x="0" y="257"/>
                  </a:lnTo>
                  <a:lnTo>
                    <a:pt x="231" y="374"/>
                  </a:lnTo>
                  <a:lnTo>
                    <a:pt x="231" y="1604"/>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F3541"/>
                </a:solidFill>
                <a:effectLst/>
                <a:uLnTx/>
                <a:uFillTx/>
                <a:latin typeface="Verdana" panose="020B0604030504040204" pitchFamily="34" charset="0"/>
              </a:endParaRPr>
            </a:p>
          </p:txBody>
        </p:sp>
      </p:grpSp>
    </p:spTree>
    <p:extLst>
      <p:ext uri="{BB962C8B-B14F-4D97-AF65-F5344CB8AC3E}">
        <p14:creationId xmlns:p14="http://schemas.microsoft.com/office/powerpoint/2010/main" val="31685263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A8432-F17A-0891-B39D-2FCAF0312B31}"/>
              </a:ext>
            </a:extLst>
          </p:cNvPr>
          <p:cNvSpPr>
            <a:spLocks noGrp="1"/>
          </p:cNvSpPr>
          <p:nvPr>
            <p:ph type="title" hasCustomPrompt="1"/>
          </p:nvPr>
        </p:nvSpPr>
        <p:spPr>
          <a:xfrm>
            <a:off x="546100" y="365125"/>
            <a:ext cx="10495943" cy="777875"/>
          </a:xfrm>
        </p:spPr>
        <p:txBody>
          <a:bodyPr tIns="176400" anchor="t" anchorCtr="0"/>
          <a:lstStyle/>
          <a:p>
            <a:r>
              <a:rPr lang="en-US"/>
              <a:t>Click to Add Title, Use Font Size 28, Title Case</a:t>
            </a:r>
          </a:p>
        </p:txBody>
      </p:sp>
      <p:sp>
        <p:nvSpPr>
          <p:cNvPr id="9" name="Text Placeholder 15">
            <a:extLst>
              <a:ext uri="{FF2B5EF4-FFF2-40B4-BE49-F238E27FC236}">
                <a16:creationId xmlns:a16="http://schemas.microsoft.com/office/drawing/2014/main" id="{108F7DFD-C55A-7C50-49C1-18FEBAA61E16}"/>
              </a:ext>
            </a:extLst>
          </p:cNvPr>
          <p:cNvSpPr>
            <a:spLocks noGrp="1"/>
          </p:cNvSpPr>
          <p:nvPr>
            <p:ph type="body" sz="quarter" idx="17" hasCustomPrompt="1"/>
          </p:nvPr>
        </p:nvSpPr>
        <p:spPr>
          <a:xfrm>
            <a:off x="546100" y="1143000"/>
            <a:ext cx="11099799" cy="381001"/>
          </a:xfrm>
        </p:spPr>
        <p:txBody>
          <a:bodyPr anchor="ctr">
            <a:normAutofit/>
          </a:bodyPr>
          <a:lstStyle>
            <a:lvl1pPr marL="0" indent="0">
              <a:buFontTx/>
              <a:buNone/>
              <a:defRPr sz="1800">
                <a:latin typeface="+mj-lt"/>
                <a:ea typeface="Verdana bold" panose="020B080403050404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marL="0" lvl="0" indent="0">
              <a:buFontTx/>
              <a:buNone/>
            </a:pPr>
            <a:r>
              <a:rPr lang="en-US"/>
              <a:t>Click to add subtitle, use font size 18, sentence case</a:t>
            </a:r>
          </a:p>
        </p:txBody>
      </p:sp>
      <p:sp>
        <p:nvSpPr>
          <p:cNvPr id="45" name="Content Placeholder 2">
            <a:extLst>
              <a:ext uri="{FF2B5EF4-FFF2-40B4-BE49-F238E27FC236}">
                <a16:creationId xmlns:a16="http://schemas.microsoft.com/office/drawing/2014/main" id="{5EB5D1D4-76C4-135C-702C-458E7E26FECC}"/>
              </a:ext>
            </a:extLst>
          </p:cNvPr>
          <p:cNvSpPr>
            <a:spLocks noGrp="1"/>
          </p:cNvSpPr>
          <p:nvPr>
            <p:ph sz="half" idx="10" hasCustomPrompt="1"/>
          </p:nvPr>
        </p:nvSpPr>
        <p:spPr>
          <a:xfrm>
            <a:off x="546100" y="1649413"/>
            <a:ext cx="2679700" cy="4637087"/>
          </a:xfrm>
        </p:spPr>
        <p:txBody>
          <a:bodyPr lIns="0" tIns="0" rIns="0" bIns="0">
            <a:normAutofit/>
          </a:bodyPr>
          <a:lstStyle>
            <a:lvl1pPr>
              <a:defRPr sz="1800"/>
            </a:lvl1pPr>
            <a:lvl2pPr>
              <a:defRPr sz="1400"/>
            </a:lvl2pPr>
            <a:lvl3pPr>
              <a:defRPr sz="1200"/>
            </a:lvl3pPr>
            <a:lvl4pPr>
              <a:defRPr sz="1100"/>
            </a:lvl4pPr>
            <a:lvl5pPr>
              <a:defRPr sz="1100"/>
            </a:lvl5pPr>
          </a:lstStyle>
          <a:p>
            <a:pPr lvl="0"/>
            <a:r>
              <a:rPr lang="en-US"/>
              <a:t xml:space="preserve">Click to add content. If you’re pasting from another location, please right-click and </a:t>
            </a:r>
            <a:br>
              <a:rPr lang="en-US"/>
            </a:br>
            <a:r>
              <a:rPr lang="en-US"/>
              <a:t xml:space="preserve">select the ‘Keep </a:t>
            </a:r>
            <a:br>
              <a:rPr lang="en-US"/>
            </a:br>
            <a:r>
              <a:rPr lang="en-US"/>
              <a:t>Text Only’ option.</a:t>
            </a:r>
          </a:p>
        </p:txBody>
      </p:sp>
      <p:sp>
        <p:nvSpPr>
          <p:cNvPr id="46" name="Content Placeholder 2">
            <a:extLst>
              <a:ext uri="{FF2B5EF4-FFF2-40B4-BE49-F238E27FC236}">
                <a16:creationId xmlns:a16="http://schemas.microsoft.com/office/drawing/2014/main" id="{0DC19C9A-F6D3-FF60-7DFA-8F060BA40F1D}"/>
              </a:ext>
            </a:extLst>
          </p:cNvPr>
          <p:cNvSpPr>
            <a:spLocks noGrp="1"/>
          </p:cNvSpPr>
          <p:nvPr>
            <p:ph sz="half" idx="11" hasCustomPrompt="1"/>
          </p:nvPr>
        </p:nvSpPr>
        <p:spPr>
          <a:xfrm>
            <a:off x="3352800" y="1649413"/>
            <a:ext cx="2679700" cy="4637087"/>
          </a:xfrm>
        </p:spPr>
        <p:txBody>
          <a:bodyPr lIns="0" tIns="0" rIns="0" bIns="0">
            <a:normAutofit/>
          </a:bodyPr>
          <a:lstStyle>
            <a:lvl1pPr>
              <a:defRPr sz="1800"/>
            </a:lvl1pPr>
            <a:lvl2pPr>
              <a:defRPr sz="1400"/>
            </a:lvl2pPr>
            <a:lvl3pPr>
              <a:defRPr sz="1200"/>
            </a:lvl3pPr>
            <a:lvl4pPr>
              <a:defRPr sz="1100"/>
            </a:lvl4pPr>
            <a:lvl5pPr>
              <a:defRPr sz="1100"/>
            </a:lvl5pPr>
          </a:lstStyle>
          <a:p>
            <a:pPr lvl="0"/>
            <a:r>
              <a:rPr lang="en-US"/>
              <a:t xml:space="preserve">Click to add content. If you’re pasting from another location, please right-click and </a:t>
            </a:r>
            <a:br>
              <a:rPr lang="en-US"/>
            </a:br>
            <a:r>
              <a:rPr lang="en-US"/>
              <a:t xml:space="preserve">select the ‘Keep </a:t>
            </a:r>
            <a:br>
              <a:rPr lang="en-US"/>
            </a:br>
            <a:r>
              <a:rPr lang="en-US"/>
              <a:t>Text Only’ option.</a:t>
            </a:r>
          </a:p>
        </p:txBody>
      </p:sp>
      <p:sp>
        <p:nvSpPr>
          <p:cNvPr id="47" name="Content Placeholder 3">
            <a:extLst>
              <a:ext uri="{FF2B5EF4-FFF2-40B4-BE49-F238E27FC236}">
                <a16:creationId xmlns:a16="http://schemas.microsoft.com/office/drawing/2014/main" id="{CDA20B33-282D-E1A8-107F-F67672993C71}"/>
              </a:ext>
            </a:extLst>
          </p:cNvPr>
          <p:cNvSpPr>
            <a:spLocks noGrp="1"/>
          </p:cNvSpPr>
          <p:nvPr>
            <p:ph sz="half" idx="12" hasCustomPrompt="1"/>
          </p:nvPr>
        </p:nvSpPr>
        <p:spPr>
          <a:xfrm>
            <a:off x="6159500" y="1649413"/>
            <a:ext cx="2679700" cy="4637087"/>
          </a:xfrm>
        </p:spPr>
        <p:txBody>
          <a:bodyPr lIns="0" tIns="0" rIns="0" bIns="0">
            <a:normAutofit/>
          </a:bodyPr>
          <a:lstStyle>
            <a:lvl1pPr>
              <a:defRPr sz="1800"/>
            </a:lvl1pPr>
            <a:lvl2pPr>
              <a:defRPr sz="1400"/>
            </a:lvl2pPr>
            <a:lvl3pPr>
              <a:defRPr sz="1200"/>
            </a:lvl3pPr>
            <a:lvl4pPr>
              <a:defRPr sz="1100"/>
            </a:lvl4pPr>
            <a:lvl5pPr>
              <a:defRPr sz="1100"/>
            </a:lvl5pPr>
          </a:lstStyle>
          <a:p>
            <a:pPr lvl="0"/>
            <a:r>
              <a:rPr lang="en-US"/>
              <a:t xml:space="preserve">Click to add content. If you’re pasting from another location, please right-click and </a:t>
            </a:r>
            <a:br>
              <a:rPr lang="en-US"/>
            </a:br>
            <a:r>
              <a:rPr lang="en-US"/>
              <a:t xml:space="preserve">select the ‘Keep </a:t>
            </a:r>
            <a:br>
              <a:rPr lang="en-US"/>
            </a:br>
            <a:r>
              <a:rPr lang="en-US"/>
              <a:t>Text Only’ option.</a:t>
            </a:r>
          </a:p>
        </p:txBody>
      </p:sp>
      <p:sp>
        <p:nvSpPr>
          <p:cNvPr id="48" name="Content Placeholder 3">
            <a:extLst>
              <a:ext uri="{FF2B5EF4-FFF2-40B4-BE49-F238E27FC236}">
                <a16:creationId xmlns:a16="http://schemas.microsoft.com/office/drawing/2014/main" id="{53C791ED-08CF-B7DA-7F4A-53CB1BEB2BF7}"/>
              </a:ext>
            </a:extLst>
          </p:cNvPr>
          <p:cNvSpPr>
            <a:spLocks noGrp="1"/>
          </p:cNvSpPr>
          <p:nvPr>
            <p:ph sz="half" idx="13" hasCustomPrompt="1"/>
          </p:nvPr>
        </p:nvSpPr>
        <p:spPr>
          <a:xfrm>
            <a:off x="8966199" y="1649413"/>
            <a:ext cx="2679701" cy="4637087"/>
          </a:xfrm>
        </p:spPr>
        <p:txBody>
          <a:bodyPr lIns="0" tIns="0" rIns="0" bIns="0">
            <a:normAutofit/>
          </a:bodyPr>
          <a:lstStyle>
            <a:lvl1pPr>
              <a:defRPr sz="1800"/>
            </a:lvl1pPr>
            <a:lvl2pPr>
              <a:defRPr sz="1400"/>
            </a:lvl2pPr>
            <a:lvl3pPr>
              <a:defRPr sz="1200"/>
            </a:lvl3pPr>
            <a:lvl4pPr>
              <a:defRPr sz="1100"/>
            </a:lvl4pPr>
            <a:lvl5pPr>
              <a:defRPr sz="1100"/>
            </a:lvl5pPr>
          </a:lstStyle>
          <a:p>
            <a:pPr lvl="0"/>
            <a:r>
              <a:rPr lang="en-US"/>
              <a:t xml:space="preserve">Click to add content. If you’re pasting from another location, please right-click and </a:t>
            </a:r>
            <a:br>
              <a:rPr lang="en-US"/>
            </a:br>
            <a:r>
              <a:rPr lang="en-US"/>
              <a:t xml:space="preserve">select the ‘Keep </a:t>
            </a:r>
            <a:br>
              <a:rPr lang="en-US"/>
            </a:br>
            <a:r>
              <a:rPr lang="en-US"/>
              <a:t>Text Only’ option.</a:t>
            </a:r>
          </a:p>
        </p:txBody>
      </p:sp>
      <p:grpSp>
        <p:nvGrpSpPr>
          <p:cNvPr id="5" name="Group 4">
            <a:extLst>
              <a:ext uri="{FF2B5EF4-FFF2-40B4-BE49-F238E27FC236}">
                <a16:creationId xmlns:a16="http://schemas.microsoft.com/office/drawing/2014/main" id="{253B795D-038E-FCB0-E4CC-A4F000254CB9}"/>
              </a:ext>
              <a:ext uri="{C183D7F6-B498-43B3-948B-1728B52AA6E4}">
                <adec:decorative xmlns:adec="http://schemas.microsoft.com/office/drawing/2017/decorative" val="1"/>
              </a:ext>
            </a:extLst>
          </p:cNvPr>
          <p:cNvGrpSpPr>
            <a:grpSpLocks noChangeAspect="1"/>
          </p:cNvGrpSpPr>
          <p:nvPr userDrawn="1"/>
        </p:nvGrpSpPr>
        <p:grpSpPr bwMode="auto">
          <a:xfrm>
            <a:off x="11430001" y="476250"/>
            <a:ext cx="213430" cy="571500"/>
            <a:chOff x="4249" y="1683"/>
            <a:chExt cx="695" cy="1861"/>
          </a:xfrm>
          <a:solidFill>
            <a:schemeClr val="tx1"/>
          </a:solidFill>
        </p:grpSpPr>
        <p:sp>
          <p:nvSpPr>
            <p:cNvPr id="6" name="Freeform 5">
              <a:extLst>
                <a:ext uri="{FF2B5EF4-FFF2-40B4-BE49-F238E27FC236}">
                  <a16:creationId xmlns:a16="http://schemas.microsoft.com/office/drawing/2014/main" id="{336108CD-1162-1B9F-1CBA-B4006E88F105}"/>
                </a:ext>
              </a:extLst>
            </p:cNvPr>
            <p:cNvSpPr>
              <a:spLocks/>
            </p:cNvSpPr>
            <p:nvPr userDrawn="1"/>
          </p:nvSpPr>
          <p:spPr bwMode="auto">
            <a:xfrm>
              <a:off x="4249" y="1824"/>
              <a:ext cx="463" cy="1720"/>
            </a:xfrm>
            <a:custGeom>
              <a:avLst/>
              <a:gdLst>
                <a:gd name="T0" fmla="*/ 232 w 463"/>
                <a:gd name="T1" fmla="*/ 116 h 1720"/>
                <a:gd name="T2" fmla="*/ 0 w 463"/>
                <a:gd name="T3" fmla="*/ 0 h 1720"/>
                <a:gd name="T4" fmla="*/ 0 w 463"/>
                <a:gd name="T5" fmla="*/ 1487 h 1720"/>
                <a:gd name="T6" fmla="*/ 463 w 463"/>
                <a:gd name="T7" fmla="*/ 1720 h 1720"/>
                <a:gd name="T8" fmla="*/ 463 w 463"/>
                <a:gd name="T9" fmla="*/ 1463 h 1720"/>
                <a:gd name="T10" fmla="*/ 232 w 463"/>
                <a:gd name="T11" fmla="*/ 1346 h 1720"/>
                <a:gd name="T12" fmla="*/ 232 w 463"/>
                <a:gd name="T13" fmla="*/ 116 h 1720"/>
              </a:gdLst>
              <a:ahLst/>
              <a:cxnLst>
                <a:cxn ang="0">
                  <a:pos x="T0" y="T1"/>
                </a:cxn>
                <a:cxn ang="0">
                  <a:pos x="T2" y="T3"/>
                </a:cxn>
                <a:cxn ang="0">
                  <a:pos x="T4" y="T5"/>
                </a:cxn>
                <a:cxn ang="0">
                  <a:pos x="T6" y="T7"/>
                </a:cxn>
                <a:cxn ang="0">
                  <a:pos x="T8" y="T9"/>
                </a:cxn>
                <a:cxn ang="0">
                  <a:pos x="T10" y="T11"/>
                </a:cxn>
                <a:cxn ang="0">
                  <a:pos x="T12" y="T13"/>
                </a:cxn>
              </a:cxnLst>
              <a:rect l="0" t="0" r="r" b="b"/>
              <a:pathLst>
                <a:path w="463" h="1720">
                  <a:moveTo>
                    <a:pt x="232" y="116"/>
                  </a:moveTo>
                  <a:lnTo>
                    <a:pt x="0" y="0"/>
                  </a:lnTo>
                  <a:lnTo>
                    <a:pt x="0" y="1487"/>
                  </a:lnTo>
                  <a:lnTo>
                    <a:pt x="463" y="1720"/>
                  </a:lnTo>
                  <a:lnTo>
                    <a:pt x="463" y="1463"/>
                  </a:lnTo>
                  <a:lnTo>
                    <a:pt x="232" y="1346"/>
                  </a:lnTo>
                  <a:lnTo>
                    <a:pt x="232" y="11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F3541"/>
                </a:solidFill>
                <a:effectLst/>
                <a:uLnTx/>
                <a:uFillTx/>
                <a:latin typeface="Verdana" panose="020B0604030504040204" pitchFamily="34" charset="0"/>
              </a:endParaRPr>
            </a:p>
          </p:txBody>
        </p:sp>
        <p:sp>
          <p:nvSpPr>
            <p:cNvPr id="7" name="Freeform 6">
              <a:extLst>
                <a:ext uri="{FF2B5EF4-FFF2-40B4-BE49-F238E27FC236}">
                  <a16:creationId xmlns:a16="http://schemas.microsoft.com/office/drawing/2014/main" id="{0A7DE99E-5356-58A6-58BE-A8F3C57952BE}"/>
                </a:ext>
              </a:extLst>
            </p:cNvPr>
            <p:cNvSpPr>
              <a:spLocks/>
            </p:cNvSpPr>
            <p:nvPr userDrawn="1"/>
          </p:nvSpPr>
          <p:spPr bwMode="auto">
            <a:xfrm>
              <a:off x="4481" y="1683"/>
              <a:ext cx="463" cy="1720"/>
            </a:xfrm>
            <a:custGeom>
              <a:avLst/>
              <a:gdLst>
                <a:gd name="T0" fmla="*/ 231 w 463"/>
                <a:gd name="T1" fmla="*/ 1604 h 1720"/>
                <a:gd name="T2" fmla="*/ 463 w 463"/>
                <a:gd name="T3" fmla="*/ 1720 h 1720"/>
                <a:gd name="T4" fmla="*/ 463 w 463"/>
                <a:gd name="T5" fmla="*/ 233 h 1720"/>
                <a:gd name="T6" fmla="*/ 0 w 463"/>
                <a:gd name="T7" fmla="*/ 0 h 1720"/>
                <a:gd name="T8" fmla="*/ 0 w 463"/>
                <a:gd name="T9" fmla="*/ 257 h 1720"/>
                <a:gd name="T10" fmla="*/ 231 w 463"/>
                <a:gd name="T11" fmla="*/ 374 h 1720"/>
                <a:gd name="T12" fmla="*/ 231 w 463"/>
                <a:gd name="T13" fmla="*/ 1604 h 1720"/>
              </a:gdLst>
              <a:ahLst/>
              <a:cxnLst>
                <a:cxn ang="0">
                  <a:pos x="T0" y="T1"/>
                </a:cxn>
                <a:cxn ang="0">
                  <a:pos x="T2" y="T3"/>
                </a:cxn>
                <a:cxn ang="0">
                  <a:pos x="T4" y="T5"/>
                </a:cxn>
                <a:cxn ang="0">
                  <a:pos x="T6" y="T7"/>
                </a:cxn>
                <a:cxn ang="0">
                  <a:pos x="T8" y="T9"/>
                </a:cxn>
                <a:cxn ang="0">
                  <a:pos x="T10" y="T11"/>
                </a:cxn>
                <a:cxn ang="0">
                  <a:pos x="T12" y="T13"/>
                </a:cxn>
              </a:cxnLst>
              <a:rect l="0" t="0" r="r" b="b"/>
              <a:pathLst>
                <a:path w="463" h="1720">
                  <a:moveTo>
                    <a:pt x="231" y="1604"/>
                  </a:moveTo>
                  <a:lnTo>
                    <a:pt x="463" y="1720"/>
                  </a:lnTo>
                  <a:lnTo>
                    <a:pt x="463" y="233"/>
                  </a:lnTo>
                  <a:lnTo>
                    <a:pt x="0" y="0"/>
                  </a:lnTo>
                  <a:lnTo>
                    <a:pt x="0" y="257"/>
                  </a:lnTo>
                  <a:lnTo>
                    <a:pt x="231" y="374"/>
                  </a:lnTo>
                  <a:lnTo>
                    <a:pt x="231" y="1604"/>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F3541"/>
                </a:solidFill>
                <a:effectLst/>
                <a:uLnTx/>
                <a:uFillTx/>
                <a:latin typeface="Verdana" panose="020B0604030504040204" pitchFamily="34" charset="0"/>
              </a:endParaRPr>
            </a:p>
          </p:txBody>
        </p:sp>
      </p:grpSp>
      <p:sp>
        <p:nvSpPr>
          <p:cNvPr id="4" name="Footer Placeholder 3">
            <a:extLst>
              <a:ext uri="{FF2B5EF4-FFF2-40B4-BE49-F238E27FC236}">
                <a16:creationId xmlns:a16="http://schemas.microsoft.com/office/drawing/2014/main" id="{712884DE-4818-51FE-42F0-5E3E0E26CC93}"/>
              </a:ext>
            </a:extLst>
          </p:cNvPr>
          <p:cNvSpPr>
            <a:spLocks noGrp="1"/>
          </p:cNvSpPr>
          <p:nvPr>
            <p:ph type="ftr" sz="quarter" idx="15"/>
          </p:nvPr>
        </p:nvSpPr>
        <p:spPr/>
        <p:txBody>
          <a:bodyPr/>
          <a:lstStyle/>
          <a:p>
            <a:pPr>
              <a:buClr>
                <a:schemeClr val="tx2"/>
              </a:buClr>
              <a:buSzPct val="120000"/>
              <a:buFont typeface="Verdana" panose="020F0502020204030204" pitchFamily="34" charset="0"/>
              <a:buNone/>
            </a:pPr>
            <a:endParaRPr lang="en-US"/>
          </a:p>
        </p:txBody>
      </p:sp>
      <p:sp>
        <p:nvSpPr>
          <p:cNvPr id="3" name="Date Placeholder 2">
            <a:extLst>
              <a:ext uri="{FF2B5EF4-FFF2-40B4-BE49-F238E27FC236}">
                <a16:creationId xmlns:a16="http://schemas.microsoft.com/office/drawing/2014/main" id="{D09F33CA-E4C6-74FC-102E-3E7170DCB4CF}"/>
              </a:ext>
            </a:extLst>
          </p:cNvPr>
          <p:cNvSpPr>
            <a:spLocks noGrp="1"/>
          </p:cNvSpPr>
          <p:nvPr>
            <p:ph type="dt" sz="half" idx="14"/>
          </p:nvPr>
        </p:nvSpPr>
        <p:spPr/>
        <p:txBody>
          <a:bodyPr/>
          <a:lstStyle/>
          <a:p>
            <a:pPr algn="r">
              <a:buClr>
                <a:schemeClr val="tx2"/>
              </a:buClr>
              <a:buSzPct val="120000"/>
              <a:buFont typeface="Verdana" panose="020F0502020204030204" pitchFamily="34" charset="0"/>
              <a:buNone/>
            </a:pPr>
            <a:fld id="{7E41EA80-3ECC-4E9E-BDED-596FA76E9088}" type="datetimeFigureOut">
              <a:rPr lang="en-US" smtClean="0"/>
              <a:pPr algn="r">
                <a:buClr>
                  <a:schemeClr val="tx2"/>
                </a:buClr>
                <a:buSzPct val="120000"/>
                <a:buFont typeface="Verdana" panose="020F0502020204030204" pitchFamily="34" charset="0"/>
                <a:buNone/>
              </a:pPr>
              <a:t>1/14/2026</a:t>
            </a:fld>
            <a:endParaRPr lang="en-US"/>
          </a:p>
        </p:txBody>
      </p:sp>
      <p:sp>
        <p:nvSpPr>
          <p:cNvPr id="8" name="Slide Number Placeholder 7">
            <a:extLst>
              <a:ext uri="{FF2B5EF4-FFF2-40B4-BE49-F238E27FC236}">
                <a16:creationId xmlns:a16="http://schemas.microsoft.com/office/drawing/2014/main" id="{C8984476-DB18-6EFC-CFFF-7DC3D02F44B9}"/>
              </a:ext>
            </a:extLst>
          </p:cNvPr>
          <p:cNvSpPr>
            <a:spLocks noGrp="1"/>
          </p:cNvSpPr>
          <p:nvPr>
            <p:ph type="sldNum" sz="quarter" idx="16"/>
          </p:nvPr>
        </p:nvSpPr>
        <p:spPr/>
        <p:txBody>
          <a:bodyPr vert="horz" wrap="square" lIns="0" tIns="0" rIns="0" bIns="0" rtlCol="0" anchor="b" anchorCtr="0">
            <a:spAutoFit/>
          </a:bodyPr>
          <a:lstStyle>
            <a:lvl1pPr>
              <a:defRPr lang="en-GB" smtClean="0"/>
            </a:lvl1pPr>
          </a:lstStyle>
          <a:p>
            <a:pPr>
              <a:buClr>
                <a:schemeClr val="tx2"/>
              </a:buClr>
              <a:buSzPct val="120000"/>
              <a:buFont typeface="Verdana" panose="020F0502020204030204" pitchFamily="34" charset="0"/>
              <a:buNone/>
            </a:pPr>
            <a:fld id="{68C08D16-C227-489D-8B10-B6EE065660A6}" type="slidenum">
              <a:rPr lang="en-GB" smtClean="0"/>
              <a:pPr>
                <a:buClr>
                  <a:schemeClr val="tx2"/>
                </a:buClr>
                <a:buSzPct val="120000"/>
                <a:buFont typeface="Verdana" panose="020F0502020204030204" pitchFamily="34" charset="0"/>
                <a:buNone/>
              </a:pPr>
              <a:t>‹#›</a:t>
            </a:fld>
            <a:endParaRPr lang="en-GB"/>
          </a:p>
        </p:txBody>
      </p:sp>
    </p:spTree>
    <p:extLst>
      <p:ext uri="{BB962C8B-B14F-4D97-AF65-F5344CB8AC3E}">
        <p14:creationId xmlns:p14="http://schemas.microsoft.com/office/powerpoint/2010/main" val="4163222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310410E3-2E05-8E15-231D-2E0A556225DD}"/>
              </a:ext>
            </a:extLst>
          </p:cNvPr>
          <p:cNvSpPr>
            <a:spLocks noGrp="1"/>
          </p:cNvSpPr>
          <p:nvPr>
            <p:ph type="body" sz="quarter" idx="28" hasCustomPrompt="1"/>
          </p:nvPr>
        </p:nvSpPr>
        <p:spPr>
          <a:xfrm>
            <a:off x="546100" y="1535054"/>
            <a:ext cx="5486400" cy="2306696"/>
          </a:xfrm>
        </p:spPr>
        <p:txBody>
          <a:bodyPr anchor="b">
            <a:normAutofit/>
          </a:bodyPr>
          <a:lstStyle>
            <a:lvl1pPr marL="0" indent="0">
              <a:buFontTx/>
              <a:buNone/>
              <a:defRPr sz="2000" b="1" i="0" baseline="0">
                <a:solidFill>
                  <a:schemeClr val="accent2"/>
                </a:solidFill>
                <a:latin typeface="+mj-lt"/>
              </a:defRPr>
            </a:lvl1pPr>
            <a:lvl2pPr marL="457200" indent="0">
              <a:buFontTx/>
              <a:buNone/>
              <a:defRPr>
                <a:solidFill>
                  <a:schemeClr val="accent2"/>
                </a:solidFill>
                <a:latin typeface="+mj-lt"/>
              </a:defRPr>
            </a:lvl2pPr>
            <a:lvl3pPr marL="914400" indent="0">
              <a:buFontTx/>
              <a:buNone/>
              <a:defRPr>
                <a:solidFill>
                  <a:schemeClr val="accent2"/>
                </a:solidFill>
                <a:latin typeface="+mj-lt"/>
              </a:defRPr>
            </a:lvl3pPr>
            <a:lvl4pPr marL="1371600" indent="0">
              <a:buFontTx/>
              <a:buNone/>
              <a:defRPr>
                <a:solidFill>
                  <a:schemeClr val="accent2"/>
                </a:solidFill>
                <a:latin typeface="+mj-lt"/>
              </a:defRPr>
            </a:lvl4pPr>
            <a:lvl5pPr marL="1828800" indent="0">
              <a:buFontTx/>
              <a:buNone/>
              <a:defRPr>
                <a:solidFill>
                  <a:schemeClr val="accent2"/>
                </a:solidFill>
                <a:latin typeface="+mj-lt"/>
              </a:defRPr>
            </a:lvl5pPr>
          </a:lstStyle>
          <a:p>
            <a:pPr lvl="0"/>
            <a:r>
              <a:rPr lang="en-US"/>
              <a:t>Click to add quote, use font size 20, sentence case</a:t>
            </a:r>
          </a:p>
        </p:txBody>
      </p:sp>
      <p:sp>
        <p:nvSpPr>
          <p:cNvPr id="13" name="Text Placeholder 13">
            <a:extLst>
              <a:ext uri="{FF2B5EF4-FFF2-40B4-BE49-F238E27FC236}">
                <a16:creationId xmlns:a16="http://schemas.microsoft.com/office/drawing/2014/main" id="{D9F86920-BC32-7706-32FF-8247600998B1}"/>
              </a:ext>
            </a:extLst>
          </p:cNvPr>
          <p:cNvSpPr>
            <a:spLocks noGrp="1"/>
          </p:cNvSpPr>
          <p:nvPr>
            <p:ph type="body" sz="quarter" idx="17" hasCustomPrompt="1"/>
          </p:nvPr>
        </p:nvSpPr>
        <p:spPr>
          <a:xfrm>
            <a:off x="546100" y="3967163"/>
            <a:ext cx="5486400" cy="383864"/>
          </a:xfrm>
        </p:spPr>
        <p:txBody>
          <a:bodyPr lIns="0" rIns="0" bIns="0" anchor="t" anchorCtr="0">
            <a:normAutofit/>
          </a:bodyPr>
          <a:lstStyle>
            <a:lvl1pPr marL="0" indent="0">
              <a:lnSpc>
                <a:spcPct val="100000"/>
              </a:lnSpc>
              <a:spcBef>
                <a:spcPts val="0"/>
              </a:spcBef>
              <a:buFont typeface="Verdana" panose="020B0602030504020204" pitchFamily="34" charset="0"/>
              <a:buNone/>
              <a:defRPr sz="2000" b="1" i="0" baseline="0">
                <a:solidFill>
                  <a:schemeClr val="tx1"/>
                </a:solidFill>
                <a:latin typeface="+mj-lt"/>
              </a:defRPr>
            </a:lvl1pPr>
            <a:lvl2pPr>
              <a:defRPr/>
            </a:lvl2pPr>
          </a:lstStyle>
          <a:p>
            <a:pPr lvl="0"/>
            <a:r>
              <a:rPr lang="en-US"/>
              <a:t>Add name here, Use Font Size 20</a:t>
            </a:r>
          </a:p>
        </p:txBody>
      </p:sp>
      <p:sp>
        <p:nvSpPr>
          <p:cNvPr id="20" name="Text Placeholder 19">
            <a:extLst>
              <a:ext uri="{FF2B5EF4-FFF2-40B4-BE49-F238E27FC236}">
                <a16:creationId xmlns:a16="http://schemas.microsoft.com/office/drawing/2014/main" id="{7EDF5267-6EC5-2B94-99C9-E08682F0328B}"/>
              </a:ext>
            </a:extLst>
          </p:cNvPr>
          <p:cNvSpPr>
            <a:spLocks noGrp="1"/>
          </p:cNvSpPr>
          <p:nvPr>
            <p:ph type="body" sz="quarter" idx="29" hasCustomPrompt="1"/>
          </p:nvPr>
        </p:nvSpPr>
        <p:spPr>
          <a:xfrm>
            <a:off x="546101" y="4477027"/>
            <a:ext cx="5486400" cy="1809474"/>
          </a:xfrm>
        </p:spPr>
        <p:txBody>
          <a:bodyPr>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Add Job Title Here, Use Font Size 16, Title Case</a:t>
            </a:r>
          </a:p>
        </p:txBody>
      </p:sp>
      <p:sp>
        <p:nvSpPr>
          <p:cNvPr id="15" name="Freeform: Shape 14">
            <a:extLst>
              <a:ext uri="{FF2B5EF4-FFF2-40B4-BE49-F238E27FC236}">
                <a16:creationId xmlns:a16="http://schemas.microsoft.com/office/drawing/2014/main" id="{3264C483-C645-5E7F-EFF5-992777882E9C}"/>
              </a:ext>
              <a:ext uri="{C183D7F6-B498-43B3-948B-1728B52AA6E4}">
                <adec:decorative xmlns:adec="http://schemas.microsoft.com/office/drawing/2017/decorative" val="1"/>
              </a:ext>
            </a:extLst>
          </p:cNvPr>
          <p:cNvSpPr>
            <a:spLocks noChangeAspect="1"/>
          </p:cNvSpPr>
          <p:nvPr userDrawn="1"/>
        </p:nvSpPr>
        <p:spPr>
          <a:xfrm>
            <a:off x="8842666" y="3266987"/>
            <a:ext cx="1152358" cy="2913134"/>
          </a:xfrm>
          <a:custGeom>
            <a:avLst/>
            <a:gdLst>
              <a:gd name="connsiteX0" fmla="*/ 0 w 1152358"/>
              <a:gd name="connsiteY0" fmla="*/ 0 h 2913134"/>
              <a:gd name="connsiteX1" fmla="*/ 1152358 w 1152358"/>
              <a:gd name="connsiteY1" fmla="*/ 571804 h 2913134"/>
              <a:gd name="connsiteX2" fmla="*/ 1152358 w 1152358"/>
              <a:gd name="connsiteY2" fmla="*/ 1450229 h 2913134"/>
              <a:gd name="connsiteX3" fmla="*/ 1152358 w 1152358"/>
              <a:gd name="connsiteY3" fmla="*/ 2913134 h 2913134"/>
              <a:gd name="connsiteX4" fmla="*/ 0 w 1152358"/>
              <a:gd name="connsiteY4" fmla="*/ 2341330 h 2913134"/>
              <a:gd name="connsiteX5" fmla="*/ 0 w 1152358"/>
              <a:gd name="connsiteY5" fmla="*/ 878425 h 2913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2358" h="2913134">
                <a:moveTo>
                  <a:pt x="0" y="0"/>
                </a:moveTo>
                <a:lnTo>
                  <a:pt x="1152358" y="571804"/>
                </a:lnTo>
                <a:lnTo>
                  <a:pt x="1152358" y="1450229"/>
                </a:lnTo>
                <a:lnTo>
                  <a:pt x="1152358" y="2913134"/>
                </a:lnTo>
                <a:lnTo>
                  <a:pt x="0" y="2341330"/>
                </a:lnTo>
                <a:lnTo>
                  <a:pt x="0" y="878425"/>
                </a:lnTo>
                <a:close/>
              </a:path>
            </a:pathLst>
          </a:custGeom>
          <a:noFill/>
          <a:ln w="19050" cap="flat">
            <a:gradFill flip="none" rotWithShape="1">
              <a:gsLst>
                <a:gs pos="0">
                  <a:schemeClr val="accent2">
                    <a:alpha val="80000"/>
                  </a:schemeClr>
                </a:gs>
                <a:gs pos="100000">
                  <a:schemeClr val="tx1">
                    <a:alpha val="17000"/>
                  </a:scheme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cap="none" spc="0" normalizeH="0" baseline="0" noProof="0">
              <a:ln>
                <a:noFill/>
              </a:ln>
              <a:solidFill>
                <a:srgbClr val="FFFFFF"/>
              </a:solidFill>
              <a:effectLst/>
              <a:uLnTx/>
              <a:uFillTx/>
              <a:latin typeface="Verdana" panose="020B0604030504040204" pitchFamily="34" charset="0"/>
            </a:endParaRPr>
          </a:p>
        </p:txBody>
      </p:sp>
      <p:sp>
        <p:nvSpPr>
          <p:cNvPr id="17" name="Freeform: Shape 16">
            <a:extLst>
              <a:ext uri="{FF2B5EF4-FFF2-40B4-BE49-F238E27FC236}">
                <a16:creationId xmlns:a16="http://schemas.microsoft.com/office/drawing/2014/main" id="{4CEE7642-7909-D90B-8143-34DAC95C223B}"/>
              </a:ext>
              <a:ext uri="{C183D7F6-B498-43B3-948B-1728B52AA6E4}">
                <adec:decorative xmlns:adec="http://schemas.microsoft.com/office/drawing/2017/decorative" val="1"/>
              </a:ext>
            </a:extLst>
          </p:cNvPr>
          <p:cNvSpPr/>
          <p:nvPr userDrawn="1"/>
        </p:nvSpPr>
        <p:spPr>
          <a:xfrm>
            <a:off x="10848618" y="1540541"/>
            <a:ext cx="792518" cy="2477701"/>
          </a:xfrm>
          <a:custGeom>
            <a:avLst/>
            <a:gdLst>
              <a:gd name="connsiteX0" fmla="*/ 0 w 792518"/>
              <a:gd name="connsiteY0" fmla="*/ 0 h 2477701"/>
              <a:gd name="connsiteX1" fmla="*/ 792518 w 792518"/>
              <a:gd name="connsiteY1" fmla="*/ 393250 h 2477701"/>
              <a:gd name="connsiteX2" fmla="*/ 792518 w 792518"/>
              <a:gd name="connsiteY2" fmla="*/ 2477701 h 2477701"/>
              <a:gd name="connsiteX3" fmla="*/ 0 w 792518"/>
              <a:gd name="connsiteY3" fmla="*/ 2084451 h 2477701"/>
            </a:gdLst>
            <a:ahLst/>
            <a:cxnLst>
              <a:cxn ang="0">
                <a:pos x="connsiteX0" y="connsiteY0"/>
              </a:cxn>
              <a:cxn ang="0">
                <a:pos x="connsiteX1" y="connsiteY1"/>
              </a:cxn>
              <a:cxn ang="0">
                <a:pos x="connsiteX2" y="connsiteY2"/>
              </a:cxn>
              <a:cxn ang="0">
                <a:pos x="connsiteX3" y="connsiteY3"/>
              </a:cxn>
            </a:cxnLst>
            <a:rect l="l" t="t" r="r" b="b"/>
            <a:pathLst>
              <a:path w="792518" h="2477701">
                <a:moveTo>
                  <a:pt x="0" y="0"/>
                </a:moveTo>
                <a:lnTo>
                  <a:pt x="792518" y="393250"/>
                </a:lnTo>
                <a:lnTo>
                  <a:pt x="792518" y="2477701"/>
                </a:lnTo>
                <a:lnTo>
                  <a:pt x="0" y="2084451"/>
                </a:lnTo>
                <a:close/>
              </a:path>
            </a:pathLst>
          </a:custGeom>
          <a:gradFill>
            <a:gsLst>
              <a:gs pos="100000">
                <a:srgbClr val="2F2A95">
                  <a:lumMod val="96000"/>
                  <a:alpha val="90000"/>
                </a:srgbClr>
              </a:gs>
              <a:gs pos="0">
                <a:srgbClr val="92C0E9"/>
              </a:gs>
            </a:gsLst>
            <a:lin ang="6900000" scaled="0"/>
          </a:gradFill>
          <a:ln w="19050" cap="flat">
            <a:gradFill flip="none" rotWithShape="1">
              <a:gsLst>
                <a:gs pos="0">
                  <a:srgbClr val="92C0E9"/>
                </a:gs>
                <a:gs pos="100000">
                  <a:srgbClr val="2F2A95"/>
                </a:gs>
              </a:gsLst>
              <a:lin ang="5400000" scaled="1"/>
              <a:tileRect/>
            </a:gradFill>
            <a:prstDash val="solid"/>
            <a:miter/>
          </a:ln>
          <a:effectLst>
            <a:outerShdw blurRad="190500" algn="ctr" rotWithShape="0">
              <a:prstClr val="black">
                <a:alpha val="25000"/>
              </a:prstClr>
            </a:outerShdw>
          </a:effectLst>
        </p:spPr>
        <p:txBody>
          <a:bodyPr rtlCol="0" anchor="ctr"/>
          <a:lstStyle/>
          <a:p>
            <a:pPr marR="0" lvl="0" indent="0" defTabSz="2665918" fontAlgn="auto">
              <a:lnSpc>
                <a:spcPct val="100000"/>
              </a:lnSpc>
              <a:spcBef>
                <a:spcPts val="2918"/>
              </a:spcBef>
              <a:spcAft>
                <a:spcPts val="0"/>
              </a:spcAft>
              <a:buClr>
                <a:srgbClr val="F2F2F2"/>
              </a:buClr>
              <a:buSzTx/>
              <a:buFontTx/>
              <a:tabLst/>
            </a:pPr>
            <a:endParaRPr kumimoji="0" lang="en-US" sz="100"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4" name="Freeform: Shape 3">
            <a:extLst>
              <a:ext uri="{FF2B5EF4-FFF2-40B4-BE49-F238E27FC236}">
                <a16:creationId xmlns:a16="http://schemas.microsoft.com/office/drawing/2014/main" id="{CD96B6EE-7991-F35C-13AF-6C1E27A6CF0A}"/>
              </a:ext>
              <a:ext uri="{C183D7F6-B498-43B3-948B-1728B52AA6E4}">
                <adec:decorative xmlns:adec="http://schemas.microsoft.com/office/drawing/2017/decorative" val="1"/>
              </a:ext>
            </a:extLst>
          </p:cNvPr>
          <p:cNvSpPr>
            <a:spLocks noChangeAspect="1"/>
          </p:cNvSpPr>
          <p:nvPr userDrawn="1"/>
        </p:nvSpPr>
        <p:spPr>
          <a:xfrm>
            <a:off x="9489573" y="863906"/>
            <a:ext cx="1152358" cy="2913134"/>
          </a:xfrm>
          <a:custGeom>
            <a:avLst/>
            <a:gdLst>
              <a:gd name="connsiteX0" fmla="*/ 0 w 1152358"/>
              <a:gd name="connsiteY0" fmla="*/ 0 h 2913134"/>
              <a:gd name="connsiteX1" fmla="*/ 1152358 w 1152358"/>
              <a:gd name="connsiteY1" fmla="*/ 571804 h 2913134"/>
              <a:gd name="connsiteX2" fmla="*/ 1152358 w 1152358"/>
              <a:gd name="connsiteY2" fmla="*/ 1450229 h 2913134"/>
              <a:gd name="connsiteX3" fmla="*/ 1152358 w 1152358"/>
              <a:gd name="connsiteY3" fmla="*/ 2913134 h 2913134"/>
              <a:gd name="connsiteX4" fmla="*/ 0 w 1152358"/>
              <a:gd name="connsiteY4" fmla="*/ 2341330 h 2913134"/>
              <a:gd name="connsiteX5" fmla="*/ 0 w 1152358"/>
              <a:gd name="connsiteY5" fmla="*/ 878425 h 2913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2358" h="2913134">
                <a:moveTo>
                  <a:pt x="0" y="0"/>
                </a:moveTo>
                <a:lnTo>
                  <a:pt x="1152358" y="571804"/>
                </a:lnTo>
                <a:lnTo>
                  <a:pt x="1152358" y="1450229"/>
                </a:lnTo>
                <a:lnTo>
                  <a:pt x="1152358" y="2913134"/>
                </a:lnTo>
                <a:lnTo>
                  <a:pt x="0" y="2341330"/>
                </a:lnTo>
                <a:lnTo>
                  <a:pt x="0" y="878425"/>
                </a:lnTo>
                <a:close/>
              </a:path>
            </a:pathLst>
          </a:custGeom>
          <a:noFill/>
          <a:ln w="19050" cap="flat">
            <a:gradFill flip="none" rotWithShape="1">
              <a:gsLst>
                <a:gs pos="0">
                  <a:schemeClr val="accent2">
                    <a:alpha val="80000"/>
                  </a:schemeClr>
                </a:gs>
                <a:gs pos="100000">
                  <a:schemeClr val="tx1">
                    <a:alpha val="17000"/>
                  </a:scheme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cap="none" spc="0" normalizeH="0" baseline="0" noProof="0">
              <a:ln>
                <a:noFill/>
              </a:ln>
              <a:solidFill>
                <a:srgbClr val="FFFFFF"/>
              </a:solidFill>
              <a:effectLst/>
              <a:uLnTx/>
              <a:uFillTx/>
              <a:latin typeface="Verdana" panose="020B0604030504040204" pitchFamily="34" charset="0"/>
            </a:endParaRPr>
          </a:p>
        </p:txBody>
      </p:sp>
      <p:sp>
        <p:nvSpPr>
          <p:cNvPr id="6" name="Freeform: Shape 5">
            <a:extLst>
              <a:ext uri="{FF2B5EF4-FFF2-40B4-BE49-F238E27FC236}">
                <a16:creationId xmlns:a16="http://schemas.microsoft.com/office/drawing/2014/main" id="{B3B1E8CF-D9BE-4C10-89CD-694F1CB68760}"/>
              </a:ext>
              <a:ext uri="{C183D7F6-B498-43B3-948B-1728B52AA6E4}">
                <adec:decorative xmlns:adec="http://schemas.microsoft.com/office/drawing/2017/decorative" val="1"/>
              </a:ext>
            </a:extLst>
          </p:cNvPr>
          <p:cNvSpPr>
            <a:spLocks noChangeAspect="1"/>
          </p:cNvSpPr>
          <p:nvPr userDrawn="1"/>
        </p:nvSpPr>
        <p:spPr>
          <a:xfrm>
            <a:off x="7055203" y="1894579"/>
            <a:ext cx="594266" cy="2252051"/>
          </a:xfrm>
          <a:custGeom>
            <a:avLst/>
            <a:gdLst>
              <a:gd name="connsiteX0" fmla="*/ 0 w 594266"/>
              <a:gd name="connsiteY0" fmla="*/ 0 h 2252051"/>
              <a:gd name="connsiteX1" fmla="*/ 594266 w 594266"/>
              <a:gd name="connsiteY1" fmla="*/ 294877 h 2252051"/>
              <a:gd name="connsiteX2" fmla="*/ 594266 w 594266"/>
              <a:gd name="connsiteY2" fmla="*/ 747877 h 2252051"/>
              <a:gd name="connsiteX3" fmla="*/ 594266 w 594266"/>
              <a:gd name="connsiteY3" fmla="*/ 1799051 h 2252051"/>
              <a:gd name="connsiteX4" fmla="*/ 594266 w 594266"/>
              <a:gd name="connsiteY4" fmla="*/ 2252051 h 2252051"/>
              <a:gd name="connsiteX5" fmla="*/ 0 w 594266"/>
              <a:gd name="connsiteY5" fmla="*/ 1957174 h 2252051"/>
              <a:gd name="connsiteX6" fmla="*/ 0 w 594266"/>
              <a:gd name="connsiteY6" fmla="*/ 1504174 h 2252051"/>
              <a:gd name="connsiteX7" fmla="*/ 0 w 594266"/>
              <a:gd name="connsiteY7" fmla="*/ 453000 h 2252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4266" h="2252051">
                <a:moveTo>
                  <a:pt x="0" y="0"/>
                </a:moveTo>
                <a:lnTo>
                  <a:pt x="594266" y="294877"/>
                </a:lnTo>
                <a:lnTo>
                  <a:pt x="594266" y="747877"/>
                </a:lnTo>
                <a:lnTo>
                  <a:pt x="594266" y="1799051"/>
                </a:lnTo>
                <a:lnTo>
                  <a:pt x="594266" y="2252051"/>
                </a:lnTo>
                <a:lnTo>
                  <a:pt x="0" y="1957174"/>
                </a:lnTo>
                <a:lnTo>
                  <a:pt x="0" y="1504174"/>
                </a:lnTo>
                <a:lnTo>
                  <a:pt x="0" y="453000"/>
                </a:lnTo>
                <a:close/>
              </a:path>
            </a:pathLst>
          </a:custGeom>
          <a:noFill/>
          <a:ln w="19050" cap="flat">
            <a:gradFill flip="none" rotWithShape="1">
              <a:gsLst>
                <a:gs pos="0">
                  <a:schemeClr val="accent2">
                    <a:alpha val="80000"/>
                  </a:schemeClr>
                </a:gs>
                <a:gs pos="100000">
                  <a:schemeClr val="tx1">
                    <a:alpha val="17000"/>
                  </a:scheme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cap="none" spc="0" normalizeH="0" baseline="0" noProof="0">
              <a:ln>
                <a:noFill/>
              </a:ln>
              <a:solidFill>
                <a:srgbClr val="FFFFFF"/>
              </a:solidFill>
              <a:effectLst/>
              <a:uLnTx/>
              <a:uFillTx/>
              <a:latin typeface="Verdana" panose="020B0604030504040204" pitchFamily="34" charset="0"/>
            </a:endParaRPr>
          </a:p>
        </p:txBody>
      </p:sp>
      <p:sp>
        <p:nvSpPr>
          <p:cNvPr id="16" name="Freeform: Shape 15">
            <a:extLst>
              <a:ext uri="{FF2B5EF4-FFF2-40B4-BE49-F238E27FC236}">
                <a16:creationId xmlns:a16="http://schemas.microsoft.com/office/drawing/2014/main" id="{11D382A5-D297-2172-10D7-B3211F5D2DCB}"/>
              </a:ext>
              <a:ext uri="{C183D7F6-B498-43B3-948B-1728B52AA6E4}">
                <adec:decorative xmlns:adec="http://schemas.microsoft.com/office/drawing/2017/decorative" val="1"/>
              </a:ext>
            </a:extLst>
          </p:cNvPr>
          <p:cNvSpPr>
            <a:spLocks noChangeAspect="1"/>
          </p:cNvSpPr>
          <p:nvPr userDrawn="1"/>
        </p:nvSpPr>
        <p:spPr>
          <a:xfrm>
            <a:off x="6566109" y="3282189"/>
            <a:ext cx="280587" cy="1063324"/>
          </a:xfrm>
          <a:custGeom>
            <a:avLst/>
            <a:gdLst>
              <a:gd name="connsiteX0" fmla="*/ 0 w 594266"/>
              <a:gd name="connsiteY0" fmla="*/ 0 h 2252051"/>
              <a:gd name="connsiteX1" fmla="*/ 594266 w 594266"/>
              <a:gd name="connsiteY1" fmla="*/ 294877 h 2252051"/>
              <a:gd name="connsiteX2" fmla="*/ 594266 w 594266"/>
              <a:gd name="connsiteY2" fmla="*/ 747877 h 2252051"/>
              <a:gd name="connsiteX3" fmla="*/ 594266 w 594266"/>
              <a:gd name="connsiteY3" fmla="*/ 1799051 h 2252051"/>
              <a:gd name="connsiteX4" fmla="*/ 594266 w 594266"/>
              <a:gd name="connsiteY4" fmla="*/ 2252051 h 2252051"/>
              <a:gd name="connsiteX5" fmla="*/ 0 w 594266"/>
              <a:gd name="connsiteY5" fmla="*/ 1957174 h 2252051"/>
              <a:gd name="connsiteX6" fmla="*/ 0 w 594266"/>
              <a:gd name="connsiteY6" fmla="*/ 1504174 h 2252051"/>
              <a:gd name="connsiteX7" fmla="*/ 0 w 594266"/>
              <a:gd name="connsiteY7" fmla="*/ 453000 h 2252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4266" h="2252051">
                <a:moveTo>
                  <a:pt x="0" y="0"/>
                </a:moveTo>
                <a:lnTo>
                  <a:pt x="594266" y="294877"/>
                </a:lnTo>
                <a:lnTo>
                  <a:pt x="594266" y="747877"/>
                </a:lnTo>
                <a:lnTo>
                  <a:pt x="594266" y="1799051"/>
                </a:lnTo>
                <a:lnTo>
                  <a:pt x="594266" y="2252051"/>
                </a:lnTo>
                <a:lnTo>
                  <a:pt x="0" y="1957174"/>
                </a:lnTo>
                <a:lnTo>
                  <a:pt x="0" y="1504174"/>
                </a:lnTo>
                <a:lnTo>
                  <a:pt x="0" y="453000"/>
                </a:lnTo>
                <a:close/>
              </a:path>
            </a:pathLst>
          </a:custGeom>
          <a:noFill/>
          <a:ln w="19050" cap="flat">
            <a:gradFill flip="none" rotWithShape="1">
              <a:gsLst>
                <a:gs pos="0">
                  <a:schemeClr val="accent2">
                    <a:alpha val="80000"/>
                  </a:schemeClr>
                </a:gs>
                <a:gs pos="100000">
                  <a:schemeClr val="tx1">
                    <a:alpha val="17000"/>
                  </a:scheme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cap="none" spc="0" normalizeH="0" baseline="0" noProof="0">
              <a:ln>
                <a:noFill/>
              </a:ln>
              <a:solidFill>
                <a:srgbClr val="FFFFFF"/>
              </a:solidFill>
              <a:effectLst/>
              <a:uLnTx/>
              <a:uFillTx/>
              <a:latin typeface="Verdana" panose="020B0604030504040204" pitchFamily="34" charset="0"/>
            </a:endParaRPr>
          </a:p>
        </p:txBody>
      </p:sp>
      <p:sp>
        <p:nvSpPr>
          <p:cNvPr id="22" name="Picture Placeholder 21">
            <a:extLst>
              <a:ext uri="{FF2B5EF4-FFF2-40B4-BE49-F238E27FC236}">
                <a16:creationId xmlns:a16="http://schemas.microsoft.com/office/drawing/2014/main" id="{A2F6D961-F6BB-6F53-6225-FC3F5E6FEE81}"/>
              </a:ext>
            </a:extLst>
          </p:cNvPr>
          <p:cNvSpPr>
            <a:spLocks noGrp="1"/>
          </p:cNvSpPr>
          <p:nvPr>
            <p:ph type="pic" sz="quarter" idx="30" hasCustomPrompt="1"/>
          </p:nvPr>
        </p:nvSpPr>
        <p:spPr>
          <a:xfrm>
            <a:off x="8105039" y="1915436"/>
            <a:ext cx="3005021" cy="3027128"/>
          </a:xfrm>
          <a:prstGeom prst="ellipse">
            <a:avLst/>
          </a:prstGeom>
          <a:solidFill>
            <a:schemeClr val="bg2"/>
          </a:solidFill>
          <a:effectLst>
            <a:outerShdw blurRad="254000" algn="ctr" rotWithShape="0">
              <a:prstClr val="black">
                <a:alpha val="20000"/>
              </a:prstClr>
            </a:outerShdw>
          </a:effectLst>
        </p:spPr>
        <p:txBody>
          <a:bodyPr lIns="108000" rIns="72000" anchor="ctr">
            <a:normAutofit/>
          </a:bodyPr>
          <a:lstStyle>
            <a:lvl1pPr marL="0" indent="0" algn="ctr">
              <a:buFontTx/>
              <a:buNone/>
              <a:defRPr sz="1200"/>
            </a:lvl1pPr>
          </a:lstStyle>
          <a:p>
            <a:r>
              <a:rPr lang="en-US"/>
              <a:t>Click the icon to add an image. To scale or reposition the image in the frame, use the ‘Crop’</a:t>
            </a:r>
            <a:br>
              <a:rPr lang="en-US"/>
            </a:br>
            <a:br>
              <a:rPr lang="en-US"/>
            </a:br>
            <a:br>
              <a:rPr lang="en-US"/>
            </a:br>
            <a:br>
              <a:rPr lang="en-US"/>
            </a:br>
            <a:r>
              <a:rPr lang="en-US"/>
              <a:t xml:space="preserve"> options in the ‘Picture Format’ tab. Right-click on image to add or edit alt text.</a:t>
            </a:r>
          </a:p>
          <a:p>
            <a:endParaRPr lang="en-US"/>
          </a:p>
        </p:txBody>
      </p:sp>
      <p:sp>
        <p:nvSpPr>
          <p:cNvPr id="31" name="Freeform: Shape 30">
            <a:extLst>
              <a:ext uri="{FF2B5EF4-FFF2-40B4-BE49-F238E27FC236}">
                <a16:creationId xmlns:a16="http://schemas.microsoft.com/office/drawing/2014/main" id="{BD6EEFFD-7435-4311-196A-430BFF7DA7DF}"/>
              </a:ext>
              <a:ext uri="{C183D7F6-B498-43B3-948B-1728B52AA6E4}">
                <adec:decorative xmlns:adec="http://schemas.microsoft.com/office/drawing/2017/decorative" val="1"/>
              </a:ext>
            </a:extLst>
          </p:cNvPr>
          <p:cNvSpPr/>
          <p:nvPr userDrawn="1"/>
        </p:nvSpPr>
        <p:spPr>
          <a:xfrm>
            <a:off x="550863" y="387350"/>
            <a:ext cx="594266" cy="1470543"/>
          </a:xfrm>
          <a:custGeom>
            <a:avLst/>
            <a:gdLst>
              <a:gd name="connsiteX0" fmla="*/ 0 w 594266"/>
              <a:gd name="connsiteY0" fmla="*/ 0 h 1470543"/>
              <a:gd name="connsiteX1" fmla="*/ 594266 w 594266"/>
              <a:gd name="connsiteY1" fmla="*/ 294877 h 1470543"/>
              <a:gd name="connsiteX2" fmla="*/ 594266 w 594266"/>
              <a:gd name="connsiteY2" fmla="*/ 1470543 h 1470543"/>
              <a:gd name="connsiteX3" fmla="*/ 0 w 594266"/>
              <a:gd name="connsiteY3" fmla="*/ 1175666 h 1470543"/>
            </a:gdLst>
            <a:ahLst/>
            <a:cxnLst>
              <a:cxn ang="0">
                <a:pos x="connsiteX0" y="connsiteY0"/>
              </a:cxn>
              <a:cxn ang="0">
                <a:pos x="connsiteX1" y="connsiteY1"/>
              </a:cxn>
              <a:cxn ang="0">
                <a:pos x="connsiteX2" y="connsiteY2"/>
              </a:cxn>
              <a:cxn ang="0">
                <a:pos x="connsiteX3" y="connsiteY3"/>
              </a:cxn>
            </a:cxnLst>
            <a:rect l="l" t="t" r="r" b="b"/>
            <a:pathLst>
              <a:path w="594266" h="1470543">
                <a:moveTo>
                  <a:pt x="0" y="0"/>
                </a:moveTo>
                <a:lnTo>
                  <a:pt x="594266" y="294877"/>
                </a:lnTo>
                <a:lnTo>
                  <a:pt x="594266" y="1470543"/>
                </a:lnTo>
                <a:lnTo>
                  <a:pt x="0" y="1175666"/>
                </a:lnTo>
                <a:close/>
              </a:path>
            </a:pathLst>
          </a:custGeom>
          <a:noFill/>
          <a:ln w="19050" cap="flat">
            <a:gradFill flip="none" rotWithShape="1">
              <a:gsLst>
                <a:gs pos="0">
                  <a:srgbClr val="FFFFFF"/>
                </a:gs>
                <a:gs pos="100000">
                  <a:srgbClr val="92C0E9"/>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100000"/>
              </a:lnSpc>
              <a:spcBef>
                <a:spcPts val="2918"/>
              </a:spcBef>
              <a:spcAft>
                <a:spcPts val="0"/>
              </a:spcAft>
              <a:buClr>
                <a:srgbClr val="F2F2F2"/>
              </a:buClr>
              <a:buSzTx/>
              <a:buFontTx/>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30" name="Freeform: Shape 29">
            <a:extLst>
              <a:ext uri="{FF2B5EF4-FFF2-40B4-BE49-F238E27FC236}">
                <a16:creationId xmlns:a16="http://schemas.microsoft.com/office/drawing/2014/main" id="{825A9052-56DE-4C67-C703-CF35646503B9}"/>
              </a:ext>
              <a:ext uri="{C183D7F6-B498-43B3-948B-1728B52AA6E4}">
                <adec:decorative xmlns:adec="http://schemas.microsoft.com/office/drawing/2017/decorative" val="1"/>
              </a:ext>
            </a:extLst>
          </p:cNvPr>
          <p:cNvSpPr/>
          <p:nvPr userDrawn="1"/>
        </p:nvSpPr>
        <p:spPr>
          <a:xfrm>
            <a:off x="1312863" y="387350"/>
            <a:ext cx="594266" cy="1470543"/>
          </a:xfrm>
          <a:custGeom>
            <a:avLst/>
            <a:gdLst>
              <a:gd name="connsiteX0" fmla="*/ 0 w 594266"/>
              <a:gd name="connsiteY0" fmla="*/ 0 h 1470543"/>
              <a:gd name="connsiteX1" fmla="*/ 594266 w 594266"/>
              <a:gd name="connsiteY1" fmla="*/ 294877 h 1470543"/>
              <a:gd name="connsiteX2" fmla="*/ 594266 w 594266"/>
              <a:gd name="connsiteY2" fmla="*/ 1470543 h 1470543"/>
              <a:gd name="connsiteX3" fmla="*/ 0 w 594266"/>
              <a:gd name="connsiteY3" fmla="*/ 1175666 h 1470543"/>
            </a:gdLst>
            <a:ahLst/>
            <a:cxnLst>
              <a:cxn ang="0">
                <a:pos x="connsiteX0" y="connsiteY0"/>
              </a:cxn>
              <a:cxn ang="0">
                <a:pos x="connsiteX1" y="connsiteY1"/>
              </a:cxn>
              <a:cxn ang="0">
                <a:pos x="connsiteX2" y="connsiteY2"/>
              </a:cxn>
              <a:cxn ang="0">
                <a:pos x="connsiteX3" y="connsiteY3"/>
              </a:cxn>
            </a:cxnLst>
            <a:rect l="l" t="t" r="r" b="b"/>
            <a:pathLst>
              <a:path w="594266" h="1470543">
                <a:moveTo>
                  <a:pt x="0" y="0"/>
                </a:moveTo>
                <a:lnTo>
                  <a:pt x="594266" y="294877"/>
                </a:lnTo>
                <a:lnTo>
                  <a:pt x="594266" y="1470543"/>
                </a:lnTo>
                <a:lnTo>
                  <a:pt x="0" y="1175666"/>
                </a:lnTo>
                <a:close/>
              </a:path>
            </a:pathLst>
          </a:custGeom>
          <a:noFill/>
          <a:ln w="19050" cap="flat">
            <a:gradFill flip="none" rotWithShape="1">
              <a:gsLst>
                <a:gs pos="0">
                  <a:srgbClr val="FFFFFF"/>
                </a:gs>
                <a:gs pos="100000">
                  <a:srgbClr val="92C0E9"/>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100000"/>
              </a:lnSpc>
              <a:spcBef>
                <a:spcPts val="2918"/>
              </a:spcBef>
              <a:spcAft>
                <a:spcPts val="0"/>
              </a:spcAft>
              <a:buClr>
                <a:srgbClr val="F2F2F2"/>
              </a:buClr>
              <a:buSzTx/>
              <a:buFontTx/>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5" name="Text Placeholder 4">
            <a:extLst>
              <a:ext uri="{FF2B5EF4-FFF2-40B4-BE49-F238E27FC236}">
                <a16:creationId xmlns:a16="http://schemas.microsoft.com/office/drawing/2014/main" id="{091277C5-B8F9-C666-5D6D-A5A7C28FD83F}"/>
              </a:ext>
              <a:ext uri="{C183D7F6-B498-43B3-948B-1728B52AA6E4}">
                <adec:decorative xmlns:adec="http://schemas.microsoft.com/office/drawing/2017/decorative" val="1"/>
              </a:ext>
            </a:extLst>
          </p:cNvPr>
          <p:cNvSpPr>
            <a:spLocks noGrp="1"/>
          </p:cNvSpPr>
          <p:nvPr>
            <p:ph type="body" sz="quarter" idx="23" hasCustomPrompt="1"/>
          </p:nvPr>
        </p:nvSpPr>
        <p:spPr>
          <a:xfrm>
            <a:off x="7841641" y="2997378"/>
            <a:ext cx="794338" cy="2505291"/>
          </a:xfrm>
          <a:custGeom>
            <a:avLst/>
            <a:gdLst>
              <a:gd name="connsiteX0" fmla="*/ 0 w 794338"/>
              <a:gd name="connsiteY0" fmla="*/ 0 h 2505291"/>
              <a:gd name="connsiteX1" fmla="*/ 794338 w 794338"/>
              <a:gd name="connsiteY1" fmla="*/ 394153 h 2505291"/>
              <a:gd name="connsiteX2" fmla="*/ 794338 w 794338"/>
              <a:gd name="connsiteY2" fmla="*/ 2505291 h 2505291"/>
              <a:gd name="connsiteX3" fmla="*/ 0 w 794338"/>
              <a:gd name="connsiteY3" fmla="*/ 2111138 h 2505291"/>
            </a:gdLst>
            <a:ahLst/>
            <a:cxnLst>
              <a:cxn ang="0">
                <a:pos x="connsiteX0" y="connsiteY0"/>
              </a:cxn>
              <a:cxn ang="0">
                <a:pos x="connsiteX1" y="connsiteY1"/>
              </a:cxn>
              <a:cxn ang="0">
                <a:pos x="connsiteX2" y="connsiteY2"/>
              </a:cxn>
              <a:cxn ang="0">
                <a:pos x="connsiteX3" y="connsiteY3"/>
              </a:cxn>
            </a:cxnLst>
            <a:rect l="l" t="t" r="r" b="b"/>
            <a:pathLst>
              <a:path w="794338" h="2505291">
                <a:moveTo>
                  <a:pt x="0" y="0"/>
                </a:moveTo>
                <a:lnTo>
                  <a:pt x="794338" y="394153"/>
                </a:lnTo>
                <a:lnTo>
                  <a:pt x="794338" y="2505291"/>
                </a:lnTo>
                <a:lnTo>
                  <a:pt x="0" y="2111138"/>
                </a:lnTo>
                <a:close/>
              </a:path>
            </a:pathLst>
          </a:custGeom>
          <a:gradFill flip="none" rotWithShape="1">
            <a:gsLst>
              <a:gs pos="0">
                <a:srgbClr val="78E3DE"/>
              </a:gs>
              <a:gs pos="100000">
                <a:srgbClr val="00B2A9">
                  <a:alpha val="90000"/>
                </a:srgbClr>
              </a:gs>
            </a:gsLst>
            <a:lin ang="6900000" scaled="0"/>
            <a:tileRect/>
          </a:gradFill>
          <a:ln w="19050" cap="flat">
            <a:gradFill>
              <a:gsLst>
                <a:gs pos="0">
                  <a:srgbClr val="00B2A9"/>
                </a:gs>
                <a:gs pos="100000">
                  <a:srgbClr val="00B2A9">
                    <a:lumMod val="50000"/>
                  </a:srgbClr>
                </a:gs>
              </a:gsLst>
              <a:lin ang="5400000" scaled="1"/>
            </a:gradFill>
            <a:prstDash val="solid"/>
            <a:miter/>
          </a:ln>
          <a:effectLst>
            <a:outerShdw blurRad="190500" algn="ctr" rotWithShape="0">
              <a:prstClr val="black">
                <a:alpha val="25000"/>
              </a:prstClr>
            </a:outerShdw>
          </a:effectLst>
        </p:spPr>
        <p:txBody>
          <a:bodyPr wrap="square" rtlCol="0" anchor="ctr">
            <a:noAutofit/>
          </a:bodyPr>
          <a:lstStyle>
            <a:lvl1pPr>
              <a:defRPr kumimoji="0" lang="en-US" sz="100" b="0" i="0" u="none" strike="noStrike" kern="0" cap="none" spc="0" normalizeH="0" baseline="0" dirty="0">
                <a:ln>
                  <a:noFill/>
                </a:ln>
                <a:solidFill>
                  <a:srgbClr val="FFFFFF">
                    <a:alpha val="0"/>
                  </a:srgbClr>
                </a:solidFill>
                <a:effectLst/>
                <a:uLnTx/>
                <a:uFillTx/>
              </a:defRPr>
            </a:lvl1pPr>
          </a:lstStyle>
          <a:p>
            <a:pPr marL="0" marR="0" lvl="0" indent="0" defTabSz="2665918" fontAlgn="auto">
              <a:spcBef>
                <a:spcPts val="2918"/>
              </a:spcBef>
              <a:spcAft>
                <a:spcPts val="0"/>
              </a:spcAft>
              <a:buClr>
                <a:srgbClr val="F2F2F2"/>
              </a:buClr>
              <a:buSzTx/>
              <a:buFontTx/>
              <a:buNone/>
              <a:tabLst/>
            </a:pPr>
            <a:r>
              <a:rPr lang="en-US"/>
              <a:t>cc</a:t>
            </a:r>
          </a:p>
        </p:txBody>
      </p:sp>
      <p:grpSp>
        <p:nvGrpSpPr>
          <p:cNvPr id="3" name="Group 4">
            <a:extLst>
              <a:ext uri="{FF2B5EF4-FFF2-40B4-BE49-F238E27FC236}">
                <a16:creationId xmlns:a16="http://schemas.microsoft.com/office/drawing/2014/main" id="{D4957B57-EDF2-25DE-1CE6-3781527D30C0}"/>
              </a:ext>
              <a:ext uri="{C183D7F6-B498-43B3-948B-1728B52AA6E4}">
                <adec:decorative xmlns:adec="http://schemas.microsoft.com/office/drawing/2017/decorative" val="1"/>
              </a:ext>
            </a:extLst>
          </p:cNvPr>
          <p:cNvGrpSpPr>
            <a:grpSpLocks noChangeAspect="1"/>
          </p:cNvGrpSpPr>
          <p:nvPr userDrawn="1"/>
        </p:nvGrpSpPr>
        <p:grpSpPr bwMode="auto">
          <a:xfrm>
            <a:off x="11430001" y="476250"/>
            <a:ext cx="213430" cy="571500"/>
            <a:chOff x="4249" y="1683"/>
            <a:chExt cx="695" cy="1861"/>
          </a:xfrm>
          <a:solidFill>
            <a:schemeClr val="tx1"/>
          </a:solidFill>
        </p:grpSpPr>
        <p:sp>
          <p:nvSpPr>
            <p:cNvPr id="7" name="Freeform 5">
              <a:extLst>
                <a:ext uri="{FF2B5EF4-FFF2-40B4-BE49-F238E27FC236}">
                  <a16:creationId xmlns:a16="http://schemas.microsoft.com/office/drawing/2014/main" id="{71C13550-37C6-2BBC-2A2B-F99CDB5E65F9}"/>
                </a:ext>
              </a:extLst>
            </p:cNvPr>
            <p:cNvSpPr>
              <a:spLocks/>
            </p:cNvSpPr>
            <p:nvPr userDrawn="1"/>
          </p:nvSpPr>
          <p:spPr bwMode="auto">
            <a:xfrm>
              <a:off x="4249" y="1824"/>
              <a:ext cx="463" cy="1720"/>
            </a:xfrm>
            <a:custGeom>
              <a:avLst/>
              <a:gdLst>
                <a:gd name="T0" fmla="*/ 232 w 463"/>
                <a:gd name="T1" fmla="*/ 116 h 1720"/>
                <a:gd name="T2" fmla="*/ 0 w 463"/>
                <a:gd name="T3" fmla="*/ 0 h 1720"/>
                <a:gd name="T4" fmla="*/ 0 w 463"/>
                <a:gd name="T5" fmla="*/ 1487 h 1720"/>
                <a:gd name="T6" fmla="*/ 463 w 463"/>
                <a:gd name="T7" fmla="*/ 1720 h 1720"/>
                <a:gd name="T8" fmla="*/ 463 w 463"/>
                <a:gd name="T9" fmla="*/ 1463 h 1720"/>
                <a:gd name="T10" fmla="*/ 232 w 463"/>
                <a:gd name="T11" fmla="*/ 1346 h 1720"/>
                <a:gd name="T12" fmla="*/ 232 w 463"/>
                <a:gd name="T13" fmla="*/ 116 h 1720"/>
              </a:gdLst>
              <a:ahLst/>
              <a:cxnLst>
                <a:cxn ang="0">
                  <a:pos x="T0" y="T1"/>
                </a:cxn>
                <a:cxn ang="0">
                  <a:pos x="T2" y="T3"/>
                </a:cxn>
                <a:cxn ang="0">
                  <a:pos x="T4" y="T5"/>
                </a:cxn>
                <a:cxn ang="0">
                  <a:pos x="T6" y="T7"/>
                </a:cxn>
                <a:cxn ang="0">
                  <a:pos x="T8" y="T9"/>
                </a:cxn>
                <a:cxn ang="0">
                  <a:pos x="T10" y="T11"/>
                </a:cxn>
                <a:cxn ang="0">
                  <a:pos x="T12" y="T13"/>
                </a:cxn>
              </a:cxnLst>
              <a:rect l="0" t="0" r="r" b="b"/>
              <a:pathLst>
                <a:path w="463" h="1720">
                  <a:moveTo>
                    <a:pt x="232" y="116"/>
                  </a:moveTo>
                  <a:lnTo>
                    <a:pt x="0" y="0"/>
                  </a:lnTo>
                  <a:lnTo>
                    <a:pt x="0" y="1487"/>
                  </a:lnTo>
                  <a:lnTo>
                    <a:pt x="463" y="1720"/>
                  </a:lnTo>
                  <a:lnTo>
                    <a:pt x="463" y="1463"/>
                  </a:lnTo>
                  <a:lnTo>
                    <a:pt x="232" y="1346"/>
                  </a:lnTo>
                  <a:lnTo>
                    <a:pt x="232" y="11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F3541"/>
                </a:solidFill>
                <a:effectLst/>
                <a:uLnTx/>
                <a:uFillTx/>
                <a:latin typeface="Verdana" panose="020B0604030504040204" pitchFamily="34" charset="0"/>
              </a:endParaRPr>
            </a:p>
          </p:txBody>
        </p:sp>
        <p:sp>
          <p:nvSpPr>
            <p:cNvPr id="8" name="Freeform 6">
              <a:extLst>
                <a:ext uri="{FF2B5EF4-FFF2-40B4-BE49-F238E27FC236}">
                  <a16:creationId xmlns:a16="http://schemas.microsoft.com/office/drawing/2014/main" id="{3EA53CC4-970B-4F45-D2C2-25F4A8480814}"/>
                </a:ext>
              </a:extLst>
            </p:cNvPr>
            <p:cNvSpPr>
              <a:spLocks/>
            </p:cNvSpPr>
            <p:nvPr userDrawn="1"/>
          </p:nvSpPr>
          <p:spPr bwMode="auto">
            <a:xfrm>
              <a:off x="4481" y="1683"/>
              <a:ext cx="463" cy="1720"/>
            </a:xfrm>
            <a:custGeom>
              <a:avLst/>
              <a:gdLst>
                <a:gd name="T0" fmla="*/ 231 w 463"/>
                <a:gd name="T1" fmla="*/ 1604 h 1720"/>
                <a:gd name="T2" fmla="*/ 463 w 463"/>
                <a:gd name="T3" fmla="*/ 1720 h 1720"/>
                <a:gd name="T4" fmla="*/ 463 w 463"/>
                <a:gd name="T5" fmla="*/ 233 h 1720"/>
                <a:gd name="T6" fmla="*/ 0 w 463"/>
                <a:gd name="T7" fmla="*/ 0 h 1720"/>
                <a:gd name="T8" fmla="*/ 0 w 463"/>
                <a:gd name="T9" fmla="*/ 257 h 1720"/>
                <a:gd name="T10" fmla="*/ 231 w 463"/>
                <a:gd name="T11" fmla="*/ 374 h 1720"/>
                <a:gd name="T12" fmla="*/ 231 w 463"/>
                <a:gd name="T13" fmla="*/ 1604 h 1720"/>
              </a:gdLst>
              <a:ahLst/>
              <a:cxnLst>
                <a:cxn ang="0">
                  <a:pos x="T0" y="T1"/>
                </a:cxn>
                <a:cxn ang="0">
                  <a:pos x="T2" y="T3"/>
                </a:cxn>
                <a:cxn ang="0">
                  <a:pos x="T4" y="T5"/>
                </a:cxn>
                <a:cxn ang="0">
                  <a:pos x="T6" y="T7"/>
                </a:cxn>
                <a:cxn ang="0">
                  <a:pos x="T8" y="T9"/>
                </a:cxn>
                <a:cxn ang="0">
                  <a:pos x="T10" y="T11"/>
                </a:cxn>
                <a:cxn ang="0">
                  <a:pos x="T12" y="T13"/>
                </a:cxn>
              </a:cxnLst>
              <a:rect l="0" t="0" r="r" b="b"/>
              <a:pathLst>
                <a:path w="463" h="1720">
                  <a:moveTo>
                    <a:pt x="231" y="1604"/>
                  </a:moveTo>
                  <a:lnTo>
                    <a:pt x="463" y="1720"/>
                  </a:lnTo>
                  <a:lnTo>
                    <a:pt x="463" y="233"/>
                  </a:lnTo>
                  <a:lnTo>
                    <a:pt x="0" y="0"/>
                  </a:lnTo>
                  <a:lnTo>
                    <a:pt x="0" y="257"/>
                  </a:lnTo>
                  <a:lnTo>
                    <a:pt x="231" y="374"/>
                  </a:lnTo>
                  <a:lnTo>
                    <a:pt x="231" y="1604"/>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F3541"/>
                </a:solidFill>
                <a:effectLst/>
                <a:uLnTx/>
                <a:uFillTx/>
                <a:latin typeface="Verdana" panose="020B0604030504040204" pitchFamily="34" charset="0"/>
              </a:endParaRPr>
            </a:p>
          </p:txBody>
        </p:sp>
      </p:grpSp>
      <p:sp>
        <p:nvSpPr>
          <p:cNvPr id="10" name="Footer Placeholder 9">
            <a:extLst>
              <a:ext uri="{FF2B5EF4-FFF2-40B4-BE49-F238E27FC236}">
                <a16:creationId xmlns:a16="http://schemas.microsoft.com/office/drawing/2014/main" id="{E073E30D-1AE7-4F81-1DDA-772C67B40AE5}"/>
              </a:ext>
            </a:extLst>
          </p:cNvPr>
          <p:cNvSpPr>
            <a:spLocks noGrp="1"/>
          </p:cNvSpPr>
          <p:nvPr>
            <p:ph type="ftr" sz="quarter" idx="26"/>
          </p:nvPr>
        </p:nvSpPr>
        <p:spPr/>
        <p:txBody>
          <a:bodyPr/>
          <a:lstStyle/>
          <a:p>
            <a:pPr>
              <a:buClr>
                <a:schemeClr val="tx2"/>
              </a:buClr>
              <a:buSzPct val="120000"/>
              <a:buFont typeface="Verdana" panose="020F0502020204030204" pitchFamily="34" charset="0"/>
              <a:buNone/>
            </a:pPr>
            <a:endParaRPr lang="en-US"/>
          </a:p>
        </p:txBody>
      </p:sp>
      <p:sp>
        <p:nvSpPr>
          <p:cNvPr id="2" name="Date Placeholder 1">
            <a:extLst>
              <a:ext uri="{FF2B5EF4-FFF2-40B4-BE49-F238E27FC236}">
                <a16:creationId xmlns:a16="http://schemas.microsoft.com/office/drawing/2014/main" id="{C2A9A9BC-90C2-C963-3FC8-FA400A67F5A4}"/>
              </a:ext>
            </a:extLst>
          </p:cNvPr>
          <p:cNvSpPr>
            <a:spLocks noGrp="1"/>
          </p:cNvSpPr>
          <p:nvPr>
            <p:ph type="dt" sz="half" idx="25"/>
          </p:nvPr>
        </p:nvSpPr>
        <p:spPr/>
        <p:txBody>
          <a:bodyPr/>
          <a:lstStyle/>
          <a:p>
            <a:pPr algn="r">
              <a:buClr>
                <a:schemeClr val="tx2"/>
              </a:buClr>
              <a:buSzPct val="120000"/>
              <a:buFont typeface="Verdana" panose="020F0502020204030204" pitchFamily="34" charset="0"/>
              <a:buNone/>
            </a:pPr>
            <a:fld id="{7E41EA80-3ECC-4E9E-BDED-596FA76E9088}" type="datetimeFigureOut">
              <a:rPr lang="en-US" smtClean="0"/>
              <a:pPr algn="r">
                <a:buClr>
                  <a:schemeClr val="tx2"/>
                </a:buClr>
                <a:buSzPct val="120000"/>
                <a:buFont typeface="Verdana" panose="020F0502020204030204" pitchFamily="34" charset="0"/>
                <a:buNone/>
              </a:pPr>
              <a:t>1/14/2026</a:t>
            </a:fld>
            <a:endParaRPr lang="en-US"/>
          </a:p>
        </p:txBody>
      </p:sp>
      <p:sp>
        <p:nvSpPr>
          <p:cNvPr id="11" name="Slide Number Placeholder 10">
            <a:extLst>
              <a:ext uri="{FF2B5EF4-FFF2-40B4-BE49-F238E27FC236}">
                <a16:creationId xmlns:a16="http://schemas.microsoft.com/office/drawing/2014/main" id="{70F3AFE1-A6C1-1C01-9BE5-A5158F44EB8E}"/>
              </a:ext>
            </a:extLst>
          </p:cNvPr>
          <p:cNvSpPr>
            <a:spLocks noGrp="1"/>
          </p:cNvSpPr>
          <p:nvPr>
            <p:ph type="sldNum" sz="quarter" idx="27"/>
          </p:nvPr>
        </p:nvSpPr>
        <p:spPr/>
        <p:txBody>
          <a:bodyPr vert="horz" wrap="square" lIns="0" tIns="0" rIns="0" bIns="0" rtlCol="0" anchor="b" anchorCtr="0">
            <a:spAutoFit/>
          </a:bodyPr>
          <a:lstStyle>
            <a:lvl1pPr>
              <a:defRPr lang="en-GB" smtClean="0"/>
            </a:lvl1pPr>
          </a:lstStyle>
          <a:p>
            <a:pPr>
              <a:buClr>
                <a:schemeClr val="tx2"/>
              </a:buClr>
              <a:buSzPct val="120000"/>
              <a:buFont typeface="Verdana" panose="020F0502020204030204" pitchFamily="34" charset="0"/>
              <a:buNone/>
            </a:pPr>
            <a:fld id="{68C08D16-C227-489D-8B10-B6EE065660A6}" type="slidenum">
              <a:rPr lang="en-GB" smtClean="0"/>
              <a:pPr>
                <a:buClr>
                  <a:schemeClr val="tx2"/>
                </a:buClr>
                <a:buSzPct val="120000"/>
                <a:buFont typeface="Verdana" panose="020F0502020204030204" pitchFamily="34" charset="0"/>
                <a:buNone/>
              </a:pPr>
              <a:t>‹#›</a:t>
            </a:fld>
            <a:endParaRPr lang="en-GB"/>
          </a:p>
        </p:txBody>
      </p:sp>
    </p:spTree>
    <p:extLst>
      <p:ext uri="{BB962C8B-B14F-4D97-AF65-F5344CB8AC3E}">
        <p14:creationId xmlns:p14="http://schemas.microsoft.com/office/powerpoint/2010/main" val="6777904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40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decel="100000" fill="hold" grpId="0" nodeType="withEffect">
                                  <p:stCondLst>
                                    <p:cond delay="40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ppt_x"/>
                                          </p:val>
                                        </p:tav>
                                        <p:tav tm="100000">
                                          <p:val>
                                            <p:strVal val="#ppt_x"/>
                                          </p:val>
                                        </p:tav>
                                      </p:tavLst>
                                    </p:anim>
                                    <p:anim calcmode="lin" valueType="num">
                                      <p:cBhvr additive="base">
                                        <p:cTn id="12" dur="500" fill="hold"/>
                                        <p:tgtEl>
                                          <p:spTgt spid="17"/>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500" fill="hold"/>
                                        <p:tgtEl>
                                          <p:spTgt spid="4"/>
                                        </p:tgtEl>
                                        <p:attrNameLst>
                                          <p:attrName>ppt_x</p:attrName>
                                        </p:attrNameLst>
                                      </p:cBhvr>
                                      <p:tavLst>
                                        <p:tav tm="0">
                                          <p:val>
                                            <p:strVal val="#ppt_x"/>
                                          </p:val>
                                        </p:tav>
                                        <p:tav tm="100000">
                                          <p:val>
                                            <p:strVal val="#ppt_x"/>
                                          </p:val>
                                        </p:tav>
                                      </p:tavLst>
                                    </p:anim>
                                    <p:anim calcmode="lin" valueType="num">
                                      <p:cBhvr additive="base">
                                        <p:cTn id="16" dur="500" fill="hold"/>
                                        <p:tgtEl>
                                          <p:spTgt spid="4"/>
                                        </p:tgtEl>
                                        <p:attrNameLst>
                                          <p:attrName>ppt_y</p:attrName>
                                        </p:attrNameLst>
                                      </p:cBhvr>
                                      <p:tavLst>
                                        <p:tav tm="0">
                                          <p:val>
                                            <p:strVal val="1+#ppt_h/2"/>
                                          </p:val>
                                        </p:tav>
                                        <p:tav tm="100000">
                                          <p:val>
                                            <p:strVal val="#ppt_y"/>
                                          </p:val>
                                        </p:tav>
                                      </p:tavLst>
                                    </p:anim>
                                  </p:childTnLst>
                                </p:cTn>
                              </p:par>
                              <p:par>
                                <p:cTn id="17" presetID="2" presetClass="entr" presetSubtype="4" decel="10000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par>
                                <p:cTn id="21" presetID="2" presetClass="entr" presetSubtype="4" decel="100000" fill="hold" grpId="0" nodeType="withEffect">
                                  <p:stCondLst>
                                    <p:cond delay="600"/>
                                  </p:stCondLst>
                                  <p:childTnLst>
                                    <p:set>
                                      <p:cBhvr>
                                        <p:cTn id="22" dur="1" fill="hold">
                                          <p:stCondLst>
                                            <p:cond delay="0"/>
                                          </p:stCondLst>
                                        </p:cTn>
                                        <p:tgtEl>
                                          <p:spTgt spid="16"/>
                                        </p:tgtEl>
                                        <p:attrNameLst>
                                          <p:attrName>style.visibility</p:attrName>
                                        </p:attrNameLst>
                                      </p:cBhvr>
                                      <p:to>
                                        <p:strVal val="visible"/>
                                      </p:to>
                                    </p:set>
                                    <p:anim calcmode="lin" valueType="num">
                                      <p:cBhvr additive="base">
                                        <p:cTn id="23" dur="500" fill="hold"/>
                                        <p:tgtEl>
                                          <p:spTgt spid="16"/>
                                        </p:tgtEl>
                                        <p:attrNameLst>
                                          <p:attrName>ppt_x</p:attrName>
                                        </p:attrNameLst>
                                      </p:cBhvr>
                                      <p:tavLst>
                                        <p:tav tm="0">
                                          <p:val>
                                            <p:strVal val="#ppt_x"/>
                                          </p:val>
                                        </p:tav>
                                        <p:tav tm="100000">
                                          <p:val>
                                            <p:strVal val="#ppt_x"/>
                                          </p:val>
                                        </p:tav>
                                      </p:tavLst>
                                    </p:anim>
                                    <p:anim calcmode="lin" valueType="num">
                                      <p:cBhvr additive="base">
                                        <p:cTn id="24" dur="500" fill="hold"/>
                                        <p:tgtEl>
                                          <p:spTgt spid="16"/>
                                        </p:tgtEl>
                                        <p:attrNameLst>
                                          <p:attrName>ppt_y</p:attrName>
                                        </p:attrNameLst>
                                      </p:cBhvr>
                                      <p:tavLst>
                                        <p:tav tm="0">
                                          <p:val>
                                            <p:strVal val="1+#ppt_h/2"/>
                                          </p:val>
                                        </p:tav>
                                        <p:tav tm="100000">
                                          <p:val>
                                            <p:strVal val="#ppt_y"/>
                                          </p:val>
                                        </p:tav>
                                      </p:tavLst>
                                    </p:anim>
                                  </p:childTnLst>
                                </p:cTn>
                              </p:par>
                              <p:par>
                                <p:cTn id="25" presetID="10" presetClass="entr" presetSubtype="0" fill="hold" grpId="0" nodeType="withEffect">
                                  <p:stCondLst>
                                    <p:cond delay="50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250"/>
                                        <p:tgtEl>
                                          <p:spTgt spid="13"/>
                                        </p:tgtEl>
                                      </p:cBhvr>
                                    </p:animEffect>
                                  </p:childTnLst>
                                </p:cTn>
                              </p:par>
                              <p:par>
                                <p:cTn id="28" presetID="42" presetClass="path" presetSubtype="0" decel="100000" fill="hold" grpId="1" nodeType="withEffect">
                                  <p:stCondLst>
                                    <p:cond delay="500"/>
                                  </p:stCondLst>
                                  <p:childTnLst>
                                    <p:animMotion origin="layout" path="M -1.66667E-6 -0.03472 L -1.66667E-6 -1.48148E-6 " pathEditMode="relative" rAng="0" ptsTypes="AA">
                                      <p:cBhvr>
                                        <p:cTn id="29" dur="500" fill="hold"/>
                                        <p:tgtEl>
                                          <p:spTgt spid="13"/>
                                        </p:tgtEl>
                                        <p:attrNameLst>
                                          <p:attrName>ppt_x</p:attrName>
                                          <p:attrName>ppt_y</p:attrName>
                                        </p:attrNameLst>
                                      </p:cBhvr>
                                      <p:rCtr x="0" y="1736"/>
                                    </p:animMotion>
                                  </p:childTnLst>
                                </p:cTn>
                              </p:par>
                              <p:par>
                                <p:cTn id="30" presetID="10" presetClass="entr" presetSubtype="0" fill="hold" grpId="0" nodeType="withEffect">
                                  <p:stCondLst>
                                    <p:cond delay="50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250"/>
                                        <p:tgtEl>
                                          <p:spTgt spid="20"/>
                                        </p:tgtEl>
                                      </p:cBhvr>
                                    </p:animEffect>
                                  </p:childTnLst>
                                </p:cTn>
                              </p:par>
                              <p:par>
                                <p:cTn id="33" presetID="42" presetClass="path" presetSubtype="0" decel="100000" fill="hold" grpId="1" nodeType="withEffect">
                                  <p:stCondLst>
                                    <p:cond delay="500"/>
                                  </p:stCondLst>
                                  <p:childTnLst>
                                    <p:animMotion origin="layout" path="M -1.66667E-6 -0.03472 L -1.66667E-6 -1.48148E-6 " pathEditMode="relative" rAng="0" ptsTypes="AA">
                                      <p:cBhvr>
                                        <p:cTn id="34" dur="500" fill="hold"/>
                                        <p:tgtEl>
                                          <p:spTgt spid="20"/>
                                        </p:tgtEl>
                                        <p:attrNameLst>
                                          <p:attrName>ppt_x</p:attrName>
                                          <p:attrName>ppt_y</p:attrName>
                                        </p:attrNameLst>
                                      </p:cBhvr>
                                      <p:rCtr x="0" y="1736"/>
                                    </p:animMotion>
                                  </p:childTnLst>
                                </p:cTn>
                              </p:par>
                              <p:par>
                                <p:cTn id="35" presetID="10" presetClass="entr" presetSubtype="0" fill="hold" grpId="0" nodeType="withEffect">
                                  <p:stCondLst>
                                    <p:cond delay="50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250"/>
                                        <p:tgtEl>
                                          <p:spTgt spid="18"/>
                                        </p:tgtEl>
                                      </p:cBhvr>
                                    </p:animEffect>
                                  </p:childTnLst>
                                </p:cTn>
                              </p:par>
                              <p:par>
                                <p:cTn id="38" presetID="42" presetClass="path" presetSubtype="0" decel="100000" fill="hold" grpId="1" nodeType="withEffect">
                                  <p:stCondLst>
                                    <p:cond delay="500"/>
                                  </p:stCondLst>
                                  <p:childTnLst>
                                    <p:animMotion origin="layout" path="M 1.25E-6 0.03889 L 1.25E-6 1.85185E-6 " pathEditMode="relative" rAng="0" ptsTypes="AA">
                                      <p:cBhvr>
                                        <p:cTn id="39" dur="500" fill="hold"/>
                                        <p:tgtEl>
                                          <p:spTgt spid="18"/>
                                        </p:tgtEl>
                                        <p:attrNameLst>
                                          <p:attrName>ppt_x</p:attrName>
                                          <p:attrName>ppt_y</p:attrName>
                                        </p:attrNameLst>
                                      </p:cBhvr>
                                      <p:rCtr x="0" y="-1944"/>
                                    </p:animMotion>
                                  </p:childTnLst>
                                </p:cTn>
                              </p:par>
                              <p:par>
                                <p:cTn id="40" presetID="2" presetClass="entr" presetSubtype="1" decel="100000" fill="hold" grpId="0" nodeType="withEffect">
                                  <p:stCondLst>
                                    <p:cond delay="400"/>
                                  </p:stCondLst>
                                  <p:childTnLst>
                                    <p:set>
                                      <p:cBhvr>
                                        <p:cTn id="41" dur="1" fill="hold">
                                          <p:stCondLst>
                                            <p:cond delay="0"/>
                                          </p:stCondLst>
                                        </p:cTn>
                                        <p:tgtEl>
                                          <p:spTgt spid="31"/>
                                        </p:tgtEl>
                                        <p:attrNameLst>
                                          <p:attrName>style.visibility</p:attrName>
                                        </p:attrNameLst>
                                      </p:cBhvr>
                                      <p:to>
                                        <p:strVal val="visible"/>
                                      </p:to>
                                    </p:set>
                                    <p:anim calcmode="lin" valueType="num">
                                      <p:cBhvr additive="base">
                                        <p:cTn id="42" dur="500" fill="hold"/>
                                        <p:tgtEl>
                                          <p:spTgt spid="31"/>
                                        </p:tgtEl>
                                        <p:attrNameLst>
                                          <p:attrName>ppt_x</p:attrName>
                                        </p:attrNameLst>
                                      </p:cBhvr>
                                      <p:tavLst>
                                        <p:tav tm="0">
                                          <p:val>
                                            <p:strVal val="#ppt_x"/>
                                          </p:val>
                                        </p:tav>
                                        <p:tav tm="100000">
                                          <p:val>
                                            <p:strVal val="#ppt_x"/>
                                          </p:val>
                                        </p:tav>
                                      </p:tavLst>
                                    </p:anim>
                                    <p:anim calcmode="lin" valueType="num">
                                      <p:cBhvr additive="base">
                                        <p:cTn id="43" dur="500" fill="hold"/>
                                        <p:tgtEl>
                                          <p:spTgt spid="31"/>
                                        </p:tgtEl>
                                        <p:attrNameLst>
                                          <p:attrName>ppt_y</p:attrName>
                                        </p:attrNameLst>
                                      </p:cBhvr>
                                      <p:tavLst>
                                        <p:tav tm="0">
                                          <p:val>
                                            <p:strVal val="0-#ppt_h/2"/>
                                          </p:val>
                                        </p:tav>
                                        <p:tav tm="100000">
                                          <p:val>
                                            <p:strVal val="#ppt_y"/>
                                          </p:val>
                                        </p:tav>
                                      </p:tavLst>
                                    </p:anim>
                                  </p:childTnLst>
                                </p:cTn>
                              </p:par>
                              <p:par>
                                <p:cTn id="44" presetID="2" presetClass="entr" presetSubtype="1" decel="100000" fill="hold" grpId="0" nodeType="withEffect">
                                  <p:stCondLst>
                                    <p:cond delay="400"/>
                                  </p:stCondLst>
                                  <p:childTnLst>
                                    <p:set>
                                      <p:cBhvr>
                                        <p:cTn id="45" dur="1" fill="hold">
                                          <p:stCondLst>
                                            <p:cond delay="0"/>
                                          </p:stCondLst>
                                        </p:cTn>
                                        <p:tgtEl>
                                          <p:spTgt spid="30"/>
                                        </p:tgtEl>
                                        <p:attrNameLst>
                                          <p:attrName>style.visibility</p:attrName>
                                        </p:attrNameLst>
                                      </p:cBhvr>
                                      <p:to>
                                        <p:strVal val="visible"/>
                                      </p:to>
                                    </p:set>
                                    <p:anim calcmode="lin" valueType="num">
                                      <p:cBhvr additive="base">
                                        <p:cTn id="46" dur="500" fill="hold"/>
                                        <p:tgtEl>
                                          <p:spTgt spid="30"/>
                                        </p:tgtEl>
                                        <p:attrNameLst>
                                          <p:attrName>ppt_x</p:attrName>
                                        </p:attrNameLst>
                                      </p:cBhvr>
                                      <p:tavLst>
                                        <p:tav tm="0">
                                          <p:val>
                                            <p:strVal val="#ppt_x"/>
                                          </p:val>
                                        </p:tav>
                                        <p:tav tm="100000">
                                          <p:val>
                                            <p:strVal val="#ppt_x"/>
                                          </p:val>
                                        </p:tav>
                                      </p:tavLst>
                                    </p:anim>
                                    <p:anim calcmode="lin" valueType="num">
                                      <p:cBhvr additive="base">
                                        <p:cTn id="47" dur="500" fill="hold"/>
                                        <p:tgtEl>
                                          <p:spTgt spid="30"/>
                                        </p:tgtEl>
                                        <p:attrNameLst>
                                          <p:attrName>ppt_y</p:attrName>
                                        </p:attrNameLst>
                                      </p:cBhvr>
                                      <p:tavLst>
                                        <p:tav tm="0">
                                          <p:val>
                                            <p:strVal val="0-#ppt_h/2"/>
                                          </p:val>
                                        </p:tav>
                                        <p:tav tm="100000">
                                          <p:val>
                                            <p:strVal val="#ppt_y"/>
                                          </p:val>
                                        </p:tav>
                                      </p:tavLst>
                                    </p:anim>
                                  </p:childTnLst>
                                </p:cTn>
                              </p:par>
                              <p:par>
                                <p:cTn id="48" presetID="2" presetClass="entr" presetSubtype="4" decel="100000" fill="hold" grpId="0" nodeType="withEffect">
                                  <p:stCondLst>
                                    <p:cond delay="200"/>
                                  </p:stCondLst>
                                  <p:childTnLst>
                                    <p:set>
                                      <p:cBhvr>
                                        <p:cTn id="49" dur="1" fill="hold">
                                          <p:stCondLst>
                                            <p:cond delay="0"/>
                                          </p:stCondLst>
                                        </p:cTn>
                                        <p:tgtEl>
                                          <p:spTgt spid="15"/>
                                        </p:tgtEl>
                                        <p:attrNameLst>
                                          <p:attrName>style.visibility</p:attrName>
                                        </p:attrNameLst>
                                      </p:cBhvr>
                                      <p:to>
                                        <p:strVal val="visible"/>
                                      </p:to>
                                    </p:set>
                                    <p:anim calcmode="lin" valueType="num">
                                      <p:cBhvr additive="base">
                                        <p:cTn id="50" dur="500" fill="hold"/>
                                        <p:tgtEl>
                                          <p:spTgt spid="15"/>
                                        </p:tgtEl>
                                        <p:attrNameLst>
                                          <p:attrName>ppt_x</p:attrName>
                                        </p:attrNameLst>
                                      </p:cBhvr>
                                      <p:tavLst>
                                        <p:tav tm="0">
                                          <p:val>
                                            <p:strVal val="#ppt_x"/>
                                          </p:val>
                                        </p:tav>
                                        <p:tav tm="100000">
                                          <p:val>
                                            <p:strVal val="#ppt_x"/>
                                          </p:val>
                                        </p:tav>
                                      </p:tavLst>
                                    </p:anim>
                                    <p:anim calcmode="lin" valueType="num">
                                      <p:cBhvr additive="base">
                                        <p:cTn id="51" dur="500" fill="hold"/>
                                        <p:tgtEl>
                                          <p:spTgt spid="15"/>
                                        </p:tgtEl>
                                        <p:attrNameLst>
                                          <p:attrName>ppt_y</p:attrName>
                                        </p:attrNameLst>
                                      </p:cBhvr>
                                      <p:tavLst>
                                        <p:tav tm="0">
                                          <p:val>
                                            <p:strVal val="1+#ppt_h/2"/>
                                          </p:val>
                                        </p:tav>
                                        <p:tav tm="100000">
                                          <p:val>
                                            <p:strVal val="#ppt_y"/>
                                          </p:val>
                                        </p:tav>
                                      </p:tavLst>
                                    </p:anim>
                                  </p:childTnLst>
                                </p:cTn>
                              </p:par>
                              <p:par>
                                <p:cTn id="52" presetID="53" presetClass="entr" presetSubtype="16" fill="hold" grpId="0" nodeType="withEffect">
                                  <p:stCondLst>
                                    <p:cond delay="0"/>
                                  </p:stCondLst>
                                  <p:childTnLst>
                                    <p:set>
                                      <p:cBhvr>
                                        <p:cTn id="53" dur="1" fill="hold">
                                          <p:stCondLst>
                                            <p:cond delay="0"/>
                                          </p:stCondLst>
                                        </p:cTn>
                                        <p:tgtEl>
                                          <p:spTgt spid="22"/>
                                        </p:tgtEl>
                                        <p:attrNameLst>
                                          <p:attrName>style.visibility</p:attrName>
                                        </p:attrNameLst>
                                      </p:cBhvr>
                                      <p:to>
                                        <p:strVal val="visible"/>
                                      </p:to>
                                    </p:set>
                                    <p:anim calcmode="lin" valueType="num">
                                      <p:cBhvr>
                                        <p:cTn id="54" dur="30" fill="hold"/>
                                        <p:tgtEl>
                                          <p:spTgt spid="22"/>
                                        </p:tgtEl>
                                        <p:attrNameLst>
                                          <p:attrName>ppt_w</p:attrName>
                                        </p:attrNameLst>
                                      </p:cBhvr>
                                      <p:tavLst>
                                        <p:tav tm="0">
                                          <p:val>
                                            <p:fltVal val="0"/>
                                          </p:val>
                                        </p:tav>
                                        <p:tav tm="100000">
                                          <p:val>
                                            <p:strVal val="#ppt_w"/>
                                          </p:val>
                                        </p:tav>
                                      </p:tavLst>
                                    </p:anim>
                                    <p:anim calcmode="lin" valueType="num">
                                      <p:cBhvr>
                                        <p:cTn id="55" dur="30" fill="hold"/>
                                        <p:tgtEl>
                                          <p:spTgt spid="22"/>
                                        </p:tgtEl>
                                        <p:attrNameLst>
                                          <p:attrName>ppt_h</p:attrName>
                                        </p:attrNameLst>
                                      </p:cBhvr>
                                      <p:tavLst>
                                        <p:tav tm="0">
                                          <p:val>
                                            <p:fltVal val="0"/>
                                          </p:val>
                                        </p:tav>
                                        <p:tav tm="100000">
                                          <p:val>
                                            <p:strVal val="#ppt_h"/>
                                          </p:val>
                                        </p:tav>
                                      </p:tavLst>
                                    </p:anim>
                                    <p:animEffect transition="in" filter="fade">
                                      <p:cBhvr>
                                        <p:cTn id="56" dur="30"/>
                                        <p:tgtEl>
                                          <p:spTgt spid="22"/>
                                        </p:tgtEl>
                                      </p:cBhvr>
                                    </p:animEffect>
                                  </p:childTnLst>
                                </p:cTn>
                              </p:par>
                              <p:par>
                                <p:cTn id="57" presetID="6" presetClass="emph" presetSubtype="0" decel="100000" fill="hold" grpId="1" nodeType="withEffect">
                                  <p:stCondLst>
                                    <p:cond delay="0"/>
                                  </p:stCondLst>
                                  <p:childTnLst>
                                    <p:animScale>
                                      <p:cBhvr>
                                        <p:cTn id="58" dur="750" fill="hold"/>
                                        <p:tgtEl>
                                          <p:spTgt spid="22"/>
                                        </p:tgtEl>
                                      </p:cBhvr>
                                      <p:by x="9999000" y="9999000"/>
                                    </p:animScale>
                                  </p:childTnLst>
                                </p:cTn>
                              </p:par>
                              <p:par>
                                <p:cTn id="59" presetID="6" presetClass="emph" presetSubtype="0" fill="hold" grpId="2" nodeType="withEffect">
                                  <p:stCondLst>
                                    <p:cond delay="0"/>
                                  </p:stCondLst>
                                  <p:childTnLst>
                                    <p:animScale>
                                      <p:cBhvr>
                                        <p:cTn id="60" dur="10" fill="hold"/>
                                        <p:tgtEl>
                                          <p:spTgt spid="22"/>
                                        </p:tgtEl>
                                      </p:cBhvr>
                                      <p:by x="1000" y="1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tmplLst>
          <p:tmpl>
            <p:tnLst>
              <p:par>
                <p:cTn presetID="10" presetClass="entr" presetSubtype="0" fill="hold" nodeType="withEffect">
                  <p:stCondLst>
                    <p:cond delay="500"/>
                  </p:stCondLst>
                  <p:childTnLst>
                    <p:set>
                      <p:cBhvr>
                        <p:cTn dur="1" fill="hold">
                          <p:stCondLst>
                            <p:cond delay="0"/>
                          </p:stCondLst>
                        </p:cTn>
                        <p:tgtEl>
                          <p:spTgt spid="18"/>
                        </p:tgtEl>
                        <p:attrNameLst>
                          <p:attrName>style.visibility</p:attrName>
                        </p:attrNameLst>
                      </p:cBhvr>
                      <p:to>
                        <p:strVal val="visible"/>
                      </p:to>
                    </p:set>
                    <p:animEffect transition="in" filter="fade">
                      <p:cBhvr>
                        <p:cTn dur="250"/>
                        <p:tgtEl>
                          <p:spTgt spid="18"/>
                        </p:tgtEl>
                      </p:cBhvr>
                    </p:animEffect>
                  </p:childTnLst>
                </p:cTn>
              </p:par>
            </p:tnLst>
          </p:tmpl>
        </p:tmplLst>
      </p:bldP>
      <p:bldP spid="18" grpId="1">
        <p:tmplLst>
          <p:tmpl>
            <p:tnLst>
              <p:par>
                <p:cTn presetID="42" presetClass="path" presetSubtype="0" decel="100000" fill="hold" nodeType="withEffect">
                  <p:stCondLst>
                    <p:cond delay="500"/>
                  </p:stCondLst>
                  <p:childTnLst>
                    <p:animMotion origin="layout" path="M 1.25E-6 0.03889 L 1.25E-6 1.85185E-6 " pathEditMode="relative" rAng="0" ptsTypes="AA">
                      <p:cBhvr>
                        <p:cTn dur="500" fill="hold"/>
                        <p:tgtEl>
                          <p:spTgt spid="18"/>
                        </p:tgtEl>
                        <p:attrNameLst>
                          <p:attrName>ppt_x</p:attrName>
                          <p:attrName>ppt_y</p:attrName>
                        </p:attrNameLst>
                      </p:cBhvr>
                      <p:rCtr x="0" y="-1944"/>
                    </p:animMotion>
                  </p:childTnLst>
                </p:cTn>
              </p:par>
            </p:tnLst>
          </p:tmpl>
        </p:tmplLst>
      </p:bldP>
      <p:bldP spid="13" grpId="0">
        <p:tmplLst>
          <p:tmpl>
            <p:tnLst>
              <p:par>
                <p:cTn presetID="10" presetClass="entr" presetSubtype="0" fill="hold" nodeType="withEffect">
                  <p:stCondLst>
                    <p:cond delay="500"/>
                  </p:stCondLst>
                  <p:childTnLst>
                    <p:set>
                      <p:cBhvr>
                        <p:cTn dur="1" fill="hold">
                          <p:stCondLst>
                            <p:cond delay="0"/>
                          </p:stCondLst>
                        </p:cTn>
                        <p:tgtEl>
                          <p:spTgt spid="13"/>
                        </p:tgtEl>
                        <p:attrNameLst>
                          <p:attrName>style.visibility</p:attrName>
                        </p:attrNameLst>
                      </p:cBhvr>
                      <p:to>
                        <p:strVal val="visible"/>
                      </p:to>
                    </p:set>
                    <p:animEffect transition="in" filter="fade">
                      <p:cBhvr>
                        <p:cTn dur="250"/>
                        <p:tgtEl>
                          <p:spTgt spid="13"/>
                        </p:tgtEl>
                      </p:cBhvr>
                    </p:animEffect>
                  </p:childTnLst>
                </p:cTn>
              </p:par>
            </p:tnLst>
          </p:tmpl>
        </p:tmplLst>
      </p:bldP>
      <p:bldP spid="13" grpId="1">
        <p:tmplLst>
          <p:tmpl>
            <p:tnLst>
              <p:par>
                <p:cTn presetID="42" presetClass="path" presetSubtype="0" decel="100000" fill="hold" nodeType="withEffect">
                  <p:stCondLst>
                    <p:cond delay="500"/>
                  </p:stCondLst>
                  <p:childTnLst>
                    <p:animMotion origin="layout" path="M -1.66667E-6 -0.03472 L -1.66667E-6 -1.48148E-6 " pathEditMode="relative" rAng="0" ptsTypes="AA">
                      <p:cBhvr>
                        <p:cTn dur="500" fill="hold"/>
                        <p:tgtEl>
                          <p:spTgt spid="13"/>
                        </p:tgtEl>
                        <p:attrNameLst>
                          <p:attrName>ppt_x</p:attrName>
                          <p:attrName>ppt_y</p:attrName>
                        </p:attrNameLst>
                      </p:cBhvr>
                      <p:rCtr x="0" y="1736"/>
                    </p:animMotion>
                  </p:childTnLst>
                </p:cTn>
              </p:par>
            </p:tnLst>
          </p:tmpl>
        </p:tmplLst>
      </p:bldP>
      <p:bldP spid="20" grpId="0">
        <p:tmplLst>
          <p:tmpl>
            <p:tnLst>
              <p:par>
                <p:cTn presetID="10" presetClass="entr" presetSubtype="0" fill="hold" nodeType="withEffect">
                  <p:stCondLst>
                    <p:cond delay="500"/>
                  </p:stCondLst>
                  <p:childTnLst>
                    <p:set>
                      <p:cBhvr>
                        <p:cTn dur="1" fill="hold">
                          <p:stCondLst>
                            <p:cond delay="0"/>
                          </p:stCondLst>
                        </p:cTn>
                        <p:tgtEl>
                          <p:spTgt spid="20"/>
                        </p:tgtEl>
                        <p:attrNameLst>
                          <p:attrName>style.visibility</p:attrName>
                        </p:attrNameLst>
                      </p:cBhvr>
                      <p:to>
                        <p:strVal val="visible"/>
                      </p:to>
                    </p:set>
                    <p:animEffect transition="in" filter="fade">
                      <p:cBhvr>
                        <p:cTn dur="250"/>
                        <p:tgtEl>
                          <p:spTgt spid="20"/>
                        </p:tgtEl>
                      </p:cBhvr>
                    </p:animEffect>
                  </p:childTnLst>
                </p:cTn>
              </p:par>
            </p:tnLst>
          </p:tmpl>
        </p:tmplLst>
      </p:bldP>
      <p:bldP spid="20" grpId="1">
        <p:tmplLst>
          <p:tmpl>
            <p:tnLst>
              <p:par>
                <p:cTn presetID="42" presetClass="path" presetSubtype="0" decel="100000" fill="hold" nodeType="withEffect">
                  <p:stCondLst>
                    <p:cond delay="500"/>
                  </p:stCondLst>
                  <p:childTnLst>
                    <p:animMotion origin="layout" path="M -1.66667E-6 -0.03472 L -1.66667E-6 -1.48148E-6 " pathEditMode="relative" rAng="0" ptsTypes="AA">
                      <p:cBhvr>
                        <p:cTn dur="500" fill="hold"/>
                        <p:tgtEl>
                          <p:spTgt spid="20"/>
                        </p:tgtEl>
                        <p:attrNameLst>
                          <p:attrName>ppt_x</p:attrName>
                          <p:attrName>ppt_y</p:attrName>
                        </p:attrNameLst>
                      </p:cBhvr>
                      <p:rCtr x="0" y="1736"/>
                    </p:animMotion>
                  </p:childTnLst>
                </p:cTn>
              </p:par>
            </p:tnLst>
          </p:tmpl>
        </p:tmplLst>
      </p:bldP>
      <p:bldP spid="15" grpId="0" animBg="1"/>
      <p:bldP spid="17" grpId="0" animBg="1"/>
      <p:bldP spid="4" grpId="0" animBg="1"/>
      <p:bldP spid="6" grpId="0" animBg="1"/>
      <p:bldP spid="16" grpId="0" animBg="1"/>
      <p:bldP spid="22" grpId="0" animBg="1"/>
      <p:bldP spid="22" grpId="1" animBg="1"/>
      <p:bldP spid="22" grpId="2" animBg="1"/>
      <p:bldP spid="31" grpId="0" animBg="1"/>
      <p:bldP spid="30" grpId="0" animBg="1"/>
      <p:bldP spid="5" grpId="0" animBg="1">
        <p:tmplLst>
          <p:tmpl>
            <p:tnLst>
              <p:par>
                <p:cTn presetID="2" presetClass="entr" presetSubtype="4" decel="100000" fill="hold" nodeType="withEffect">
                  <p:stCondLst>
                    <p:cond delay="400"/>
                  </p:stCondLst>
                  <p:childTnLst>
                    <p:set>
                      <p:cBhvr>
                        <p:cTn dur="1" fill="hold">
                          <p:stCondLst>
                            <p:cond delay="0"/>
                          </p:stCondLst>
                        </p:cTn>
                        <p:tgtEl>
                          <p:spTgt spid="5"/>
                        </p:tgtEl>
                        <p:attrNameLst>
                          <p:attrName>style.visibility</p:attrName>
                        </p:attrNameLst>
                      </p:cBhvr>
                      <p:to>
                        <p:strVal val="visible"/>
                      </p:to>
                    </p:set>
                    <p:anim calcmode="lin" valueType="num">
                      <p:cBhvr additive="base">
                        <p:cTn dur="500" fill="hold"/>
                        <p:tgtEl>
                          <p:spTgt spid="5"/>
                        </p:tgtEl>
                        <p:attrNameLst>
                          <p:attrName>ppt_x</p:attrName>
                        </p:attrNameLst>
                      </p:cBhvr>
                      <p:tavLst>
                        <p:tav tm="0">
                          <p:val>
                            <p:strVal val="#ppt_x"/>
                          </p:val>
                        </p:tav>
                        <p:tav tm="100000">
                          <p:val>
                            <p:strVal val="#ppt_x"/>
                          </p:val>
                        </p:tav>
                      </p:tavLst>
                    </p:anim>
                    <p:anim calcmode="lin" valueType="num">
                      <p:cBhvr additive="base">
                        <p:cTn dur="500" fill="hold"/>
                        <p:tgtEl>
                          <p:spTgt spid="5"/>
                        </p:tgtEl>
                        <p:attrNameLst>
                          <p:attrName>ppt_y</p:attrName>
                        </p:attrNameLst>
                      </p:cBhvr>
                      <p:tavLst>
                        <p:tav tm="0">
                          <p:val>
                            <p:strVal val="1+#ppt_h/2"/>
                          </p:val>
                        </p:tav>
                        <p:tav tm="100000">
                          <p:val>
                            <p:strVal val="#ppt_y"/>
                          </p:val>
                        </p:tav>
                      </p:tavLst>
                    </p:anim>
                  </p:childTnLst>
                </p:cTn>
              </p:par>
            </p:tnLst>
          </p:tmpl>
        </p:tmplLst>
      </p:bldP>
    </p:bld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Laptop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4E62BD-4213-CC26-037F-124C93A003AB}"/>
              </a:ext>
            </a:extLst>
          </p:cNvPr>
          <p:cNvSpPr>
            <a:spLocks noGrp="1"/>
          </p:cNvSpPr>
          <p:nvPr>
            <p:ph type="title" hasCustomPrompt="1"/>
          </p:nvPr>
        </p:nvSpPr>
        <p:spPr>
          <a:xfrm>
            <a:off x="546100" y="365125"/>
            <a:ext cx="10495943" cy="777875"/>
          </a:xfrm>
        </p:spPr>
        <p:txBody>
          <a:bodyPr vert="horz" lIns="0" tIns="176400" rIns="0" bIns="0" rtlCol="0" anchor="t" anchorCtr="0">
            <a:normAutofit/>
          </a:bodyPr>
          <a:lstStyle>
            <a:lvl1pPr>
              <a:defRPr lang="en-US"/>
            </a:lvl1pPr>
          </a:lstStyle>
          <a:p>
            <a:pPr marL="0" lvl="0"/>
            <a:r>
              <a:rPr lang="en-US"/>
              <a:t>Click to Add Title, Use Font Size 28, Title Case</a:t>
            </a:r>
          </a:p>
        </p:txBody>
      </p:sp>
      <p:sp>
        <p:nvSpPr>
          <p:cNvPr id="16" name="Text Placeholder 15">
            <a:extLst>
              <a:ext uri="{FF2B5EF4-FFF2-40B4-BE49-F238E27FC236}">
                <a16:creationId xmlns:a16="http://schemas.microsoft.com/office/drawing/2014/main" id="{1E1EC7D8-1702-47D3-3E76-6073B3B80BC9}"/>
              </a:ext>
            </a:extLst>
          </p:cNvPr>
          <p:cNvSpPr>
            <a:spLocks noGrp="1"/>
          </p:cNvSpPr>
          <p:nvPr>
            <p:ph type="body" sz="quarter" idx="17" hasCustomPrompt="1"/>
          </p:nvPr>
        </p:nvSpPr>
        <p:spPr>
          <a:xfrm>
            <a:off x="546100" y="1143000"/>
            <a:ext cx="11099799" cy="381001"/>
          </a:xfrm>
        </p:spPr>
        <p:txBody>
          <a:bodyPr anchor="ctr">
            <a:normAutofit/>
          </a:bodyPr>
          <a:lstStyle>
            <a:lvl1pPr marL="0" indent="0">
              <a:buFontTx/>
              <a:buNone/>
              <a:defRPr sz="1800">
                <a:latin typeface="+mj-lt"/>
                <a:ea typeface="Verdana bold" panose="020B080403050404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marL="0" lvl="0" indent="0">
              <a:buFontTx/>
              <a:buNone/>
            </a:pPr>
            <a:r>
              <a:rPr lang="en-US"/>
              <a:t>Click to add subtitle, use font size 18, sentence case</a:t>
            </a:r>
          </a:p>
        </p:txBody>
      </p:sp>
      <p:sp>
        <p:nvSpPr>
          <p:cNvPr id="14" name="Text Placeholder 13">
            <a:extLst>
              <a:ext uri="{FF2B5EF4-FFF2-40B4-BE49-F238E27FC236}">
                <a16:creationId xmlns:a16="http://schemas.microsoft.com/office/drawing/2014/main" id="{AB93B37E-EF0B-F4D7-8555-765DDCEEA5BC}"/>
              </a:ext>
            </a:extLst>
          </p:cNvPr>
          <p:cNvSpPr>
            <a:spLocks noGrp="1"/>
          </p:cNvSpPr>
          <p:nvPr>
            <p:ph type="body" sz="quarter" idx="11" hasCustomPrompt="1"/>
          </p:nvPr>
        </p:nvSpPr>
        <p:spPr>
          <a:xfrm>
            <a:off x="546100" y="1649413"/>
            <a:ext cx="4076700" cy="4637087"/>
          </a:xfrm>
        </p:spPr>
        <p:txBody>
          <a:bodyPr lIns="0" tIns="0" rIns="0" bIns="0">
            <a:normAutofit/>
          </a:bodyPr>
          <a:lstStyle>
            <a:lvl1pPr>
              <a:defRPr sz="1800"/>
            </a:lvl1pPr>
            <a:lvl2pPr>
              <a:defRPr sz="1400"/>
            </a:lvl2pPr>
            <a:lvl3pPr>
              <a:defRPr sz="1200"/>
            </a:lvl3pPr>
            <a:lvl4pPr>
              <a:defRPr sz="1100"/>
            </a:lvl4pPr>
            <a:lvl5pPr>
              <a:defRPr sz="1100"/>
            </a:lvl5pPr>
          </a:lstStyle>
          <a:p>
            <a:pPr lvl="0"/>
            <a:r>
              <a:rPr lang="en-US"/>
              <a:t xml:space="preserve">Click to add text. Please </a:t>
            </a:r>
            <a:br>
              <a:rPr lang="en-US"/>
            </a:br>
            <a:r>
              <a:rPr lang="en-US"/>
              <a:t>ensure content remains within the text box. Placeholder text will not show in presentations unless edited.</a:t>
            </a:r>
          </a:p>
        </p:txBody>
      </p:sp>
      <p:pic>
        <p:nvPicPr>
          <p:cNvPr id="6" name="Picture 5">
            <a:extLst>
              <a:ext uri="{FF2B5EF4-FFF2-40B4-BE49-F238E27FC236}">
                <a16:creationId xmlns:a16="http://schemas.microsoft.com/office/drawing/2014/main" id="{05E2DDAF-9E6F-C6DE-7FEE-4D474689580E}"/>
              </a:ext>
              <a:ext uri="{C183D7F6-B498-43B3-948B-1728B52AA6E4}">
                <adec:decorative xmlns:adec="http://schemas.microsoft.com/office/drawing/2017/decorative" val="1"/>
              </a:ext>
            </a:extLst>
          </p:cNvPr>
          <p:cNvPicPr>
            <a:picLocks noChangeAspect="1"/>
          </p:cNvPicPr>
          <p:nvPr userDrawn="1"/>
        </p:nvPicPr>
        <p:blipFill rotWithShape="1">
          <a:blip r:embed="rId2"/>
          <a:srcRect l="5429" t="8712" r="5429" b="8712"/>
          <a:stretch/>
        </p:blipFill>
        <p:spPr>
          <a:xfrm>
            <a:off x="4715436" y="1753534"/>
            <a:ext cx="6968564" cy="4303432"/>
          </a:xfrm>
          <a:prstGeom prst="rect">
            <a:avLst/>
          </a:prstGeom>
        </p:spPr>
      </p:pic>
      <p:sp>
        <p:nvSpPr>
          <p:cNvPr id="12" name="Picture Placeholder 11">
            <a:extLst>
              <a:ext uri="{FF2B5EF4-FFF2-40B4-BE49-F238E27FC236}">
                <a16:creationId xmlns:a16="http://schemas.microsoft.com/office/drawing/2014/main" id="{60782D8E-80C3-D0D0-9E0D-CEA146D08BD0}"/>
              </a:ext>
            </a:extLst>
          </p:cNvPr>
          <p:cNvSpPr>
            <a:spLocks noGrp="1"/>
          </p:cNvSpPr>
          <p:nvPr>
            <p:ph type="pic" sz="quarter" idx="18" hasCustomPrompt="1"/>
          </p:nvPr>
        </p:nvSpPr>
        <p:spPr>
          <a:xfrm>
            <a:off x="5562600" y="2266950"/>
            <a:ext cx="5295900" cy="3309938"/>
          </a:xfrm>
          <a:prstGeom prst="round2SameRect">
            <a:avLst>
              <a:gd name="adj1" fmla="val 1822"/>
              <a:gd name="adj2" fmla="val 0"/>
            </a:avLst>
          </a:prstGeom>
          <a:solidFill>
            <a:schemeClr val="bg2"/>
          </a:solidFill>
          <a:effectLst>
            <a:outerShdw blurRad="254000" algn="ctr" rotWithShape="0">
              <a:prstClr val="black">
                <a:alpha val="20000"/>
              </a:prstClr>
            </a:outerShdw>
          </a:effectLst>
        </p:spPr>
        <p:txBody>
          <a:bodyPr lIns="360000" tIns="432000" rIns="360000" anchor="t">
            <a:normAutofit/>
          </a:bodyPr>
          <a:lstStyle>
            <a:lvl1pPr marL="0" indent="0" algn="ctr">
              <a:buFontTx/>
              <a:buNone/>
              <a:defRPr sz="1200"/>
            </a:lvl1pPr>
          </a:lstStyle>
          <a:p>
            <a:r>
              <a:rPr lang="en-US"/>
              <a:t>Click the icon to add an image. To scale or reposition the image in the frame, use the ‘Crop’ options in the ‘Picture Format’ tab. Right-click on image to add or edit alt text.</a:t>
            </a:r>
          </a:p>
          <a:p>
            <a:endParaRPr lang="en-US"/>
          </a:p>
        </p:txBody>
      </p:sp>
      <p:grpSp>
        <p:nvGrpSpPr>
          <p:cNvPr id="5" name="Group 4">
            <a:extLst>
              <a:ext uri="{FF2B5EF4-FFF2-40B4-BE49-F238E27FC236}">
                <a16:creationId xmlns:a16="http://schemas.microsoft.com/office/drawing/2014/main" id="{253B795D-038E-FCB0-E4CC-A4F000254CB9}"/>
              </a:ext>
              <a:ext uri="{C183D7F6-B498-43B3-948B-1728B52AA6E4}">
                <adec:decorative xmlns:adec="http://schemas.microsoft.com/office/drawing/2017/decorative" val="1"/>
              </a:ext>
            </a:extLst>
          </p:cNvPr>
          <p:cNvGrpSpPr>
            <a:grpSpLocks noChangeAspect="1"/>
          </p:cNvGrpSpPr>
          <p:nvPr userDrawn="1"/>
        </p:nvGrpSpPr>
        <p:grpSpPr bwMode="auto">
          <a:xfrm>
            <a:off x="11430001" y="476250"/>
            <a:ext cx="213430" cy="571500"/>
            <a:chOff x="4249" y="1683"/>
            <a:chExt cx="695" cy="1861"/>
          </a:xfrm>
          <a:solidFill>
            <a:schemeClr val="tx1"/>
          </a:solidFill>
        </p:grpSpPr>
        <p:sp>
          <p:nvSpPr>
            <p:cNvPr id="3" name="Freeform 5">
              <a:extLst>
                <a:ext uri="{FF2B5EF4-FFF2-40B4-BE49-F238E27FC236}">
                  <a16:creationId xmlns:a16="http://schemas.microsoft.com/office/drawing/2014/main" id="{336108CD-1162-1B9F-1CBA-B4006E88F105}"/>
                </a:ext>
              </a:extLst>
            </p:cNvPr>
            <p:cNvSpPr>
              <a:spLocks/>
            </p:cNvSpPr>
            <p:nvPr userDrawn="1"/>
          </p:nvSpPr>
          <p:spPr bwMode="auto">
            <a:xfrm>
              <a:off x="4249" y="1824"/>
              <a:ext cx="463" cy="1720"/>
            </a:xfrm>
            <a:custGeom>
              <a:avLst/>
              <a:gdLst>
                <a:gd name="T0" fmla="*/ 232 w 463"/>
                <a:gd name="T1" fmla="*/ 116 h 1720"/>
                <a:gd name="T2" fmla="*/ 0 w 463"/>
                <a:gd name="T3" fmla="*/ 0 h 1720"/>
                <a:gd name="T4" fmla="*/ 0 w 463"/>
                <a:gd name="T5" fmla="*/ 1487 h 1720"/>
                <a:gd name="T6" fmla="*/ 463 w 463"/>
                <a:gd name="T7" fmla="*/ 1720 h 1720"/>
                <a:gd name="T8" fmla="*/ 463 w 463"/>
                <a:gd name="T9" fmla="*/ 1463 h 1720"/>
                <a:gd name="T10" fmla="*/ 232 w 463"/>
                <a:gd name="T11" fmla="*/ 1346 h 1720"/>
                <a:gd name="T12" fmla="*/ 232 w 463"/>
                <a:gd name="T13" fmla="*/ 116 h 1720"/>
              </a:gdLst>
              <a:ahLst/>
              <a:cxnLst>
                <a:cxn ang="0">
                  <a:pos x="T0" y="T1"/>
                </a:cxn>
                <a:cxn ang="0">
                  <a:pos x="T2" y="T3"/>
                </a:cxn>
                <a:cxn ang="0">
                  <a:pos x="T4" y="T5"/>
                </a:cxn>
                <a:cxn ang="0">
                  <a:pos x="T6" y="T7"/>
                </a:cxn>
                <a:cxn ang="0">
                  <a:pos x="T8" y="T9"/>
                </a:cxn>
                <a:cxn ang="0">
                  <a:pos x="T10" y="T11"/>
                </a:cxn>
                <a:cxn ang="0">
                  <a:pos x="T12" y="T13"/>
                </a:cxn>
              </a:cxnLst>
              <a:rect l="0" t="0" r="r" b="b"/>
              <a:pathLst>
                <a:path w="463" h="1720">
                  <a:moveTo>
                    <a:pt x="232" y="116"/>
                  </a:moveTo>
                  <a:lnTo>
                    <a:pt x="0" y="0"/>
                  </a:lnTo>
                  <a:lnTo>
                    <a:pt x="0" y="1487"/>
                  </a:lnTo>
                  <a:lnTo>
                    <a:pt x="463" y="1720"/>
                  </a:lnTo>
                  <a:lnTo>
                    <a:pt x="463" y="1463"/>
                  </a:lnTo>
                  <a:lnTo>
                    <a:pt x="232" y="1346"/>
                  </a:lnTo>
                  <a:lnTo>
                    <a:pt x="232" y="11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F3541"/>
                </a:solidFill>
                <a:effectLst/>
                <a:uLnTx/>
                <a:uFillTx/>
                <a:latin typeface="Verdana" panose="020B0604030504040204" pitchFamily="34" charset="0"/>
              </a:endParaRPr>
            </a:p>
          </p:txBody>
        </p:sp>
        <p:sp>
          <p:nvSpPr>
            <p:cNvPr id="7" name="Freeform 6">
              <a:extLst>
                <a:ext uri="{FF2B5EF4-FFF2-40B4-BE49-F238E27FC236}">
                  <a16:creationId xmlns:a16="http://schemas.microsoft.com/office/drawing/2014/main" id="{0A7DE99E-5356-58A6-58BE-A8F3C57952BE}"/>
                </a:ext>
              </a:extLst>
            </p:cNvPr>
            <p:cNvSpPr>
              <a:spLocks/>
            </p:cNvSpPr>
            <p:nvPr userDrawn="1"/>
          </p:nvSpPr>
          <p:spPr bwMode="auto">
            <a:xfrm>
              <a:off x="4481" y="1683"/>
              <a:ext cx="463" cy="1720"/>
            </a:xfrm>
            <a:custGeom>
              <a:avLst/>
              <a:gdLst>
                <a:gd name="T0" fmla="*/ 231 w 463"/>
                <a:gd name="T1" fmla="*/ 1604 h 1720"/>
                <a:gd name="T2" fmla="*/ 463 w 463"/>
                <a:gd name="T3" fmla="*/ 1720 h 1720"/>
                <a:gd name="T4" fmla="*/ 463 w 463"/>
                <a:gd name="T5" fmla="*/ 233 h 1720"/>
                <a:gd name="T6" fmla="*/ 0 w 463"/>
                <a:gd name="T7" fmla="*/ 0 h 1720"/>
                <a:gd name="T8" fmla="*/ 0 w 463"/>
                <a:gd name="T9" fmla="*/ 257 h 1720"/>
                <a:gd name="T10" fmla="*/ 231 w 463"/>
                <a:gd name="T11" fmla="*/ 374 h 1720"/>
                <a:gd name="T12" fmla="*/ 231 w 463"/>
                <a:gd name="T13" fmla="*/ 1604 h 1720"/>
              </a:gdLst>
              <a:ahLst/>
              <a:cxnLst>
                <a:cxn ang="0">
                  <a:pos x="T0" y="T1"/>
                </a:cxn>
                <a:cxn ang="0">
                  <a:pos x="T2" y="T3"/>
                </a:cxn>
                <a:cxn ang="0">
                  <a:pos x="T4" y="T5"/>
                </a:cxn>
                <a:cxn ang="0">
                  <a:pos x="T6" y="T7"/>
                </a:cxn>
                <a:cxn ang="0">
                  <a:pos x="T8" y="T9"/>
                </a:cxn>
                <a:cxn ang="0">
                  <a:pos x="T10" y="T11"/>
                </a:cxn>
                <a:cxn ang="0">
                  <a:pos x="T12" y="T13"/>
                </a:cxn>
              </a:cxnLst>
              <a:rect l="0" t="0" r="r" b="b"/>
              <a:pathLst>
                <a:path w="463" h="1720">
                  <a:moveTo>
                    <a:pt x="231" y="1604"/>
                  </a:moveTo>
                  <a:lnTo>
                    <a:pt x="463" y="1720"/>
                  </a:lnTo>
                  <a:lnTo>
                    <a:pt x="463" y="233"/>
                  </a:lnTo>
                  <a:lnTo>
                    <a:pt x="0" y="0"/>
                  </a:lnTo>
                  <a:lnTo>
                    <a:pt x="0" y="257"/>
                  </a:lnTo>
                  <a:lnTo>
                    <a:pt x="231" y="374"/>
                  </a:lnTo>
                  <a:lnTo>
                    <a:pt x="231" y="1604"/>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F3541"/>
                </a:solidFill>
                <a:effectLst/>
                <a:uLnTx/>
                <a:uFillTx/>
                <a:latin typeface="Verdana" panose="020B0604030504040204" pitchFamily="34" charset="0"/>
              </a:endParaRPr>
            </a:p>
          </p:txBody>
        </p:sp>
      </p:grpSp>
      <p:sp>
        <p:nvSpPr>
          <p:cNvPr id="8" name="Footer Placeholder 7">
            <a:extLst>
              <a:ext uri="{FF2B5EF4-FFF2-40B4-BE49-F238E27FC236}">
                <a16:creationId xmlns:a16="http://schemas.microsoft.com/office/drawing/2014/main" id="{57E0209E-58FE-65A9-A756-1EFB127AEF89}"/>
              </a:ext>
            </a:extLst>
          </p:cNvPr>
          <p:cNvSpPr>
            <a:spLocks noGrp="1"/>
          </p:cNvSpPr>
          <p:nvPr>
            <p:ph type="ftr" sz="quarter" idx="14"/>
          </p:nvPr>
        </p:nvSpPr>
        <p:spPr/>
        <p:txBody>
          <a:bodyPr/>
          <a:lstStyle/>
          <a:p>
            <a:pPr>
              <a:buClr>
                <a:schemeClr val="tx2"/>
              </a:buClr>
              <a:buSzPct val="120000"/>
              <a:buFont typeface="Verdana" panose="020F0502020204030204" pitchFamily="34" charset="0"/>
              <a:buNone/>
            </a:pPr>
            <a:endParaRPr lang="en-US"/>
          </a:p>
        </p:txBody>
      </p:sp>
      <p:sp>
        <p:nvSpPr>
          <p:cNvPr id="4" name="Date Placeholder 3">
            <a:extLst>
              <a:ext uri="{FF2B5EF4-FFF2-40B4-BE49-F238E27FC236}">
                <a16:creationId xmlns:a16="http://schemas.microsoft.com/office/drawing/2014/main" id="{7F201A56-91AC-E9BB-5AC3-0E78DD8A2D0D}"/>
              </a:ext>
            </a:extLst>
          </p:cNvPr>
          <p:cNvSpPr>
            <a:spLocks noGrp="1"/>
          </p:cNvSpPr>
          <p:nvPr>
            <p:ph type="dt" sz="half" idx="13"/>
          </p:nvPr>
        </p:nvSpPr>
        <p:spPr/>
        <p:txBody>
          <a:bodyPr/>
          <a:lstStyle/>
          <a:p>
            <a:pPr algn="r">
              <a:buClr>
                <a:schemeClr val="tx2"/>
              </a:buClr>
              <a:buSzPct val="120000"/>
              <a:buFont typeface="Verdana" panose="020F0502020204030204" pitchFamily="34" charset="0"/>
              <a:buNone/>
            </a:pPr>
            <a:fld id="{7E41EA80-3ECC-4E9E-BDED-596FA76E9088}" type="datetimeFigureOut">
              <a:rPr lang="en-US" smtClean="0"/>
              <a:pPr algn="r">
                <a:buClr>
                  <a:schemeClr val="tx2"/>
                </a:buClr>
                <a:buSzPct val="120000"/>
                <a:buFont typeface="Verdana" panose="020F0502020204030204" pitchFamily="34" charset="0"/>
                <a:buNone/>
              </a:pPr>
              <a:t>1/14/2026</a:t>
            </a:fld>
            <a:endParaRPr lang="en-US"/>
          </a:p>
        </p:txBody>
      </p:sp>
      <p:sp>
        <p:nvSpPr>
          <p:cNvPr id="9" name="Slide Number Placeholder 8">
            <a:extLst>
              <a:ext uri="{FF2B5EF4-FFF2-40B4-BE49-F238E27FC236}">
                <a16:creationId xmlns:a16="http://schemas.microsoft.com/office/drawing/2014/main" id="{5A78B26E-FDE5-346C-3B2D-042F602F4C79}"/>
              </a:ext>
            </a:extLst>
          </p:cNvPr>
          <p:cNvSpPr>
            <a:spLocks noGrp="1"/>
          </p:cNvSpPr>
          <p:nvPr>
            <p:ph type="sldNum" sz="quarter" idx="15"/>
          </p:nvPr>
        </p:nvSpPr>
        <p:spPr/>
        <p:txBody>
          <a:bodyPr vert="horz" wrap="square" lIns="0" tIns="0" rIns="0" bIns="0" rtlCol="0" anchor="b" anchorCtr="0">
            <a:spAutoFit/>
          </a:bodyPr>
          <a:lstStyle>
            <a:lvl1pPr>
              <a:defRPr lang="en-GB" smtClean="0"/>
            </a:lvl1pPr>
          </a:lstStyle>
          <a:p>
            <a:pPr>
              <a:buClr>
                <a:schemeClr val="tx2"/>
              </a:buClr>
              <a:buSzPct val="120000"/>
              <a:buFont typeface="Verdana" panose="020F0502020204030204" pitchFamily="34" charset="0"/>
              <a:buNone/>
            </a:pPr>
            <a:fld id="{68C08D16-C227-489D-8B10-B6EE065660A6}" type="slidenum">
              <a:rPr lang="en-GB" smtClean="0"/>
              <a:pPr>
                <a:buClr>
                  <a:schemeClr val="tx2"/>
                </a:buClr>
                <a:buSzPct val="120000"/>
                <a:buFont typeface="Verdana" panose="020F0502020204030204" pitchFamily="34" charset="0"/>
                <a:buNone/>
              </a:pPr>
              <a:t>‹#›</a:t>
            </a:fld>
            <a:endParaRPr lang="en-GB"/>
          </a:p>
        </p:txBody>
      </p:sp>
    </p:spTree>
    <p:extLst>
      <p:ext uri="{BB962C8B-B14F-4D97-AF65-F5344CB8AC3E}">
        <p14:creationId xmlns:p14="http://schemas.microsoft.com/office/powerpoint/2010/main" val="31045069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hank You (Picture)">
    <p:bg>
      <p:bgPr>
        <a:gradFill>
          <a:gsLst>
            <a:gs pos="100000">
              <a:srgbClr val="0C0B26"/>
            </a:gs>
            <a:gs pos="0">
              <a:schemeClr val="bg2">
                <a:lumMod val="50000"/>
              </a:schemeClr>
            </a:gs>
          </a:gsLst>
          <a:lin ang="5400000" scaled="1"/>
        </a:gra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BAC482D-C226-150D-F9ED-296CB65EBBC9}"/>
              </a:ext>
            </a:extLst>
          </p:cNvPr>
          <p:cNvSpPr>
            <a:spLocks noGrp="1"/>
          </p:cNvSpPr>
          <p:nvPr>
            <p:ph type="title" hasCustomPrompt="1"/>
          </p:nvPr>
        </p:nvSpPr>
        <p:spPr>
          <a:xfrm>
            <a:off x="546100" y="1524001"/>
            <a:ext cx="5486400" cy="2317750"/>
          </a:xfrm>
        </p:spPr>
        <p:txBody>
          <a:bodyPr tIns="0" anchor="b" anchorCtr="0">
            <a:normAutofit/>
          </a:bodyPr>
          <a:lstStyle>
            <a:lvl1pPr>
              <a:defRPr sz="4400">
                <a:solidFill>
                  <a:schemeClr val="accent2"/>
                </a:solidFill>
              </a:defRPr>
            </a:lvl1pPr>
          </a:lstStyle>
          <a:p>
            <a:r>
              <a:rPr lang="en-US"/>
              <a:t>Thank You</a:t>
            </a:r>
          </a:p>
        </p:txBody>
      </p:sp>
      <p:sp>
        <p:nvSpPr>
          <p:cNvPr id="24" name="Text Placeholder 23">
            <a:extLst>
              <a:ext uri="{FF2B5EF4-FFF2-40B4-BE49-F238E27FC236}">
                <a16:creationId xmlns:a16="http://schemas.microsoft.com/office/drawing/2014/main" id="{1B428791-4878-48B9-0BCA-757F793DFFBB}"/>
              </a:ext>
            </a:extLst>
          </p:cNvPr>
          <p:cNvSpPr>
            <a:spLocks noGrp="1"/>
          </p:cNvSpPr>
          <p:nvPr userDrawn="1">
            <p:ph type="body" sz="quarter" idx="18" hasCustomPrompt="1"/>
          </p:nvPr>
        </p:nvSpPr>
        <p:spPr>
          <a:xfrm>
            <a:off x="546100" y="3967163"/>
            <a:ext cx="5486400" cy="1222375"/>
          </a:xfrm>
        </p:spPr>
        <p:txBody>
          <a:bodyPr lIns="0" tIns="0" rIns="0" bIns="0" anchor="t"/>
          <a:lstStyle>
            <a:lvl1pPr marL="0" indent="0" algn="l" defTabSz="914400" rtl="0" eaLnBrk="1" latinLnBrk="0" hangingPunct="1">
              <a:lnSpc>
                <a:spcPct val="100000"/>
              </a:lnSpc>
              <a:spcBef>
                <a:spcPts val="0"/>
              </a:spcBef>
              <a:buClr>
                <a:schemeClr val="tx2"/>
              </a:buClr>
              <a:buSzPct val="120000"/>
              <a:buFont typeface="Verdana" panose="020B0602030504020204" pitchFamily="34" charset="0"/>
              <a:buNone/>
              <a:defRPr>
                <a:solidFill>
                  <a:schemeClr val="tx1"/>
                </a:solidFill>
              </a:defRPr>
            </a:lvl1pPr>
            <a:lvl2pPr marL="457200" indent="0">
              <a:buNone/>
              <a:defRPr/>
            </a:lvl2pPr>
            <a:lvl3pPr marL="914400" indent="0">
              <a:buNone/>
              <a:defRPr/>
            </a:lvl3pPr>
            <a:lvl4pPr marL="1371600" indent="0">
              <a:buNone/>
              <a:defRPr/>
            </a:lvl4pPr>
            <a:lvl5pPr marL="1828800" indent="0">
              <a:buFont typeface="Verdana" panose="020B0604020202020204" pitchFamily="34" charset="0"/>
              <a:buNone/>
              <a:defRPr/>
            </a:lvl5pPr>
          </a:lstStyle>
          <a:p>
            <a:pPr marL="0" lvl="0" indent="0" algn="l" defTabSz="914400" rtl="0" eaLnBrk="1" latinLnBrk="0" hangingPunct="1">
              <a:lnSpc>
                <a:spcPct val="90000"/>
              </a:lnSpc>
              <a:spcBef>
                <a:spcPts val="1000"/>
              </a:spcBef>
              <a:buClr>
                <a:schemeClr val="tx2"/>
              </a:buClr>
              <a:buSzPct val="120000"/>
              <a:buFont typeface="Verdana" panose="020B0602030504020204" pitchFamily="34" charset="0"/>
              <a:buNone/>
            </a:pPr>
            <a:r>
              <a:rPr lang="en-US"/>
              <a:t xml:space="preserve">Click to add subtitle, use font size 18, </a:t>
            </a:r>
            <a:br>
              <a:rPr lang="en-US"/>
            </a:br>
            <a:r>
              <a:rPr lang="en-US"/>
              <a:t>sentence case</a:t>
            </a:r>
          </a:p>
        </p:txBody>
      </p:sp>
      <p:sp>
        <p:nvSpPr>
          <p:cNvPr id="9" name="Picture Placeholder 8">
            <a:extLst>
              <a:ext uri="{FF2B5EF4-FFF2-40B4-BE49-F238E27FC236}">
                <a16:creationId xmlns:a16="http://schemas.microsoft.com/office/drawing/2014/main" id="{F20F6BA9-3F42-B62D-4399-F81E1CEF2A04}"/>
              </a:ext>
            </a:extLst>
          </p:cNvPr>
          <p:cNvSpPr>
            <a:spLocks noGrp="1"/>
          </p:cNvSpPr>
          <p:nvPr>
            <p:ph type="pic" sz="quarter" idx="28" hasCustomPrompt="1"/>
          </p:nvPr>
        </p:nvSpPr>
        <p:spPr>
          <a:xfrm>
            <a:off x="7051072" y="-507998"/>
            <a:ext cx="3576255" cy="8052777"/>
          </a:xfrm>
          <a:custGeom>
            <a:avLst/>
            <a:gdLst>
              <a:gd name="connsiteX0" fmla="*/ 0 w 3576255"/>
              <a:gd name="connsiteY0" fmla="*/ 0 h 8052777"/>
              <a:gd name="connsiteX1" fmla="*/ 3576255 w 3576255"/>
              <a:gd name="connsiteY1" fmla="*/ 1774552 h 8052777"/>
              <a:gd name="connsiteX2" fmla="*/ 3576255 w 3576255"/>
              <a:gd name="connsiteY2" fmla="*/ 8052777 h 8052777"/>
              <a:gd name="connsiteX3" fmla="*/ 0 w 3576255"/>
              <a:gd name="connsiteY3" fmla="*/ 6278225 h 8052777"/>
            </a:gdLst>
            <a:ahLst/>
            <a:cxnLst>
              <a:cxn ang="0">
                <a:pos x="connsiteX0" y="connsiteY0"/>
              </a:cxn>
              <a:cxn ang="0">
                <a:pos x="connsiteX1" y="connsiteY1"/>
              </a:cxn>
              <a:cxn ang="0">
                <a:pos x="connsiteX2" y="connsiteY2"/>
              </a:cxn>
              <a:cxn ang="0">
                <a:pos x="connsiteX3" y="connsiteY3"/>
              </a:cxn>
            </a:cxnLst>
            <a:rect l="l" t="t" r="r" b="b"/>
            <a:pathLst>
              <a:path w="3576255" h="8052777">
                <a:moveTo>
                  <a:pt x="0" y="0"/>
                </a:moveTo>
                <a:lnTo>
                  <a:pt x="3576255" y="1774552"/>
                </a:lnTo>
                <a:lnTo>
                  <a:pt x="3576255" y="8052777"/>
                </a:lnTo>
                <a:lnTo>
                  <a:pt x="0" y="6278225"/>
                </a:lnTo>
                <a:close/>
              </a:path>
            </a:pathLst>
          </a:custGeom>
          <a:solidFill>
            <a:schemeClr val="bg2"/>
          </a:solidFill>
          <a:effectLst>
            <a:outerShdw blurRad="254000" algn="ctr" rotWithShape="0">
              <a:prstClr val="black">
                <a:alpha val="20000"/>
              </a:prstClr>
            </a:outerShdw>
          </a:effectLst>
        </p:spPr>
        <p:txBody>
          <a:bodyPr wrap="square" lIns="360000" tIns="2556000" rIns="360000">
            <a:noAutofit/>
          </a:bodyPr>
          <a:lstStyle>
            <a:lvl1pPr marL="0" indent="0" algn="ctr">
              <a:buFontTx/>
              <a:buNone/>
              <a:defRPr sz="12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t>Click the icon to add an image. To scale or reposition the image in the frame, use the ‘Crop’ options in the ‘Picture Format’ tab. Right-click on image to add or edit alt text.</a:t>
            </a:r>
          </a:p>
          <a:p>
            <a:endParaRPr lang="en-US"/>
          </a:p>
        </p:txBody>
      </p:sp>
      <p:sp>
        <p:nvSpPr>
          <p:cNvPr id="18" name="Freeform: Shape 17">
            <a:extLst>
              <a:ext uri="{FF2B5EF4-FFF2-40B4-BE49-F238E27FC236}">
                <a16:creationId xmlns:a16="http://schemas.microsoft.com/office/drawing/2014/main" id="{BB97B7E6-79FF-1035-79D6-97D4BA11311C}"/>
              </a:ext>
              <a:ext uri="{C183D7F6-B498-43B3-948B-1728B52AA6E4}">
                <adec:decorative xmlns:adec="http://schemas.microsoft.com/office/drawing/2017/decorative" val="1"/>
              </a:ext>
            </a:extLst>
          </p:cNvPr>
          <p:cNvSpPr/>
          <p:nvPr userDrawn="1"/>
        </p:nvSpPr>
        <p:spPr>
          <a:xfrm>
            <a:off x="6170353" y="4635500"/>
            <a:ext cx="557347" cy="1651000"/>
          </a:xfrm>
          <a:custGeom>
            <a:avLst/>
            <a:gdLst>
              <a:gd name="connsiteX0" fmla="*/ 0 w 3030784"/>
              <a:gd name="connsiteY0" fmla="*/ 0 h 8977922"/>
              <a:gd name="connsiteX1" fmla="*/ 3030784 w 3030784"/>
              <a:gd name="connsiteY1" fmla="*/ 1503885 h 8977922"/>
              <a:gd name="connsiteX2" fmla="*/ 3030784 w 3030784"/>
              <a:gd name="connsiteY2" fmla="*/ 8977922 h 8977922"/>
              <a:gd name="connsiteX3" fmla="*/ 0 w 3030784"/>
              <a:gd name="connsiteY3" fmla="*/ 7474037 h 8977922"/>
            </a:gdLst>
            <a:ahLst/>
            <a:cxnLst>
              <a:cxn ang="0">
                <a:pos x="connsiteX0" y="connsiteY0"/>
              </a:cxn>
              <a:cxn ang="0">
                <a:pos x="connsiteX1" y="connsiteY1"/>
              </a:cxn>
              <a:cxn ang="0">
                <a:pos x="connsiteX2" y="connsiteY2"/>
              </a:cxn>
              <a:cxn ang="0">
                <a:pos x="connsiteX3" y="connsiteY3"/>
              </a:cxn>
            </a:cxnLst>
            <a:rect l="l" t="t" r="r" b="b"/>
            <a:pathLst>
              <a:path w="3030784" h="8977922">
                <a:moveTo>
                  <a:pt x="0" y="0"/>
                </a:moveTo>
                <a:lnTo>
                  <a:pt x="3030784" y="1503885"/>
                </a:lnTo>
                <a:lnTo>
                  <a:pt x="3030784" y="8977922"/>
                </a:lnTo>
                <a:lnTo>
                  <a:pt x="0" y="7474037"/>
                </a:lnTo>
                <a:close/>
              </a:path>
            </a:pathLst>
          </a:custGeom>
          <a:noFill/>
          <a:ln w="19050" cap="flat">
            <a:gradFill flip="none" rotWithShape="1">
              <a:gsLst>
                <a:gs pos="0">
                  <a:schemeClr val="accent4"/>
                </a:gs>
                <a:gs pos="100000">
                  <a:srgbClr val="2F2A95"/>
                </a:gs>
              </a:gsLst>
              <a:lin ang="5400000" scaled="1"/>
              <a:tileRect/>
            </a:gradFill>
            <a:prstDash val="solid"/>
            <a:miter/>
          </a:ln>
          <a:effectLst>
            <a:outerShdw blurRad="190500" algn="ctr" rotWithShape="0">
              <a:prstClr val="black">
                <a:alpha val="25000"/>
              </a:prstClr>
            </a:outerShdw>
          </a:effectLst>
        </p:spPr>
        <p:txBody>
          <a:bodyPr rtlCol="0" anchor="ctr"/>
          <a:lstStyle/>
          <a:p>
            <a:pPr marR="0" lvl="0" indent="0" defTabSz="2665918" fontAlgn="auto">
              <a:lnSpc>
                <a:spcPct val="100000"/>
              </a:lnSpc>
              <a:spcBef>
                <a:spcPts val="2918"/>
              </a:spcBef>
              <a:spcAft>
                <a:spcPts val="0"/>
              </a:spcAft>
              <a:buClr>
                <a:srgbClr val="F2F2F2"/>
              </a:buClr>
              <a:buSzTx/>
              <a:buFontTx/>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19" name="Freeform: Shape 18">
            <a:extLst>
              <a:ext uri="{FF2B5EF4-FFF2-40B4-BE49-F238E27FC236}">
                <a16:creationId xmlns:a16="http://schemas.microsoft.com/office/drawing/2014/main" id="{F09BB291-4B51-DA63-86CC-144EE928470D}"/>
              </a:ext>
              <a:ext uri="{C183D7F6-B498-43B3-948B-1728B52AA6E4}">
                <adec:decorative xmlns:adec="http://schemas.microsoft.com/office/drawing/2017/decorative" val="1"/>
              </a:ext>
            </a:extLst>
          </p:cNvPr>
          <p:cNvSpPr/>
          <p:nvPr userDrawn="1"/>
        </p:nvSpPr>
        <p:spPr>
          <a:xfrm>
            <a:off x="11106220" y="4470400"/>
            <a:ext cx="539680" cy="1816100"/>
          </a:xfrm>
          <a:custGeom>
            <a:avLst/>
            <a:gdLst>
              <a:gd name="connsiteX0" fmla="*/ 0 w 701962"/>
              <a:gd name="connsiteY0" fmla="*/ 0 h 2362201"/>
              <a:gd name="connsiteX1" fmla="*/ 701962 w 701962"/>
              <a:gd name="connsiteY1" fmla="*/ 348316 h 2362201"/>
              <a:gd name="connsiteX2" fmla="*/ 701962 w 701962"/>
              <a:gd name="connsiteY2" fmla="*/ 780116 h 2362201"/>
              <a:gd name="connsiteX3" fmla="*/ 701962 w 701962"/>
              <a:gd name="connsiteY3" fmla="*/ 1930401 h 2362201"/>
              <a:gd name="connsiteX4" fmla="*/ 701962 w 701962"/>
              <a:gd name="connsiteY4" fmla="*/ 2362201 h 2362201"/>
              <a:gd name="connsiteX5" fmla="*/ 0 w 701962"/>
              <a:gd name="connsiteY5" fmla="*/ 2013886 h 2362201"/>
              <a:gd name="connsiteX6" fmla="*/ 0 w 701962"/>
              <a:gd name="connsiteY6" fmla="*/ 1582086 h 2362201"/>
              <a:gd name="connsiteX7" fmla="*/ 0 w 701962"/>
              <a:gd name="connsiteY7" fmla="*/ 431800 h 2362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01962" h="2362201">
                <a:moveTo>
                  <a:pt x="0" y="0"/>
                </a:moveTo>
                <a:lnTo>
                  <a:pt x="701962" y="348316"/>
                </a:lnTo>
                <a:lnTo>
                  <a:pt x="701962" y="780116"/>
                </a:lnTo>
                <a:lnTo>
                  <a:pt x="701962" y="1930401"/>
                </a:lnTo>
                <a:lnTo>
                  <a:pt x="701962" y="2362201"/>
                </a:lnTo>
                <a:lnTo>
                  <a:pt x="0" y="2013886"/>
                </a:lnTo>
                <a:lnTo>
                  <a:pt x="0" y="1582086"/>
                </a:lnTo>
                <a:lnTo>
                  <a:pt x="0" y="431800"/>
                </a:lnTo>
                <a:close/>
              </a:path>
            </a:pathLst>
          </a:custGeom>
          <a:gradFill flip="none" rotWithShape="1">
            <a:gsLst>
              <a:gs pos="0">
                <a:srgbClr val="78E3DE"/>
              </a:gs>
              <a:gs pos="100000">
                <a:srgbClr val="00B2A9">
                  <a:alpha val="90000"/>
                </a:srgbClr>
              </a:gs>
            </a:gsLst>
            <a:lin ang="6900000" scaled="0"/>
            <a:tileRect/>
          </a:gradFill>
          <a:ln w="19050" cap="flat">
            <a:gradFill>
              <a:gsLst>
                <a:gs pos="0">
                  <a:srgbClr val="00B2A9"/>
                </a:gs>
                <a:gs pos="100000">
                  <a:srgbClr val="00B2A9">
                    <a:lumMod val="50000"/>
                  </a:srgbClr>
                </a:gs>
              </a:gsLst>
              <a:lin ang="5400000" scaled="1"/>
            </a:gradFill>
            <a:prstDash val="solid"/>
            <a:miter/>
          </a:ln>
          <a:effectLst>
            <a:outerShdw blurRad="190500" algn="ctr" rotWithShape="0">
              <a:prstClr val="black">
                <a:alpha val="25000"/>
              </a:prstClr>
            </a:outerShdw>
          </a:effectLst>
        </p:spPr>
        <p:txBody>
          <a:bodyPr vert="horz" wrap="square" lIns="91440" tIns="45720" rIns="91440" bIns="45720" rtlCol="0" anchor="ctr">
            <a:noAutofit/>
          </a:bodyPr>
          <a:lstStyle/>
          <a:p>
            <a:pPr marR="0" lvl="0" indent="0" defTabSz="2665918" fontAlgn="auto">
              <a:lnSpc>
                <a:spcPct val="100000"/>
              </a:lnSpc>
              <a:spcBef>
                <a:spcPts val="2918"/>
              </a:spcBef>
              <a:spcAft>
                <a:spcPts val="0"/>
              </a:spcAft>
              <a:buClr>
                <a:srgbClr val="F2F2F2"/>
              </a:buClr>
              <a:buSzTx/>
              <a:buFontTx/>
              <a:buNone/>
              <a:tabLst/>
            </a:pPr>
            <a:endParaRPr kumimoji="0" lang="en-US" sz="1200" b="0" i="0" u="none" strike="noStrike" kern="0" cap="none" spc="0" normalizeH="0" baseline="0" noProof="0">
              <a:ln>
                <a:noFill/>
              </a:ln>
              <a:solidFill>
                <a:srgbClr val="FFFFFF">
                  <a:alpha val="0"/>
                </a:srgbClr>
              </a:solidFill>
              <a:effectLst/>
              <a:uLnTx/>
              <a:uFillTx/>
              <a:latin typeface="Verdana" panose="020B0604030504040204" pitchFamily="34" charset="0"/>
            </a:endParaRPr>
          </a:p>
        </p:txBody>
      </p:sp>
      <p:sp>
        <p:nvSpPr>
          <p:cNvPr id="34" name="Text Placeholder 33">
            <a:extLst>
              <a:ext uri="{FF2B5EF4-FFF2-40B4-BE49-F238E27FC236}">
                <a16:creationId xmlns:a16="http://schemas.microsoft.com/office/drawing/2014/main" id="{4DB4D9DB-D366-2538-B48B-36DCBB688E84}"/>
              </a:ext>
              <a:ext uri="{C183D7F6-B498-43B3-948B-1728B52AA6E4}">
                <adec:decorative xmlns:adec="http://schemas.microsoft.com/office/drawing/2017/decorative" val="1"/>
              </a:ext>
            </a:extLst>
          </p:cNvPr>
          <p:cNvSpPr>
            <a:spLocks noGrp="1"/>
          </p:cNvSpPr>
          <p:nvPr>
            <p:ph type="body" sz="quarter" idx="24"/>
          </p:nvPr>
        </p:nvSpPr>
        <p:spPr>
          <a:xfrm>
            <a:off x="10375900" y="698500"/>
            <a:ext cx="557347" cy="1651000"/>
          </a:xfrm>
          <a:custGeom>
            <a:avLst/>
            <a:gdLst>
              <a:gd name="connsiteX0" fmla="*/ 0 w 557347"/>
              <a:gd name="connsiteY0" fmla="*/ 0 h 1651000"/>
              <a:gd name="connsiteX1" fmla="*/ 557347 w 557347"/>
              <a:gd name="connsiteY1" fmla="*/ 276558 h 1651000"/>
              <a:gd name="connsiteX2" fmla="*/ 557347 w 557347"/>
              <a:gd name="connsiteY2" fmla="*/ 1651000 h 1651000"/>
              <a:gd name="connsiteX3" fmla="*/ 0 w 557347"/>
              <a:gd name="connsiteY3" fmla="*/ 1374442 h 1651000"/>
            </a:gdLst>
            <a:ahLst/>
            <a:cxnLst>
              <a:cxn ang="0">
                <a:pos x="connsiteX0" y="connsiteY0"/>
              </a:cxn>
              <a:cxn ang="0">
                <a:pos x="connsiteX1" y="connsiteY1"/>
              </a:cxn>
              <a:cxn ang="0">
                <a:pos x="connsiteX2" y="connsiteY2"/>
              </a:cxn>
              <a:cxn ang="0">
                <a:pos x="connsiteX3" y="connsiteY3"/>
              </a:cxn>
            </a:cxnLst>
            <a:rect l="l" t="t" r="r" b="b"/>
            <a:pathLst>
              <a:path w="557347" h="1651000">
                <a:moveTo>
                  <a:pt x="0" y="0"/>
                </a:moveTo>
                <a:lnTo>
                  <a:pt x="557347" y="276558"/>
                </a:lnTo>
                <a:lnTo>
                  <a:pt x="557347" y="1651000"/>
                </a:lnTo>
                <a:lnTo>
                  <a:pt x="0" y="1374442"/>
                </a:lnTo>
                <a:close/>
              </a:path>
            </a:pathLst>
          </a:custGeom>
          <a:noFill/>
          <a:ln w="19050" cap="flat">
            <a:gradFill flip="none" rotWithShape="1">
              <a:gsLst>
                <a:gs pos="21000">
                  <a:schemeClr val="tx2"/>
                </a:gs>
                <a:gs pos="10000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lvl1pPr>
              <a:buFontTx/>
              <a:buNone/>
              <a:defRPr kumimoji="0" lang="en-US" sz="100" b="0" i="0" u="none" strike="noStrike" cap="none" spc="0" normalizeH="0" baseline="0" dirty="0">
                <a:ln>
                  <a:noFill/>
                </a:ln>
                <a:solidFill>
                  <a:srgbClr val="FFFFFF">
                    <a:alpha val="0"/>
                  </a:srgbClr>
                </a:solidFill>
                <a:effectLst/>
                <a:uLnTx/>
                <a:uFillTx/>
                <a:latin typeface="Verdana" panose="020B0604030504040204" pitchFamily="34" charset="0"/>
              </a:defRPr>
            </a:lvl1pPr>
          </a:lstStyle>
          <a:p>
            <a:pPr marL="0" marR="0" lvl="0" indent="0" defTabSz="2665918" fontAlgn="auto">
              <a:spcBef>
                <a:spcPts val="2918"/>
              </a:spcBef>
              <a:spcAft>
                <a:spcPts val="0"/>
              </a:spcAft>
              <a:buClr>
                <a:srgbClr val="F2F2F2"/>
              </a:buClr>
              <a:tabLst/>
            </a:pPr>
            <a:r>
              <a:rPr lang="en-US"/>
              <a:t>Click to edit Master text styles</a:t>
            </a:r>
          </a:p>
        </p:txBody>
      </p:sp>
      <p:sp>
        <p:nvSpPr>
          <p:cNvPr id="28" name="Text Placeholder 27">
            <a:extLst>
              <a:ext uri="{FF2B5EF4-FFF2-40B4-BE49-F238E27FC236}">
                <a16:creationId xmlns:a16="http://schemas.microsoft.com/office/drawing/2014/main" id="{E8005CB4-E4F8-2AB3-56A2-7D9C9C29295E}"/>
              </a:ext>
              <a:ext uri="{C183D7F6-B498-43B3-948B-1728B52AA6E4}">
                <adec:decorative xmlns:adec="http://schemas.microsoft.com/office/drawing/2017/decorative" val="1"/>
              </a:ext>
            </a:extLst>
          </p:cNvPr>
          <p:cNvSpPr>
            <a:spLocks noGrp="1"/>
          </p:cNvSpPr>
          <p:nvPr>
            <p:ph type="body" sz="quarter" idx="23" hasCustomPrompt="1"/>
          </p:nvPr>
        </p:nvSpPr>
        <p:spPr>
          <a:xfrm>
            <a:off x="6819332" y="2298700"/>
            <a:ext cx="539680" cy="1816100"/>
          </a:xfrm>
          <a:custGeom>
            <a:avLst/>
            <a:gdLst>
              <a:gd name="connsiteX0" fmla="*/ 0 w 539680"/>
              <a:gd name="connsiteY0" fmla="*/ 0 h 1816100"/>
              <a:gd name="connsiteX1" fmla="*/ 539680 w 539680"/>
              <a:gd name="connsiteY1" fmla="*/ 267791 h 1816100"/>
              <a:gd name="connsiteX2" fmla="*/ 539680 w 539680"/>
              <a:gd name="connsiteY2" fmla="*/ 599767 h 1816100"/>
              <a:gd name="connsiteX3" fmla="*/ 539680 w 539680"/>
              <a:gd name="connsiteY3" fmla="*/ 1484125 h 1816100"/>
              <a:gd name="connsiteX4" fmla="*/ 539680 w 539680"/>
              <a:gd name="connsiteY4" fmla="*/ 1816100 h 1816100"/>
              <a:gd name="connsiteX5" fmla="*/ 0 w 539680"/>
              <a:gd name="connsiteY5" fmla="*/ 1548310 h 1816100"/>
              <a:gd name="connsiteX6" fmla="*/ 0 w 539680"/>
              <a:gd name="connsiteY6" fmla="*/ 1216335 h 1816100"/>
              <a:gd name="connsiteX7" fmla="*/ 0 w 539680"/>
              <a:gd name="connsiteY7" fmla="*/ 331975 h 1816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9680" h="1816100">
                <a:moveTo>
                  <a:pt x="0" y="0"/>
                </a:moveTo>
                <a:lnTo>
                  <a:pt x="539680" y="267791"/>
                </a:lnTo>
                <a:lnTo>
                  <a:pt x="539680" y="599767"/>
                </a:lnTo>
                <a:lnTo>
                  <a:pt x="539680" y="1484125"/>
                </a:lnTo>
                <a:lnTo>
                  <a:pt x="539680" y="1816100"/>
                </a:lnTo>
                <a:lnTo>
                  <a:pt x="0" y="1548310"/>
                </a:lnTo>
                <a:lnTo>
                  <a:pt x="0" y="1216335"/>
                </a:lnTo>
                <a:lnTo>
                  <a:pt x="0" y="331975"/>
                </a:lnTo>
                <a:close/>
              </a:path>
            </a:pathLst>
          </a:custGeom>
          <a:gradFill>
            <a:gsLst>
              <a:gs pos="100000">
                <a:srgbClr val="2F2A95">
                  <a:lumMod val="96000"/>
                  <a:alpha val="90000"/>
                </a:srgbClr>
              </a:gs>
              <a:gs pos="0">
                <a:srgbClr val="92C0E9"/>
              </a:gs>
            </a:gsLst>
            <a:lin ang="6900000" scaled="0"/>
          </a:gradFill>
          <a:ln w="19050" cap="flat">
            <a:gradFill flip="none" rotWithShape="1">
              <a:gsLst>
                <a:gs pos="0">
                  <a:srgbClr val="92C0E9"/>
                </a:gs>
                <a:gs pos="100000">
                  <a:srgbClr val="2F2A95"/>
                </a:gs>
              </a:gsLst>
              <a:lin ang="5400000" scaled="1"/>
              <a:tileRect/>
            </a:gradFill>
            <a:prstDash val="solid"/>
            <a:miter/>
          </a:ln>
          <a:effectLst>
            <a:outerShdw blurRad="190500" algn="ctr" rotWithShape="0">
              <a:prstClr val="black">
                <a:alpha val="25000"/>
              </a:prstClr>
            </a:outerShdw>
          </a:effectLst>
        </p:spPr>
        <p:txBody>
          <a:bodyPr wrap="square" rtlCol="0" anchor="ctr">
            <a:noAutofit/>
          </a:bodyPr>
          <a:lstStyle>
            <a:lvl1pPr>
              <a:buFontTx/>
              <a:buNone/>
              <a:defRPr kumimoji="0" lang="en-US" sz="100" b="0" i="0" u="none" strike="noStrike" kern="0" cap="none" spc="0" normalizeH="0" baseline="0" dirty="0">
                <a:ln>
                  <a:noFill/>
                </a:ln>
                <a:solidFill>
                  <a:srgbClr val="FFFFFF">
                    <a:alpha val="0"/>
                  </a:srgbClr>
                </a:solidFill>
                <a:effectLst/>
                <a:uLnTx/>
                <a:uFillTx/>
              </a:defRPr>
            </a:lvl1pPr>
          </a:lstStyle>
          <a:p>
            <a:pPr marL="0" marR="0" lvl="0" indent="0" defTabSz="2665918" fontAlgn="auto">
              <a:spcBef>
                <a:spcPts val="2918"/>
              </a:spcBef>
              <a:spcAft>
                <a:spcPts val="0"/>
              </a:spcAft>
              <a:buClr>
                <a:srgbClr val="F2F2F2"/>
              </a:buClr>
              <a:buSzTx/>
              <a:buFontTx/>
              <a:tabLst/>
            </a:pPr>
            <a:r>
              <a:rPr lang="en-US"/>
              <a:t>hi</a:t>
            </a:r>
          </a:p>
        </p:txBody>
      </p:sp>
      <p:pic>
        <p:nvPicPr>
          <p:cNvPr id="35" name="Graphic 34" descr="InterSystems: Creative data technology">
            <a:extLst>
              <a:ext uri="{FF2B5EF4-FFF2-40B4-BE49-F238E27FC236}">
                <a16:creationId xmlns:a16="http://schemas.microsoft.com/office/drawing/2014/main" id="{F0C72F17-40F0-F9CD-8B0E-F2E0C7B66504}"/>
              </a:ext>
              <a:ext uri="{C183D7F6-B498-43B3-948B-1728B52AA6E4}">
                <adec:decorative xmlns:adec="http://schemas.microsoft.com/office/drawing/2017/decorative" val="0"/>
              </a:ext>
            </a:extLst>
          </p:cNvPr>
          <p:cNvPicPr>
            <a:picLocks noChangeAspect="1"/>
          </p:cNvPicPr>
          <p:nvPr userDrawn="1">
            <p:custDataLst>
              <p:tags r:id="rId1"/>
            </p:custDataLst>
          </p:nvPr>
        </p:nvPicPr>
        <p:blipFill rotWithShape="1">
          <a:blip r:embed="rId3">
            <a:extLst>
              <a:ext uri="{96DAC541-7B7A-43D3-8B79-37D633B846F1}">
                <asvg:svgBlip xmlns:asvg="http://schemas.microsoft.com/office/drawing/2016/SVG/main" r:embed="rId4"/>
              </a:ext>
            </a:extLst>
          </a:blip>
          <a:srcRect l="-1" r="-7033"/>
          <a:stretch/>
        </p:blipFill>
        <p:spPr>
          <a:xfrm>
            <a:off x="570977" y="459740"/>
            <a:ext cx="2375423" cy="591820"/>
          </a:xfrm>
          <a:prstGeom prst="rect">
            <a:avLst/>
          </a:prstGeom>
        </p:spPr>
      </p:pic>
      <p:sp>
        <p:nvSpPr>
          <p:cNvPr id="3" name="Footer Placeholder 2">
            <a:extLst>
              <a:ext uri="{FF2B5EF4-FFF2-40B4-BE49-F238E27FC236}">
                <a16:creationId xmlns:a16="http://schemas.microsoft.com/office/drawing/2014/main" id="{7D544F20-0F5A-DCA7-0A80-A01B2617AE8C}"/>
              </a:ext>
            </a:extLst>
          </p:cNvPr>
          <p:cNvSpPr>
            <a:spLocks noGrp="1"/>
          </p:cNvSpPr>
          <p:nvPr>
            <p:ph type="ftr" sz="quarter" idx="26"/>
          </p:nvPr>
        </p:nvSpPr>
        <p:spPr/>
        <p:txBody>
          <a:bodyPr/>
          <a:lstStyle/>
          <a:p>
            <a:pPr>
              <a:buClr>
                <a:schemeClr val="tx2"/>
              </a:buClr>
              <a:buSzPct val="120000"/>
              <a:buFont typeface="Verdana" panose="020F0502020204030204" pitchFamily="34" charset="0"/>
              <a:buNone/>
            </a:pPr>
            <a:endParaRPr lang="en-US"/>
          </a:p>
        </p:txBody>
      </p:sp>
      <p:sp>
        <p:nvSpPr>
          <p:cNvPr id="2" name="Date Placeholder 1">
            <a:extLst>
              <a:ext uri="{FF2B5EF4-FFF2-40B4-BE49-F238E27FC236}">
                <a16:creationId xmlns:a16="http://schemas.microsoft.com/office/drawing/2014/main" id="{F943DF0C-9FFC-222C-495F-F976BBFD363B}"/>
              </a:ext>
            </a:extLst>
          </p:cNvPr>
          <p:cNvSpPr>
            <a:spLocks noGrp="1"/>
          </p:cNvSpPr>
          <p:nvPr>
            <p:ph type="dt" sz="half" idx="25"/>
          </p:nvPr>
        </p:nvSpPr>
        <p:spPr/>
        <p:txBody>
          <a:bodyPr/>
          <a:lstStyle/>
          <a:p>
            <a:pPr algn="r">
              <a:buClr>
                <a:schemeClr val="tx2"/>
              </a:buClr>
              <a:buSzPct val="120000"/>
              <a:buFont typeface="Verdana" panose="020F0502020204030204" pitchFamily="34" charset="0"/>
              <a:buNone/>
            </a:pPr>
            <a:fld id="{7E41EA80-3ECC-4E9E-BDED-596FA76E9088}" type="datetimeFigureOut">
              <a:rPr lang="en-US" smtClean="0"/>
              <a:pPr algn="r">
                <a:buClr>
                  <a:schemeClr val="tx2"/>
                </a:buClr>
                <a:buSzPct val="120000"/>
                <a:buFont typeface="Verdana" panose="020F0502020204030204" pitchFamily="34" charset="0"/>
                <a:buNone/>
              </a:pPr>
              <a:t>1/14/2026</a:t>
            </a:fld>
            <a:endParaRPr lang="en-US"/>
          </a:p>
        </p:txBody>
      </p:sp>
      <p:sp>
        <p:nvSpPr>
          <p:cNvPr id="4" name="Slide Number Placeholder 3">
            <a:extLst>
              <a:ext uri="{FF2B5EF4-FFF2-40B4-BE49-F238E27FC236}">
                <a16:creationId xmlns:a16="http://schemas.microsoft.com/office/drawing/2014/main" id="{5D77ED08-974B-8751-2821-4721403F57C5}"/>
              </a:ext>
            </a:extLst>
          </p:cNvPr>
          <p:cNvSpPr>
            <a:spLocks noGrp="1"/>
          </p:cNvSpPr>
          <p:nvPr>
            <p:ph type="sldNum" sz="quarter" idx="27"/>
          </p:nvPr>
        </p:nvSpPr>
        <p:spPr/>
        <p:txBody>
          <a:bodyPr vert="horz" wrap="square" lIns="0" tIns="0" rIns="0" bIns="0" rtlCol="0" anchor="b" anchorCtr="0">
            <a:spAutoFit/>
          </a:bodyPr>
          <a:lstStyle>
            <a:lvl1pPr>
              <a:defRPr lang="en-GB" smtClean="0"/>
            </a:lvl1pPr>
          </a:lstStyle>
          <a:p>
            <a:pPr>
              <a:buClr>
                <a:schemeClr val="tx2"/>
              </a:buClr>
              <a:buSzPct val="120000"/>
              <a:buFont typeface="Verdana" panose="020F0502020204030204" pitchFamily="34" charset="0"/>
              <a:buNone/>
            </a:pPr>
            <a:fld id="{68C08D16-C227-489D-8B10-B6EE065660A6}" type="slidenum">
              <a:rPr lang="en-GB" smtClean="0"/>
              <a:pPr>
                <a:buClr>
                  <a:schemeClr val="tx2"/>
                </a:buClr>
                <a:buSzPct val="120000"/>
                <a:buFont typeface="Verdana" panose="020F0502020204030204" pitchFamily="34" charset="0"/>
                <a:buNone/>
              </a:pPr>
              <a:t>‹#›</a:t>
            </a:fld>
            <a:endParaRPr lang="en-GB"/>
          </a:p>
        </p:txBody>
      </p:sp>
    </p:spTree>
    <p:extLst>
      <p:ext uri="{BB962C8B-B14F-4D97-AF65-F5344CB8AC3E}">
        <p14:creationId xmlns:p14="http://schemas.microsoft.com/office/powerpoint/2010/main" val="139631106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50"/>
                                        <p:tgtEl>
                                          <p:spTgt spid="6"/>
                                        </p:tgtEl>
                                      </p:cBhvr>
                                    </p:animEffect>
                                  </p:childTnLst>
                                </p:cTn>
                              </p:par>
                              <p:par>
                                <p:cTn id="8" presetID="42" presetClass="path" presetSubtype="0" decel="100000" fill="hold" grpId="1" nodeType="withEffect">
                                  <p:stCondLst>
                                    <p:cond delay="500"/>
                                  </p:stCondLst>
                                  <p:childTnLst>
                                    <p:animMotion origin="layout" path="M -1.66667E-6 0.03889 L -1.66667E-6 -3.7037E-6 " pathEditMode="relative" rAng="0" ptsTypes="AA">
                                      <p:cBhvr>
                                        <p:cTn id="9" dur="500" fill="hold"/>
                                        <p:tgtEl>
                                          <p:spTgt spid="6"/>
                                        </p:tgtEl>
                                        <p:attrNameLst>
                                          <p:attrName>ppt_x</p:attrName>
                                          <p:attrName>ppt_y</p:attrName>
                                        </p:attrNameLst>
                                      </p:cBhvr>
                                      <p:rCtr x="0" y="-1944"/>
                                    </p:animMotion>
                                  </p:childTnLst>
                                </p:cTn>
                              </p:par>
                              <p:par>
                                <p:cTn id="10" presetID="10" presetClass="entr" presetSubtype="0" fill="hold" grpId="0" nodeType="withEffect">
                                  <p:stCondLst>
                                    <p:cond delay="50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250"/>
                                        <p:tgtEl>
                                          <p:spTgt spid="24"/>
                                        </p:tgtEl>
                                      </p:cBhvr>
                                    </p:animEffect>
                                  </p:childTnLst>
                                </p:cTn>
                              </p:par>
                              <p:par>
                                <p:cTn id="13" presetID="42" presetClass="path" presetSubtype="0" decel="100000" fill="hold" grpId="1" nodeType="withEffect">
                                  <p:stCondLst>
                                    <p:cond delay="500"/>
                                  </p:stCondLst>
                                  <p:childTnLst>
                                    <p:animMotion origin="layout" path="M -1.66667E-6 -0.03472 L -1.66667E-6 -2.59259E-6 " pathEditMode="relative" rAng="0" ptsTypes="AA">
                                      <p:cBhvr>
                                        <p:cTn id="14" dur="500" fill="hold"/>
                                        <p:tgtEl>
                                          <p:spTgt spid="24"/>
                                        </p:tgtEl>
                                        <p:attrNameLst>
                                          <p:attrName>ppt_x</p:attrName>
                                          <p:attrName>ppt_y</p:attrName>
                                        </p:attrNameLst>
                                      </p:cBhvr>
                                      <p:rCtr x="0" y="1736"/>
                                    </p:animMotion>
                                  </p:childTnLst>
                                </p:cTn>
                              </p:par>
                              <p:par>
                                <p:cTn id="15" presetID="2" presetClass="entr" presetSubtype="4" decel="100000" fill="hold" grpId="0" nodeType="withEffect">
                                  <p:stCondLst>
                                    <p:cond delay="400"/>
                                  </p:stCondLst>
                                  <p:childTnLst>
                                    <p:set>
                                      <p:cBhvr>
                                        <p:cTn id="16" dur="1" fill="hold">
                                          <p:stCondLst>
                                            <p:cond delay="0"/>
                                          </p:stCondLst>
                                        </p:cTn>
                                        <p:tgtEl>
                                          <p:spTgt spid="18"/>
                                        </p:tgtEl>
                                        <p:attrNameLst>
                                          <p:attrName>style.visibility</p:attrName>
                                        </p:attrNameLst>
                                      </p:cBhvr>
                                      <p:to>
                                        <p:strVal val="visible"/>
                                      </p:to>
                                    </p:set>
                                    <p:anim calcmode="lin" valueType="num">
                                      <p:cBhvr additive="base">
                                        <p:cTn id="17" dur="1000" fill="hold"/>
                                        <p:tgtEl>
                                          <p:spTgt spid="18"/>
                                        </p:tgtEl>
                                        <p:attrNameLst>
                                          <p:attrName>ppt_x</p:attrName>
                                        </p:attrNameLst>
                                      </p:cBhvr>
                                      <p:tavLst>
                                        <p:tav tm="0">
                                          <p:val>
                                            <p:strVal val="#ppt_x"/>
                                          </p:val>
                                        </p:tav>
                                        <p:tav tm="100000">
                                          <p:val>
                                            <p:strVal val="#ppt_x"/>
                                          </p:val>
                                        </p:tav>
                                      </p:tavLst>
                                    </p:anim>
                                    <p:anim calcmode="lin" valueType="num">
                                      <p:cBhvr additive="base">
                                        <p:cTn id="18" dur="1000" fill="hold"/>
                                        <p:tgtEl>
                                          <p:spTgt spid="18"/>
                                        </p:tgtEl>
                                        <p:attrNameLst>
                                          <p:attrName>ppt_y</p:attrName>
                                        </p:attrNameLst>
                                      </p:cBhvr>
                                      <p:tavLst>
                                        <p:tav tm="0">
                                          <p:val>
                                            <p:strVal val="1+#ppt_h/2"/>
                                          </p:val>
                                        </p:tav>
                                        <p:tav tm="100000">
                                          <p:val>
                                            <p:strVal val="#ppt_y"/>
                                          </p:val>
                                        </p:tav>
                                      </p:tavLst>
                                    </p:anim>
                                  </p:childTnLst>
                                </p:cTn>
                              </p:par>
                              <p:par>
                                <p:cTn id="19" presetID="2" presetClass="entr" presetSubtype="4" decel="100000" fill="hold" grpId="0" nodeType="withEffect">
                                  <p:stCondLst>
                                    <p:cond delay="600"/>
                                  </p:stCondLst>
                                  <p:childTnLst>
                                    <p:set>
                                      <p:cBhvr>
                                        <p:cTn id="20" dur="1" fill="hold">
                                          <p:stCondLst>
                                            <p:cond delay="0"/>
                                          </p:stCondLst>
                                        </p:cTn>
                                        <p:tgtEl>
                                          <p:spTgt spid="19"/>
                                        </p:tgtEl>
                                        <p:attrNameLst>
                                          <p:attrName>style.visibility</p:attrName>
                                        </p:attrNameLst>
                                      </p:cBhvr>
                                      <p:to>
                                        <p:strVal val="visible"/>
                                      </p:to>
                                    </p:set>
                                    <p:anim calcmode="lin" valueType="num">
                                      <p:cBhvr additive="base">
                                        <p:cTn id="21" dur="1000" fill="hold"/>
                                        <p:tgtEl>
                                          <p:spTgt spid="19"/>
                                        </p:tgtEl>
                                        <p:attrNameLst>
                                          <p:attrName>ppt_x</p:attrName>
                                        </p:attrNameLst>
                                      </p:cBhvr>
                                      <p:tavLst>
                                        <p:tav tm="0">
                                          <p:val>
                                            <p:strVal val="#ppt_x"/>
                                          </p:val>
                                        </p:tav>
                                        <p:tav tm="100000">
                                          <p:val>
                                            <p:strVal val="#ppt_x"/>
                                          </p:val>
                                        </p:tav>
                                      </p:tavLst>
                                    </p:anim>
                                    <p:anim calcmode="lin" valueType="num">
                                      <p:cBhvr additive="base">
                                        <p:cTn id="22" dur="1000" fill="hold"/>
                                        <p:tgtEl>
                                          <p:spTgt spid="19"/>
                                        </p:tgtEl>
                                        <p:attrNameLst>
                                          <p:attrName>ppt_y</p:attrName>
                                        </p:attrNameLst>
                                      </p:cBhvr>
                                      <p:tavLst>
                                        <p:tav tm="0">
                                          <p:val>
                                            <p:strVal val="1+#ppt_h/2"/>
                                          </p:val>
                                        </p:tav>
                                        <p:tav tm="100000">
                                          <p:val>
                                            <p:strVal val="#ppt_y"/>
                                          </p:val>
                                        </p:tav>
                                      </p:tavLst>
                                    </p:anim>
                                  </p:childTnLst>
                                </p:cTn>
                              </p:par>
                              <p:par>
                                <p:cTn id="23" presetID="2" presetClass="entr" presetSubtype="4" decel="100000" fill="hold" grpId="0" nodeType="withEffect">
                                  <p:stCondLst>
                                    <p:cond delay="400"/>
                                  </p:stCondLst>
                                  <p:childTnLst>
                                    <p:set>
                                      <p:cBhvr>
                                        <p:cTn id="24" dur="1" fill="hold">
                                          <p:stCondLst>
                                            <p:cond delay="0"/>
                                          </p:stCondLst>
                                        </p:cTn>
                                        <p:tgtEl>
                                          <p:spTgt spid="34"/>
                                        </p:tgtEl>
                                        <p:attrNameLst>
                                          <p:attrName>style.visibility</p:attrName>
                                        </p:attrNameLst>
                                      </p:cBhvr>
                                      <p:to>
                                        <p:strVal val="visible"/>
                                      </p:to>
                                    </p:set>
                                    <p:anim calcmode="lin" valueType="num">
                                      <p:cBhvr additive="base">
                                        <p:cTn id="25" dur="1000" fill="hold"/>
                                        <p:tgtEl>
                                          <p:spTgt spid="34"/>
                                        </p:tgtEl>
                                        <p:attrNameLst>
                                          <p:attrName>ppt_x</p:attrName>
                                        </p:attrNameLst>
                                      </p:cBhvr>
                                      <p:tavLst>
                                        <p:tav tm="0">
                                          <p:val>
                                            <p:strVal val="#ppt_x"/>
                                          </p:val>
                                        </p:tav>
                                        <p:tav tm="100000">
                                          <p:val>
                                            <p:strVal val="#ppt_x"/>
                                          </p:val>
                                        </p:tav>
                                      </p:tavLst>
                                    </p:anim>
                                    <p:anim calcmode="lin" valueType="num">
                                      <p:cBhvr additive="base">
                                        <p:cTn id="26" dur="1000" fill="hold"/>
                                        <p:tgtEl>
                                          <p:spTgt spid="34"/>
                                        </p:tgtEl>
                                        <p:attrNameLst>
                                          <p:attrName>ppt_y</p:attrName>
                                        </p:attrNameLst>
                                      </p:cBhvr>
                                      <p:tavLst>
                                        <p:tav tm="0">
                                          <p:val>
                                            <p:strVal val="1+#ppt_h/2"/>
                                          </p:val>
                                        </p:tav>
                                        <p:tav tm="100000">
                                          <p:val>
                                            <p:strVal val="#ppt_y"/>
                                          </p:val>
                                        </p:tav>
                                      </p:tavLst>
                                    </p:anim>
                                  </p:childTnLst>
                                </p:cTn>
                              </p:par>
                              <p:par>
                                <p:cTn id="27" presetID="2" presetClass="entr" presetSubtype="4" decel="100000" fill="hold" grpId="0" nodeType="withEffect">
                                  <p:stCondLst>
                                    <p:cond delay="600"/>
                                  </p:stCondLst>
                                  <p:childTnLst>
                                    <p:set>
                                      <p:cBhvr>
                                        <p:cTn id="28" dur="1" fill="hold">
                                          <p:stCondLst>
                                            <p:cond delay="0"/>
                                          </p:stCondLst>
                                        </p:cTn>
                                        <p:tgtEl>
                                          <p:spTgt spid="28"/>
                                        </p:tgtEl>
                                        <p:attrNameLst>
                                          <p:attrName>style.visibility</p:attrName>
                                        </p:attrNameLst>
                                      </p:cBhvr>
                                      <p:to>
                                        <p:strVal val="visible"/>
                                      </p:to>
                                    </p:set>
                                    <p:anim calcmode="lin" valueType="num">
                                      <p:cBhvr additive="base">
                                        <p:cTn id="29" dur="1000" fill="hold"/>
                                        <p:tgtEl>
                                          <p:spTgt spid="28"/>
                                        </p:tgtEl>
                                        <p:attrNameLst>
                                          <p:attrName>ppt_x</p:attrName>
                                        </p:attrNameLst>
                                      </p:cBhvr>
                                      <p:tavLst>
                                        <p:tav tm="0">
                                          <p:val>
                                            <p:strVal val="#ppt_x"/>
                                          </p:val>
                                        </p:tav>
                                        <p:tav tm="100000">
                                          <p:val>
                                            <p:strVal val="#ppt_x"/>
                                          </p:val>
                                        </p:tav>
                                      </p:tavLst>
                                    </p:anim>
                                    <p:anim calcmode="lin" valueType="num">
                                      <p:cBhvr additive="base">
                                        <p:cTn id="30" dur="1000" fill="hold"/>
                                        <p:tgtEl>
                                          <p:spTgt spid="28"/>
                                        </p:tgtEl>
                                        <p:attrNameLst>
                                          <p:attrName>ppt_y</p:attrName>
                                        </p:attrNameLst>
                                      </p:cBhvr>
                                      <p:tavLst>
                                        <p:tav tm="0">
                                          <p:val>
                                            <p:strVal val="1+#ppt_h/2"/>
                                          </p:val>
                                        </p:tav>
                                        <p:tav tm="100000">
                                          <p:val>
                                            <p:strVal val="#ppt_y"/>
                                          </p:val>
                                        </p:tav>
                                      </p:tavLst>
                                    </p:anim>
                                  </p:childTnLst>
                                </p:cTn>
                              </p:par>
                              <p:par>
                                <p:cTn id="31" presetID="2" presetClass="entr" presetSubtype="1" decel="100000" fill="hold" nodeType="withEffect">
                                  <p:stCondLst>
                                    <p:cond delay="600"/>
                                  </p:stCondLst>
                                  <p:childTnLst>
                                    <p:set>
                                      <p:cBhvr>
                                        <p:cTn id="32" dur="1" fill="hold">
                                          <p:stCondLst>
                                            <p:cond delay="0"/>
                                          </p:stCondLst>
                                        </p:cTn>
                                        <p:tgtEl>
                                          <p:spTgt spid="35"/>
                                        </p:tgtEl>
                                        <p:attrNameLst>
                                          <p:attrName>style.visibility</p:attrName>
                                        </p:attrNameLst>
                                      </p:cBhvr>
                                      <p:to>
                                        <p:strVal val="visible"/>
                                      </p:to>
                                    </p:set>
                                    <p:anim calcmode="lin" valueType="num">
                                      <p:cBhvr additive="base">
                                        <p:cTn id="33" dur="800" fill="hold"/>
                                        <p:tgtEl>
                                          <p:spTgt spid="35"/>
                                        </p:tgtEl>
                                        <p:attrNameLst>
                                          <p:attrName>ppt_x</p:attrName>
                                        </p:attrNameLst>
                                      </p:cBhvr>
                                      <p:tavLst>
                                        <p:tav tm="0">
                                          <p:val>
                                            <p:strVal val="#ppt_x"/>
                                          </p:val>
                                        </p:tav>
                                        <p:tav tm="100000">
                                          <p:val>
                                            <p:strVal val="#ppt_x"/>
                                          </p:val>
                                        </p:tav>
                                      </p:tavLst>
                                    </p:anim>
                                    <p:anim calcmode="lin" valueType="num">
                                      <p:cBhvr additive="base">
                                        <p:cTn id="34" dur="800" fill="hold"/>
                                        <p:tgtEl>
                                          <p:spTgt spid="35"/>
                                        </p:tgtEl>
                                        <p:attrNameLst>
                                          <p:attrName>ppt_y</p:attrName>
                                        </p:attrNameLst>
                                      </p:cBhvr>
                                      <p:tavLst>
                                        <p:tav tm="0">
                                          <p:val>
                                            <p:strVal val="0-#ppt_h/2"/>
                                          </p:val>
                                        </p:tav>
                                        <p:tav tm="100000">
                                          <p:val>
                                            <p:strVal val="#ppt_y"/>
                                          </p:val>
                                        </p:tav>
                                      </p:tavLst>
                                    </p:anim>
                                  </p:childTnLst>
                                </p:cTn>
                              </p:par>
                              <p:par>
                                <p:cTn id="35" presetID="2" presetClass="entr" presetSubtype="4" decel="100000" fill="hold" grpId="0" nodeType="withEffect">
                                  <p:stCondLst>
                                    <p:cond delay="0"/>
                                  </p:stCondLst>
                                  <p:childTnLst>
                                    <p:set>
                                      <p:cBhvr>
                                        <p:cTn id="36" dur="1" fill="hold">
                                          <p:stCondLst>
                                            <p:cond delay="0"/>
                                          </p:stCondLst>
                                        </p:cTn>
                                        <p:tgtEl>
                                          <p:spTgt spid="9"/>
                                        </p:tgtEl>
                                        <p:attrNameLst>
                                          <p:attrName>style.visibility</p:attrName>
                                        </p:attrNameLst>
                                      </p:cBhvr>
                                      <p:to>
                                        <p:strVal val="visible"/>
                                      </p:to>
                                    </p:set>
                                    <p:anim calcmode="lin" valueType="num">
                                      <p:cBhvr additive="base">
                                        <p:cTn id="37" dur="1000" fill="hold"/>
                                        <p:tgtEl>
                                          <p:spTgt spid="9"/>
                                        </p:tgtEl>
                                        <p:attrNameLst>
                                          <p:attrName>ppt_x</p:attrName>
                                        </p:attrNameLst>
                                      </p:cBhvr>
                                      <p:tavLst>
                                        <p:tav tm="0">
                                          <p:val>
                                            <p:strVal val="#ppt_x"/>
                                          </p:val>
                                        </p:tav>
                                        <p:tav tm="100000">
                                          <p:val>
                                            <p:strVal val="#ppt_x"/>
                                          </p:val>
                                        </p:tav>
                                      </p:tavLst>
                                    </p:anim>
                                    <p:anim calcmode="lin" valueType="num">
                                      <p:cBhvr additive="base">
                                        <p:cTn id="38" dur="10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24" grpId="0">
        <p:tmplLst>
          <p:tmpl>
            <p:tnLst>
              <p:par>
                <p:cTn presetID="10" presetClass="entr" presetSubtype="0" fill="hold" nodeType="withEffect">
                  <p:stCondLst>
                    <p:cond delay="500"/>
                  </p:stCondLst>
                  <p:childTnLst>
                    <p:set>
                      <p:cBhvr>
                        <p:cTn dur="1" fill="hold">
                          <p:stCondLst>
                            <p:cond delay="0"/>
                          </p:stCondLst>
                        </p:cTn>
                        <p:tgtEl>
                          <p:spTgt spid="24"/>
                        </p:tgtEl>
                        <p:attrNameLst>
                          <p:attrName>style.visibility</p:attrName>
                        </p:attrNameLst>
                      </p:cBhvr>
                      <p:to>
                        <p:strVal val="visible"/>
                      </p:to>
                    </p:set>
                    <p:animEffect transition="in" filter="fade">
                      <p:cBhvr>
                        <p:cTn dur="250"/>
                        <p:tgtEl>
                          <p:spTgt spid="24"/>
                        </p:tgtEl>
                      </p:cBhvr>
                    </p:animEffect>
                  </p:childTnLst>
                </p:cTn>
              </p:par>
            </p:tnLst>
          </p:tmpl>
        </p:tmplLst>
      </p:bldP>
      <p:bldP spid="24" grpId="1">
        <p:tmplLst>
          <p:tmpl>
            <p:tnLst>
              <p:par>
                <p:cTn presetID="42" presetClass="path" presetSubtype="0" decel="100000" fill="hold" nodeType="withEffect">
                  <p:stCondLst>
                    <p:cond delay="500"/>
                  </p:stCondLst>
                  <p:childTnLst>
                    <p:animMotion origin="layout" path="M -1.66667E-6 -0.03472 L -1.66667E-6 -2.59259E-6 " pathEditMode="relative" rAng="0" ptsTypes="AA">
                      <p:cBhvr>
                        <p:cTn dur="500" fill="hold"/>
                        <p:tgtEl>
                          <p:spTgt spid="24"/>
                        </p:tgtEl>
                        <p:attrNameLst>
                          <p:attrName>ppt_x</p:attrName>
                          <p:attrName>ppt_y</p:attrName>
                        </p:attrNameLst>
                      </p:cBhvr>
                      <p:rCtr x="0" y="1736"/>
                    </p:animMotion>
                  </p:childTnLst>
                </p:cTn>
              </p:par>
            </p:tnLst>
          </p:tmpl>
        </p:tmplLst>
      </p:bldP>
      <p:bldP spid="9" grpId="0" animBg="1"/>
      <p:bldP spid="18" grpId="0" animBg="1"/>
      <p:bldP spid="19" grpId="0" animBg="1"/>
      <p:bldP spid="34" grpId="0" animBg="1">
        <p:tmplLst>
          <p:tmpl>
            <p:tnLst>
              <p:par>
                <p:cTn presetID="2" presetClass="entr" presetSubtype="4" decel="100000" fill="hold" nodeType="withEffect">
                  <p:stCondLst>
                    <p:cond delay="400"/>
                  </p:stCondLst>
                  <p:childTnLst>
                    <p:set>
                      <p:cBhvr>
                        <p:cTn dur="1" fill="hold">
                          <p:stCondLst>
                            <p:cond delay="0"/>
                          </p:stCondLst>
                        </p:cTn>
                        <p:tgtEl>
                          <p:spTgt spid="34"/>
                        </p:tgtEl>
                        <p:attrNameLst>
                          <p:attrName>style.visibility</p:attrName>
                        </p:attrNameLst>
                      </p:cBhvr>
                      <p:to>
                        <p:strVal val="visible"/>
                      </p:to>
                    </p:set>
                    <p:anim calcmode="lin" valueType="num">
                      <p:cBhvr additive="base">
                        <p:cTn dur="1000" fill="hold"/>
                        <p:tgtEl>
                          <p:spTgt spid="34"/>
                        </p:tgtEl>
                        <p:attrNameLst>
                          <p:attrName>ppt_x</p:attrName>
                        </p:attrNameLst>
                      </p:cBhvr>
                      <p:tavLst>
                        <p:tav tm="0">
                          <p:val>
                            <p:strVal val="#ppt_x"/>
                          </p:val>
                        </p:tav>
                        <p:tav tm="100000">
                          <p:val>
                            <p:strVal val="#ppt_x"/>
                          </p:val>
                        </p:tav>
                      </p:tavLst>
                    </p:anim>
                    <p:anim calcmode="lin" valueType="num">
                      <p:cBhvr additive="base">
                        <p:cTn dur="1000" fill="hold"/>
                        <p:tgtEl>
                          <p:spTgt spid="34"/>
                        </p:tgtEl>
                        <p:attrNameLst>
                          <p:attrName>ppt_y</p:attrName>
                        </p:attrNameLst>
                      </p:cBhvr>
                      <p:tavLst>
                        <p:tav tm="0">
                          <p:val>
                            <p:strVal val="1+#ppt_h/2"/>
                          </p:val>
                        </p:tav>
                        <p:tav tm="100000">
                          <p:val>
                            <p:strVal val="#ppt_y"/>
                          </p:val>
                        </p:tav>
                      </p:tavLst>
                    </p:anim>
                  </p:childTnLst>
                </p:cTn>
              </p:par>
            </p:tnLst>
          </p:tmpl>
        </p:tmplLst>
      </p:bldP>
      <p:bldP spid="28" grpId="0" animBg="1">
        <p:tmplLst>
          <p:tmpl>
            <p:tnLst>
              <p:par>
                <p:cTn presetID="2" presetClass="entr" presetSubtype="4" decel="100000" fill="hold" nodeType="withEffect">
                  <p:stCondLst>
                    <p:cond delay="600"/>
                  </p:stCondLst>
                  <p:childTnLst>
                    <p:set>
                      <p:cBhvr>
                        <p:cTn dur="1" fill="hold">
                          <p:stCondLst>
                            <p:cond delay="0"/>
                          </p:stCondLst>
                        </p:cTn>
                        <p:tgtEl>
                          <p:spTgt spid="28"/>
                        </p:tgtEl>
                        <p:attrNameLst>
                          <p:attrName>style.visibility</p:attrName>
                        </p:attrNameLst>
                      </p:cBhvr>
                      <p:to>
                        <p:strVal val="visible"/>
                      </p:to>
                    </p:set>
                    <p:anim calcmode="lin" valueType="num">
                      <p:cBhvr additive="base">
                        <p:cTn dur="1000" fill="hold"/>
                        <p:tgtEl>
                          <p:spTgt spid="28"/>
                        </p:tgtEl>
                        <p:attrNameLst>
                          <p:attrName>ppt_x</p:attrName>
                        </p:attrNameLst>
                      </p:cBhvr>
                      <p:tavLst>
                        <p:tav tm="0">
                          <p:val>
                            <p:strVal val="#ppt_x"/>
                          </p:val>
                        </p:tav>
                        <p:tav tm="100000">
                          <p:val>
                            <p:strVal val="#ppt_x"/>
                          </p:val>
                        </p:tav>
                      </p:tavLst>
                    </p:anim>
                    <p:anim calcmode="lin" valueType="num">
                      <p:cBhvr additive="base">
                        <p:cTn dur="1000" fill="hold"/>
                        <p:tgtEl>
                          <p:spTgt spid="28"/>
                        </p:tgtEl>
                        <p:attrNameLst>
                          <p:attrName>ppt_y</p:attrName>
                        </p:attrNameLst>
                      </p:cBhvr>
                      <p:tavLst>
                        <p:tav tm="0">
                          <p:val>
                            <p:strVal val="1+#ppt_h/2"/>
                          </p:val>
                        </p:tav>
                        <p:tav tm="100000">
                          <p:val>
                            <p:strVal val="#ppt_y"/>
                          </p:val>
                        </p:tav>
                      </p:tavLst>
                    </p:anim>
                  </p:childTnLst>
                </p:cTn>
              </p:par>
            </p:tnLst>
          </p:tmpl>
        </p:tmplLst>
      </p:bldP>
    </p:bld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5" name="Freeform: Shape 4">
            <a:extLst>
              <a:ext uri="{FF2B5EF4-FFF2-40B4-BE49-F238E27FC236}">
                <a16:creationId xmlns:a16="http://schemas.microsoft.com/office/drawing/2014/main" id="{901E4783-E28F-6DAC-9820-B892141521BA}"/>
              </a:ext>
              <a:ext uri="{C183D7F6-B498-43B3-948B-1728B52AA6E4}">
                <adec:decorative xmlns:adec="http://schemas.microsoft.com/office/drawing/2017/decorative" val="1"/>
              </a:ext>
            </a:extLst>
          </p:cNvPr>
          <p:cNvSpPr/>
          <p:nvPr userDrawn="1"/>
        </p:nvSpPr>
        <p:spPr>
          <a:xfrm>
            <a:off x="0" y="-1"/>
            <a:ext cx="12192000" cy="6858001"/>
          </a:xfrm>
          <a:custGeom>
            <a:avLst/>
            <a:gdLst>
              <a:gd name="connsiteX0" fmla="*/ 0 w 12192000"/>
              <a:gd name="connsiteY0" fmla="*/ 0 h 6858001"/>
              <a:gd name="connsiteX1" fmla="*/ 5154384 w 12192000"/>
              <a:gd name="connsiteY1" fmla="*/ 0 h 6858001"/>
              <a:gd name="connsiteX2" fmla="*/ 12192000 w 12192000"/>
              <a:gd name="connsiteY2" fmla="*/ 3506141 h 6858001"/>
              <a:gd name="connsiteX3" fmla="*/ 12192000 w 12192000"/>
              <a:gd name="connsiteY3" fmla="*/ 6858001 h 6858001"/>
              <a:gd name="connsiteX4" fmla="*/ 6882103 w 12192000"/>
              <a:gd name="connsiteY4" fmla="*/ 6858001 h 6858001"/>
              <a:gd name="connsiteX5" fmla="*/ 0 w 12192000"/>
              <a:gd name="connsiteY5" fmla="*/ 3429337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1">
                <a:moveTo>
                  <a:pt x="0" y="0"/>
                </a:moveTo>
                <a:lnTo>
                  <a:pt x="5154384" y="0"/>
                </a:lnTo>
                <a:lnTo>
                  <a:pt x="12192000" y="3506141"/>
                </a:lnTo>
                <a:lnTo>
                  <a:pt x="12192000" y="6858001"/>
                </a:lnTo>
                <a:lnTo>
                  <a:pt x="6882103" y="6858001"/>
                </a:lnTo>
                <a:lnTo>
                  <a:pt x="0" y="3429337"/>
                </a:lnTo>
                <a:close/>
              </a:path>
            </a:pathLst>
          </a:custGeom>
          <a:gradFill>
            <a:gsLst>
              <a:gs pos="28000">
                <a:srgbClr val="0C0B26">
                  <a:alpha val="0"/>
                </a:srgbClr>
              </a:gs>
              <a:gs pos="98165">
                <a:srgbClr val="0C0B26"/>
              </a:gs>
              <a:gs pos="62000">
                <a:srgbClr val="0C0B26"/>
              </a:gs>
            </a:gsLst>
            <a:lin ang="3600000" scaled="0"/>
          </a:gradFill>
          <a:ln w="12700" cap="flat" cmpd="sng" algn="ctr">
            <a:noFill/>
            <a:prstDash val="solid"/>
            <a:miter lim="800000"/>
          </a:ln>
          <a:effectLst/>
        </p:spPr>
        <p:txBody>
          <a:bodyPr wrap="square" tIns="90000" bIns="90000" rtlCol="0" anchor="t">
            <a:noAutofit/>
          </a:bodyPr>
          <a:lstStyle/>
          <a:p>
            <a:pPr marR="0" lvl="0" indent="0" fontAlgn="auto">
              <a:lnSpc>
                <a:spcPct val="90000"/>
              </a:lnSpc>
              <a:spcBef>
                <a:spcPts val="1000"/>
              </a:spcBef>
              <a:spcAft>
                <a:spcPts val="0"/>
              </a:spcAft>
              <a:buClr>
                <a:srgbClr val="2F2A95"/>
              </a:buClr>
              <a:buSzPct val="120000"/>
              <a:buFont typeface="Verdana" panose="020F0502020204030204" pitchFamily="34" charset="0"/>
              <a:buNone/>
              <a:tabLst/>
            </a:pPr>
            <a:endParaRPr kumimoji="0" lang="en-US" sz="2000" b="0" i="0" u="none" strike="noStrike" kern="0" cap="none" spc="0" normalizeH="0" baseline="0" noProof="0">
              <a:ln>
                <a:noFill/>
              </a:ln>
              <a:solidFill>
                <a:srgbClr val="000000"/>
              </a:solidFill>
              <a:effectLst/>
              <a:uLnTx/>
              <a:uFillTx/>
              <a:latin typeface="+mn-lt"/>
            </a:endParaRPr>
          </a:p>
        </p:txBody>
      </p:sp>
      <p:pic>
        <p:nvPicPr>
          <p:cNvPr id="3" name="Graphic 2" descr="InterSystems: Creative data technology">
            <a:extLst>
              <a:ext uri="{FF2B5EF4-FFF2-40B4-BE49-F238E27FC236}">
                <a16:creationId xmlns:a16="http://schemas.microsoft.com/office/drawing/2014/main" id="{3D5778B1-72D3-3D37-7816-ADBD37C68EE1}"/>
              </a:ext>
            </a:extLst>
          </p:cNvPr>
          <p:cNvPicPr>
            <a:picLocks noChangeAspect="1"/>
          </p:cNvPicPr>
          <p:nvPr userDrawn="1">
            <p:custDataLst>
              <p:tags r:id="rId1"/>
            </p:custDataLst>
          </p:nvPr>
        </p:nvPicPr>
        <p:blipFill rotWithShape="1">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5024438" y="1917866"/>
            <a:ext cx="2143123" cy="571499"/>
          </a:xfrm>
          <a:prstGeom prst="rect">
            <a:avLst/>
          </a:prstGeom>
        </p:spPr>
      </p:pic>
      <p:sp>
        <p:nvSpPr>
          <p:cNvPr id="6" name="Title 5">
            <a:extLst>
              <a:ext uri="{FF2B5EF4-FFF2-40B4-BE49-F238E27FC236}">
                <a16:creationId xmlns:a16="http://schemas.microsoft.com/office/drawing/2014/main" id="{EBAC482D-C226-150D-F9ED-296CB65EBBC9}"/>
              </a:ext>
            </a:extLst>
          </p:cNvPr>
          <p:cNvSpPr>
            <a:spLocks noGrp="1"/>
          </p:cNvSpPr>
          <p:nvPr userDrawn="1">
            <p:ph type="title" hasCustomPrompt="1"/>
          </p:nvPr>
        </p:nvSpPr>
        <p:spPr>
          <a:xfrm>
            <a:off x="3352800" y="2744788"/>
            <a:ext cx="5486400" cy="1096962"/>
          </a:xfrm>
        </p:spPr>
        <p:txBody>
          <a:bodyPr tIns="0" bIns="0" anchor="b" anchorCtr="0">
            <a:normAutofit/>
          </a:bodyPr>
          <a:lstStyle>
            <a:lvl1pPr algn="ctr">
              <a:defRPr sz="4400">
                <a:solidFill>
                  <a:schemeClr val="accent2"/>
                </a:solidFill>
              </a:defRPr>
            </a:lvl1pPr>
          </a:lstStyle>
          <a:p>
            <a:r>
              <a:rPr lang="en-US"/>
              <a:t>Thank You</a:t>
            </a:r>
          </a:p>
        </p:txBody>
      </p:sp>
      <p:sp>
        <p:nvSpPr>
          <p:cNvPr id="24" name="Text Placeholder 23">
            <a:extLst>
              <a:ext uri="{FF2B5EF4-FFF2-40B4-BE49-F238E27FC236}">
                <a16:creationId xmlns:a16="http://schemas.microsoft.com/office/drawing/2014/main" id="{1B428791-4878-48B9-0BCA-757F793DFFBB}"/>
              </a:ext>
            </a:extLst>
          </p:cNvPr>
          <p:cNvSpPr>
            <a:spLocks noGrp="1"/>
          </p:cNvSpPr>
          <p:nvPr userDrawn="1">
            <p:ph type="body" sz="quarter" idx="18" hasCustomPrompt="1"/>
          </p:nvPr>
        </p:nvSpPr>
        <p:spPr>
          <a:xfrm>
            <a:off x="3365500" y="3967162"/>
            <a:ext cx="5461000" cy="1096963"/>
          </a:xfrm>
        </p:spPr>
        <p:txBody>
          <a:bodyPr tIns="0" anchor="t" anchorCtr="0"/>
          <a:lstStyle>
            <a:lvl1pPr marL="0" indent="0" algn="ctr">
              <a:buNone/>
              <a:defRPr>
                <a:solidFill>
                  <a:schemeClr val="tx1"/>
                </a:solidFill>
              </a:defRPr>
            </a:lvl1pPr>
            <a:lvl2pPr marL="457200" indent="0">
              <a:buNone/>
              <a:defRPr/>
            </a:lvl2pPr>
            <a:lvl3pPr marL="914400" indent="0">
              <a:buNone/>
              <a:defRPr/>
            </a:lvl3pPr>
            <a:lvl4pPr marL="1371600" indent="0">
              <a:buNone/>
              <a:defRPr/>
            </a:lvl4pPr>
            <a:lvl5pPr marL="1828800" indent="0">
              <a:buFont typeface="Verdana" panose="020B0604020202020204" pitchFamily="34" charset="0"/>
              <a:buNone/>
              <a:defRPr/>
            </a:lvl5pPr>
          </a:lstStyle>
          <a:p>
            <a:pPr lvl="0"/>
            <a:r>
              <a:rPr lang="en-US"/>
              <a:t>Click to add subtitle, use font size 18, sentence case</a:t>
            </a:r>
          </a:p>
        </p:txBody>
      </p:sp>
      <p:sp>
        <p:nvSpPr>
          <p:cNvPr id="4" name="Footer Placeholder 3">
            <a:extLst>
              <a:ext uri="{FF2B5EF4-FFF2-40B4-BE49-F238E27FC236}">
                <a16:creationId xmlns:a16="http://schemas.microsoft.com/office/drawing/2014/main" id="{A0C4AA9B-88C8-13CD-DF48-DB328E58A2B2}"/>
              </a:ext>
            </a:extLst>
          </p:cNvPr>
          <p:cNvSpPr>
            <a:spLocks noGrp="1"/>
          </p:cNvSpPr>
          <p:nvPr>
            <p:ph type="ftr" sz="quarter" idx="20"/>
          </p:nvPr>
        </p:nvSpPr>
        <p:spPr/>
        <p:txBody>
          <a:bodyPr/>
          <a:lstStyle/>
          <a:p>
            <a:pPr>
              <a:buClr>
                <a:schemeClr val="tx2"/>
              </a:buClr>
              <a:buSzPct val="120000"/>
              <a:buFont typeface="Verdana" panose="020F0502020204030204" pitchFamily="34" charset="0"/>
              <a:buNone/>
            </a:pPr>
            <a:endParaRPr lang="en-US"/>
          </a:p>
        </p:txBody>
      </p:sp>
      <p:sp>
        <p:nvSpPr>
          <p:cNvPr id="2" name="Date Placeholder 1">
            <a:extLst>
              <a:ext uri="{FF2B5EF4-FFF2-40B4-BE49-F238E27FC236}">
                <a16:creationId xmlns:a16="http://schemas.microsoft.com/office/drawing/2014/main" id="{A2105341-3D1F-AF19-E6E6-44F90FC8F33E}"/>
              </a:ext>
            </a:extLst>
          </p:cNvPr>
          <p:cNvSpPr>
            <a:spLocks noGrp="1"/>
          </p:cNvSpPr>
          <p:nvPr>
            <p:ph type="dt" sz="half" idx="19"/>
          </p:nvPr>
        </p:nvSpPr>
        <p:spPr/>
        <p:txBody>
          <a:bodyPr/>
          <a:lstStyle/>
          <a:p>
            <a:pPr algn="r">
              <a:buClr>
                <a:schemeClr val="tx2"/>
              </a:buClr>
              <a:buSzPct val="120000"/>
              <a:buFont typeface="Verdana" panose="020F0502020204030204" pitchFamily="34" charset="0"/>
              <a:buNone/>
            </a:pPr>
            <a:fld id="{7E41EA80-3ECC-4E9E-BDED-596FA76E9088}" type="datetimeFigureOut">
              <a:rPr lang="en-US" smtClean="0"/>
              <a:pPr algn="r">
                <a:buClr>
                  <a:schemeClr val="tx2"/>
                </a:buClr>
                <a:buSzPct val="120000"/>
                <a:buFont typeface="Verdana" panose="020F0502020204030204" pitchFamily="34" charset="0"/>
                <a:buNone/>
              </a:pPr>
              <a:t>1/14/2026</a:t>
            </a:fld>
            <a:endParaRPr lang="en-US"/>
          </a:p>
        </p:txBody>
      </p:sp>
      <p:sp>
        <p:nvSpPr>
          <p:cNvPr id="7" name="Slide Number Placeholder 6">
            <a:extLst>
              <a:ext uri="{FF2B5EF4-FFF2-40B4-BE49-F238E27FC236}">
                <a16:creationId xmlns:a16="http://schemas.microsoft.com/office/drawing/2014/main" id="{3D1268FA-6FEE-025D-3F88-771214B6B977}"/>
              </a:ext>
            </a:extLst>
          </p:cNvPr>
          <p:cNvSpPr>
            <a:spLocks noGrp="1"/>
          </p:cNvSpPr>
          <p:nvPr>
            <p:ph type="sldNum" sz="quarter" idx="21"/>
          </p:nvPr>
        </p:nvSpPr>
        <p:spPr/>
        <p:txBody>
          <a:bodyPr vert="horz" wrap="square" lIns="0" tIns="0" rIns="0" bIns="0" rtlCol="0" anchor="b" anchorCtr="0">
            <a:spAutoFit/>
          </a:bodyPr>
          <a:lstStyle>
            <a:lvl1pPr>
              <a:defRPr lang="en-GB" smtClean="0"/>
            </a:lvl1pPr>
          </a:lstStyle>
          <a:p>
            <a:pPr>
              <a:buClr>
                <a:schemeClr val="tx2"/>
              </a:buClr>
              <a:buSzPct val="120000"/>
              <a:buFont typeface="Verdana" panose="020F0502020204030204" pitchFamily="34" charset="0"/>
              <a:buNone/>
            </a:pPr>
            <a:fld id="{68C08D16-C227-489D-8B10-B6EE065660A6}" type="slidenum">
              <a:rPr lang="en-GB" smtClean="0"/>
              <a:pPr>
                <a:buClr>
                  <a:schemeClr val="tx2"/>
                </a:buClr>
                <a:buSzPct val="120000"/>
                <a:buFont typeface="Verdana" panose="020F0502020204030204" pitchFamily="34" charset="0"/>
                <a:buNone/>
              </a:pPr>
              <a:t>‹#›</a:t>
            </a:fld>
            <a:endParaRPr lang="en-GB"/>
          </a:p>
        </p:txBody>
      </p:sp>
      <p:sp>
        <p:nvSpPr>
          <p:cNvPr id="8" name="Freeform: Shape 7">
            <a:extLst>
              <a:ext uri="{FF2B5EF4-FFF2-40B4-BE49-F238E27FC236}">
                <a16:creationId xmlns:a16="http://schemas.microsoft.com/office/drawing/2014/main" id="{EB83A04A-6C50-9D48-954E-9E2561BC6E80}"/>
              </a:ext>
              <a:ext uri="{C183D7F6-B498-43B3-948B-1728B52AA6E4}">
                <adec:decorative xmlns:adec="http://schemas.microsoft.com/office/drawing/2017/decorative" val="1"/>
              </a:ext>
            </a:extLst>
          </p:cNvPr>
          <p:cNvSpPr/>
          <p:nvPr userDrawn="1"/>
        </p:nvSpPr>
        <p:spPr>
          <a:xfrm>
            <a:off x="4673477" y="-1606807"/>
            <a:ext cx="768600" cy="2559751"/>
          </a:xfrm>
          <a:custGeom>
            <a:avLst/>
            <a:gdLst>
              <a:gd name="connsiteX0" fmla="*/ 0 w 768600"/>
              <a:gd name="connsiteY0" fmla="*/ 0 h 2559751"/>
              <a:gd name="connsiteX1" fmla="*/ 768600 w 768600"/>
              <a:gd name="connsiteY1" fmla="*/ 381382 h 2559751"/>
              <a:gd name="connsiteX2" fmla="*/ 768600 w 768600"/>
              <a:gd name="connsiteY2" fmla="*/ 507334 h 2559751"/>
              <a:gd name="connsiteX3" fmla="*/ 768600 w 768600"/>
              <a:gd name="connsiteY3" fmla="*/ 2433799 h 2559751"/>
              <a:gd name="connsiteX4" fmla="*/ 768600 w 768600"/>
              <a:gd name="connsiteY4" fmla="*/ 2559751 h 2559751"/>
              <a:gd name="connsiteX5" fmla="*/ 0 w 768600"/>
              <a:gd name="connsiteY5" fmla="*/ 2178369 h 2559751"/>
              <a:gd name="connsiteX6" fmla="*/ 0 w 768600"/>
              <a:gd name="connsiteY6" fmla="*/ 2052417 h 2559751"/>
              <a:gd name="connsiteX7" fmla="*/ 0 w 768600"/>
              <a:gd name="connsiteY7" fmla="*/ 125952 h 2559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8600" h="2559751">
                <a:moveTo>
                  <a:pt x="0" y="0"/>
                </a:moveTo>
                <a:lnTo>
                  <a:pt x="768600" y="381382"/>
                </a:lnTo>
                <a:lnTo>
                  <a:pt x="768600" y="507334"/>
                </a:lnTo>
                <a:lnTo>
                  <a:pt x="768600" y="2433799"/>
                </a:lnTo>
                <a:lnTo>
                  <a:pt x="768600" y="2559751"/>
                </a:lnTo>
                <a:lnTo>
                  <a:pt x="0" y="2178369"/>
                </a:lnTo>
                <a:lnTo>
                  <a:pt x="0" y="2052417"/>
                </a:lnTo>
                <a:lnTo>
                  <a:pt x="0" y="125952"/>
                </a:lnTo>
                <a:close/>
              </a:path>
            </a:pathLst>
          </a:custGeom>
          <a:noFill/>
          <a:ln w="19050" cap="flat">
            <a:gradFill flip="none" rotWithShape="1">
              <a:gsLst>
                <a:gs pos="33000">
                  <a:srgbClr val="D8E8F7">
                    <a:alpha val="0"/>
                  </a:srgbClr>
                </a:gs>
                <a:gs pos="59600">
                  <a:srgbClr val="92C0E9">
                    <a:alpha val="50000"/>
                  </a:srgbClr>
                </a:gs>
                <a:gs pos="0">
                  <a:srgbClr val="FFFFFF">
                    <a:alpha val="21000"/>
                  </a:srgbClr>
                </a:gs>
                <a:gs pos="100000">
                  <a:srgbClr val="2F2A95">
                    <a:alpha val="6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9" name="Freeform: Shape 8">
            <a:extLst>
              <a:ext uri="{FF2B5EF4-FFF2-40B4-BE49-F238E27FC236}">
                <a16:creationId xmlns:a16="http://schemas.microsoft.com/office/drawing/2014/main" id="{4E5F76E0-E70B-8F7D-278D-E1CE4357C4F6}"/>
              </a:ext>
              <a:ext uri="{C183D7F6-B498-43B3-948B-1728B52AA6E4}">
                <adec:decorative xmlns:adec="http://schemas.microsoft.com/office/drawing/2017/decorative" val="1"/>
              </a:ext>
            </a:extLst>
          </p:cNvPr>
          <p:cNvSpPr/>
          <p:nvPr userDrawn="1"/>
        </p:nvSpPr>
        <p:spPr>
          <a:xfrm>
            <a:off x="4290023" y="-1372867"/>
            <a:ext cx="768600" cy="2559751"/>
          </a:xfrm>
          <a:custGeom>
            <a:avLst/>
            <a:gdLst>
              <a:gd name="connsiteX0" fmla="*/ 0 w 768600"/>
              <a:gd name="connsiteY0" fmla="*/ 0 h 2559751"/>
              <a:gd name="connsiteX1" fmla="*/ 768600 w 768600"/>
              <a:gd name="connsiteY1" fmla="*/ 381382 h 2559751"/>
              <a:gd name="connsiteX2" fmla="*/ 768600 w 768600"/>
              <a:gd name="connsiteY2" fmla="*/ 507334 h 2559751"/>
              <a:gd name="connsiteX3" fmla="*/ 768600 w 768600"/>
              <a:gd name="connsiteY3" fmla="*/ 2433799 h 2559751"/>
              <a:gd name="connsiteX4" fmla="*/ 768600 w 768600"/>
              <a:gd name="connsiteY4" fmla="*/ 2559751 h 2559751"/>
              <a:gd name="connsiteX5" fmla="*/ 0 w 768600"/>
              <a:gd name="connsiteY5" fmla="*/ 2178369 h 2559751"/>
              <a:gd name="connsiteX6" fmla="*/ 0 w 768600"/>
              <a:gd name="connsiteY6" fmla="*/ 2052417 h 2559751"/>
              <a:gd name="connsiteX7" fmla="*/ 0 w 768600"/>
              <a:gd name="connsiteY7" fmla="*/ 125952 h 2559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8600" h="2559751">
                <a:moveTo>
                  <a:pt x="0" y="0"/>
                </a:moveTo>
                <a:lnTo>
                  <a:pt x="768600" y="381382"/>
                </a:lnTo>
                <a:lnTo>
                  <a:pt x="768600" y="507334"/>
                </a:lnTo>
                <a:lnTo>
                  <a:pt x="768600" y="2433799"/>
                </a:lnTo>
                <a:lnTo>
                  <a:pt x="768600" y="2559751"/>
                </a:lnTo>
                <a:lnTo>
                  <a:pt x="0" y="2178369"/>
                </a:lnTo>
                <a:lnTo>
                  <a:pt x="0" y="2052417"/>
                </a:lnTo>
                <a:lnTo>
                  <a:pt x="0" y="125952"/>
                </a:lnTo>
                <a:close/>
              </a:path>
            </a:pathLst>
          </a:custGeom>
          <a:noFill/>
          <a:ln w="19050" cap="flat">
            <a:gradFill flip="none" rotWithShape="1">
              <a:gsLst>
                <a:gs pos="33000">
                  <a:srgbClr val="D8E8F7">
                    <a:alpha val="0"/>
                  </a:srgbClr>
                </a:gs>
                <a:gs pos="59600">
                  <a:srgbClr val="92C0E9">
                    <a:alpha val="50000"/>
                  </a:srgbClr>
                </a:gs>
                <a:gs pos="0">
                  <a:srgbClr val="FFFFFF">
                    <a:alpha val="21000"/>
                  </a:srgbClr>
                </a:gs>
                <a:gs pos="100000">
                  <a:srgbClr val="2F2A95">
                    <a:alpha val="6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10" name="Freeform: Shape 9">
            <a:extLst>
              <a:ext uri="{FF2B5EF4-FFF2-40B4-BE49-F238E27FC236}">
                <a16:creationId xmlns:a16="http://schemas.microsoft.com/office/drawing/2014/main" id="{1A188319-44D8-AEAF-9B3A-064750778A98}"/>
              </a:ext>
              <a:ext uri="{C183D7F6-B498-43B3-948B-1728B52AA6E4}">
                <adec:decorative xmlns:adec="http://schemas.microsoft.com/office/drawing/2017/decorative" val="1"/>
              </a:ext>
            </a:extLst>
          </p:cNvPr>
          <p:cNvSpPr/>
          <p:nvPr userDrawn="1"/>
        </p:nvSpPr>
        <p:spPr>
          <a:xfrm>
            <a:off x="3906565" y="-1138927"/>
            <a:ext cx="768600" cy="2559751"/>
          </a:xfrm>
          <a:custGeom>
            <a:avLst/>
            <a:gdLst>
              <a:gd name="connsiteX0" fmla="*/ 0 w 768600"/>
              <a:gd name="connsiteY0" fmla="*/ 0 h 2559751"/>
              <a:gd name="connsiteX1" fmla="*/ 768600 w 768600"/>
              <a:gd name="connsiteY1" fmla="*/ 381382 h 2559751"/>
              <a:gd name="connsiteX2" fmla="*/ 768600 w 768600"/>
              <a:gd name="connsiteY2" fmla="*/ 507334 h 2559751"/>
              <a:gd name="connsiteX3" fmla="*/ 768600 w 768600"/>
              <a:gd name="connsiteY3" fmla="*/ 2433799 h 2559751"/>
              <a:gd name="connsiteX4" fmla="*/ 768600 w 768600"/>
              <a:gd name="connsiteY4" fmla="*/ 2559751 h 2559751"/>
              <a:gd name="connsiteX5" fmla="*/ 0 w 768600"/>
              <a:gd name="connsiteY5" fmla="*/ 2178369 h 2559751"/>
              <a:gd name="connsiteX6" fmla="*/ 0 w 768600"/>
              <a:gd name="connsiteY6" fmla="*/ 2052417 h 2559751"/>
              <a:gd name="connsiteX7" fmla="*/ 0 w 768600"/>
              <a:gd name="connsiteY7" fmla="*/ 125952 h 2559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8600" h="2559751">
                <a:moveTo>
                  <a:pt x="0" y="0"/>
                </a:moveTo>
                <a:lnTo>
                  <a:pt x="768600" y="381382"/>
                </a:lnTo>
                <a:lnTo>
                  <a:pt x="768600" y="507334"/>
                </a:lnTo>
                <a:lnTo>
                  <a:pt x="768600" y="2433799"/>
                </a:lnTo>
                <a:lnTo>
                  <a:pt x="768600" y="2559751"/>
                </a:lnTo>
                <a:lnTo>
                  <a:pt x="0" y="2178369"/>
                </a:lnTo>
                <a:lnTo>
                  <a:pt x="0" y="2052417"/>
                </a:lnTo>
                <a:lnTo>
                  <a:pt x="0" y="125952"/>
                </a:lnTo>
                <a:close/>
              </a:path>
            </a:pathLst>
          </a:custGeom>
          <a:noFill/>
          <a:ln w="19050" cap="flat">
            <a:gradFill flip="none" rotWithShape="1">
              <a:gsLst>
                <a:gs pos="33000">
                  <a:srgbClr val="D8E8F7">
                    <a:alpha val="0"/>
                  </a:srgbClr>
                </a:gs>
                <a:gs pos="59600">
                  <a:srgbClr val="92C0E9">
                    <a:alpha val="50000"/>
                  </a:srgbClr>
                </a:gs>
                <a:gs pos="0">
                  <a:srgbClr val="FFFFFF">
                    <a:alpha val="21000"/>
                  </a:srgbClr>
                </a:gs>
                <a:gs pos="100000">
                  <a:srgbClr val="2F2A95">
                    <a:alpha val="6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11" name="Freeform: Shape 10">
            <a:extLst>
              <a:ext uri="{FF2B5EF4-FFF2-40B4-BE49-F238E27FC236}">
                <a16:creationId xmlns:a16="http://schemas.microsoft.com/office/drawing/2014/main" id="{C35D56FB-205A-6976-E20B-2536AD6641B4}"/>
              </a:ext>
              <a:ext uri="{C183D7F6-B498-43B3-948B-1728B52AA6E4}">
                <adec:decorative xmlns:adec="http://schemas.microsoft.com/office/drawing/2017/decorative" val="1"/>
              </a:ext>
            </a:extLst>
          </p:cNvPr>
          <p:cNvSpPr/>
          <p:nvPr userDrawn="1"/>
        </p:nvSpPr>
        <p:spPr>
          <a:xfrm>
            <a:off x="3523107" y="-904987"/>
            <a:ext cx="768600" cy="2559751"/>
          </a:xfrm>
          <a:custGeom>
            <a:avLst/>
            <a:gdLst>
              <a:gd name="connsiteX0" fmla="*/ 0 w 768600"/>
              <a:gd name="connsiteY0" fmla="*/ 0 h 2559751"/>
              <a:gd name="connsiteX1" fmla="*/ 768600 w 768600"/>
              <a:gd name="connsiteY1" fmla="*/ 381382 h 2559751"/>
              <a:gd name="connsiteX2" fmla="*/ 768600 w 768600"/>
              <a:gd name="connsiteY2" fmla="*/ 507334 h 2559751"/>
              <a:gd name="connsiteX3" fmla="*/ 768600 w 768600"/>
              <a:gd name="connsiteY3" fmla="*/ 2433799 h 2559751"/>
              <a:gd name="connsiteX4" fmla="*/ 768600 w 768600"/>
              <a:gd name="connsiteY4" fmla="*/ 2559751 h 2559751"/>
              <a:gd name="connsiteX5" fmla="*/ 0 w 768600"/>
              <a:gd name="connsiteY5" fmla="*/ 2178369 h 2559751"/>
              <a:gd name="connsiteX6" fmla="*/ 0 w 768600"/>
              <a:gd name="connsiteY6" fmla="*/ 2052417 h 2559751"/>
              <a:gd name="connsiteX7" fmla="*/ 0 w 768600"/>
              <a:gd name="connsiteY7" fmla="*/ 125952 h 2559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8600" h="2559751">
                <a:moveTo>
                  <a:pt x="0" y="0"/>
                </a:moveTo>
                <a:lnTo>
                  <a:pt x="768600" y="381382"/>
                </a:lnTo>
                <a:lnTo>
                  <a:pt x="768600" y="507334"/>
                </a:lnTo>
                <a:lnTo>
                  <a:pt x="768600" y="2433799"/>
                </a:lnTo>
                <a:lnTo>
                  <a:pt x="768600" y="2559751"/>
                </a:lnTo>
                <a:lnTo>
                  <a:pt x="0" y="2178369"/>
                </a:lnTo>
                <a:lnTo>
                  <a:pt x="0" y="2052417"/>
                </a:lnTo>
                <a:lnTo>
                  <a:pt x="0" y="125952"/>
                </a:lnTo>
                <a:close/>
              </a:path>
            </a:pathLst>
          </a:custGeom>
          <a:noFill/>
          <a:ln w="19050" cap="flat">
            <a:gradFill flip="none" rotWithShape="1">
              <a:gsLst>
                <a:gs pos="33000">
                  <a:srgbClr val="D8E8F7">
                    <a:alpha val="0"/>
                  </a:srgbClr>
                </a:gs>
                <a:gs pos="59600">
                  <a:srgbClr val="92C0E9">
                    <a:alpha val="50000"/>
                  </a:srgbClr>
                </a:gs>
                <a:gs pos="0">
                  <a:srgbClr val="FFFFFF">
                    <a:alpha val="21000"/>
                  </a:srgbClr>
                </a:gs>
                <a:gs pos="100000">
                  <a:srgbClr val="2F2A95">
                    <a:alpha val="6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12" name="Freeform: Shape 11">
            <a:extLst>
              <a:ext uri="{FF2B5EF4-FFF2-40B4-BE49-F238E27FC236}">
                <a16:creationId xmlns:a16="http://schemas.microsoft.com/office/drawing/2014/main" id="{93E677CB-8BFA-8996-6227-8AA7316F1E4C}"/>
              </a:ext>
              <a:ext uri="{C183D7F6-B498-43B3-948B-1728B52AA6E4}">
                <adec:decorative xmlns:adec="http://schemas.microsoft.com/office/drawing/2017/decorative" val="1"/>
              </a:ext>
            </a:extLst>
          </p:cNvPr>
          <p:cNvSpPr/>
          <p:nvPr userDrawn="1"/>
        </p:nvSpPr>
        <p:spPr>
          <a:xfrm>
            <a:off x="3139649" y="-671047"/>
            <a:ext cx="768600" cy="2559751"/>
          </a:xfrm>
          <a:custGeom>
            <a:avLst/>
            <a:gdLst>
              <a:gd name="connsiteX0" fmla="*/ 0 w 768600"/>
              <a:gd name="connsiteY0" fmla="*/ 0 h 2559751"/>
              <a:gd name="connsiteX1" fmla="*/ 768600 w 768600"/>
              <a:gd name="connsiteY1" fmla="*/ 381382 h 2559751"/>
              <a:gd name="connsiteX2" fmla="*/ 768600 w 768600"/>
              <a:gd name="connsiteY2" fmla="*/ 507334 h 2559751"/>
              <a:gd name="connsiteX3" fmla="*/ 768600 w 768600"/>
              <a:gd name="connsiteY3" fmla="*/ 2433799 h 2559751"/>
              <a:gd name="connsiteX4" fmla="*/ 768600 w 768600"/>
              <a:gd name="connsiteY4" fmla="*/ 2559751 h 2559751"/>
              <a:gd name="connsiteX5" fmla="*/ 0 w 768600"/>
              <a:gd name="connsiteY5" fmla="*/ 2178369 h 2559751"/>
              <a:gd name="connsiteX6" fmla="*/ 0 w 768600"/>
              <a:gd name="connsiteY6" fmla="*/ 2052417 h 2559751"/>
              <a:gd name="connsiteX7" fmla="*/ 0 w 768600"/>
              <a:gd name="connsiteY7" fmla="*/ 125952 h 2559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8600" h="2559751">
                <a:moveTo>
                  <a:pt x="0" y="0"/>
                </a:moveTo>
                <a:lnTo>
                  <a:pt x="768600" y="381382"/>
                </a:lnTo>
                <a:lnTo>
                  <a:pt x="768600" y="507334"/>
                </a:lnTo>
                <a:lnTo>
                  <a:pt x="768600" y="2433799"/>
                </a:lnTo>
                <a:lnTo>
                  <a:pt x="768600" y="2559751"/>
                </a:lnTo>
                <a:lnTo>
                  <a:pt x="0" y="2178369"/>
                </a:lnTo>
                <a:lnTo>
                  <a:pt x="0" y="2052417"/>
                </a:lnTo>
                <a:lnTo>
                  <a:pt x="0" y="125952"/>
                </a:lnTo>
                <a:close/>
              </a:path>
            </a:pathLst>
          </a:custGeom>
          <a:gradFill flip="none" rotWithShape="1">
            <a:gsLst>
              <a:gs pos="0">
                <a:srgbClr val="C5B4E2">
                  <a:alpha val="35000"/>
                </a:srgbClr>
              </a:gs>
              <a:gs pos="100000">
                <a:srgbClr val="2F2A95">
                  <a:alpha val="56000"/>
                </a:srgbClr>
              </a:gs>
            </a:gsLst>
            <a:lin ang="6900000" scaled="0"/>
            <a:tileRect/>
          </a:gradFill>
          <a:ln w="19050" cap="flat">
            <a:gradFill>
              <a:gsLst>
                <a:gs pos="0">
                  <a:srgbClr val="C5B4E2">
                    <a:alpha val="20000"/>
                  </a:srgbClr>
                </a:gs>
                <a:gs pos="99000">
                  <a:srgbClr val="2F2A95">
                    <a:alpha val="55000"/>
                  </a:srgbClr>
                </a:gs>
              </a:gsLst>
              <a:lin ang="5400000" scaled="1"/>
            </a:gradFill>
            <a:prstDash val="solid"/>
            <a:miter/>
          </a:ln>
          <a:effectLst>
            <a:outerShdw blurRad="190500" algn="ctr" rotWithShape="0">
              <a:prstClr val="black">
                <a:alpha val="25000"/>
              </a:prstClr>
            </a:outerShdw>
          </a:effectLst>
        </p:spPr>
        <p:txBody>
          <a:bodyPr wrap="square" rtlCol="0" anchor="ctr">
            <a:noAutofit/>
          </a:bodyPr>
          <a:lstStyle/>
          <a:p>
            <a:pPr marR="0" lvl="0" indent="0" defTabSz="2665918" fontAlgn="auto">
              <a:lnSpc>
                <a:spcPct val="100000"/>
              </a:lnSpc>
              <a:spcBef>
                <a:spcPts val="2918"/>
              </a:spcBef>
              <a:spcAft>
                <a:spcPts val="0"/>
              </a:spcAft>
              <a:buClr>
                <a:srgbClr val="F2F2F2"/>
              </a:buClr>
              <a:buSzTx/>
              <a:buFontTx/>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13" name="Freeform: Shape 12">
            <a:extLst>
              <a:ext uri="{FF2B5EF4-FFF2-40B4-BE49-F238E27FC236}">
                <a16:creationId xmlns:a16="http://schemas.microsoft.com/office/drawing/2014/main" id="{BE4FE0D4-A11D-A40B-18BF-2411B311DC11}"/>
              </a:ext>
              <a:ext uri="{C183D7F6-B498-43B3-948B-1728B52AA6E4}">
                <adec:decorative xmlns:adec="http://schemas.microsoft.com/office/drawing/2017/decorative" val="1"/>
              </a:ext>
            </a:extLst>
          </p:cNvPr>
          <p:cNvSpPr>
            <a:spLocks noChangeAspect="1"/>
          </p:cNvSpPr>
          <p:nvPr userDrawn="1"/>
        </p:nvSpPr>
        <p:spPr>
          <a:xfrm>
            <a:off x="2740118" y="-437107"/>
            <a:ext cx="784673" cy="2567726"/>
          </a:xfrm>
          <a:custGeom>
            <a:avLst/>
            <a:gdLst>
              <a:gd name="connsiteX0" fmla="*/ 0 w 784673"/>
              <a:gd name="connsiteY0" fmla="*/ 0 h 2567726"/>
              <a:gd name="connsiteX1" fmla="*/ 784673 w 784673"/>
              <a:gd name="connsiteY1" fmla="*/ 389357 h 2567726"/>
              <a:gd name="connsiteX2" fmla="*/ 784673 w 784673"/>
              <a:gd name="connsiteY2" fmla="*/ 515309 h 2567726"/>
              <a:gd name="connsiteX3" fmla="*/ 784673 w 784673"/>
              <a:gd name="connsiteY3" fmla="*/ 2441774 h 2567726"/>
              <a:gd name="connsiteX4" fmla="*/ 784673 w 784673"/>
              <a:gd name="connsiteY4" fmla="*/ 2567726 h 2567726"/>
              <a:gd name="connsiteX5" fmla="*/ 0 w 784673"/>
              <a:gd name="connsiteY5" fmla="*/ 2178369 h 2567726"/>
              <a:gd name="connsiteX6" fmla="*/ 0 w 784673"/>
              <a:gd name="connsiteY6" fmla="*/ 2052417 h 2567726"/>
              <a:gd name="connsiteX7" fmla="*/ 0 w 784673"/>
              <a:gd name="connsiteY7" fmla="*/ 125952 h 2567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4673" h="2567726">
                <a:moveTo>
                  <a:pt x="0" y="0"/>
                </a:moveTo>
                <a:lnTo>
                  <a:pt x="784673" y="389357"/>
                </a:lnTo>
                <a:lnTo>
                  <a:pt x="784673" y="515309"/>
                </a:lnTo>
                <a:lnTo>
                  <a:pt x="784673" y="2441774"/>
                </a:lnTo>
                <a:lnTo>
                  <a:pt x="784673" y="2567726"/>
                </a:lnTo>
                <a:lnTo>
                  <a:pt x="0" y="2178369"/>
                </a:lnTo>
                <a:lnTo>
                  <a:pt x="0" y="2052417"/>
                </a:lnTo>
                <a:lnTo>
                  <a:pt x="0" y="125952"/>
                </a:lnTo>
                <a:close/>
              </a:path>
            </a:pathLst>
          </a:custGeom>
          <a:noFill/>
          <a:ln w="19050" cap="flat">
            <a:gradFill flip="none" rotWithShape="1">
              <a:gsLst>
                <a:gs pos="33000">
                  <a:schemeClr val="accent2">
                    <a:alpha val="58000"/>
                  </a:schemeClr>
                </a:gs>
                <a:gs pos="80000">
                  <a:srgbClr val="92C0E9">
                    <a:alpha val="25000"/>
                  </a:srgbClr>
                </a:gs>
                <a:gs pos="100000">
                  <a:srgbClr val="FFFFFF">
                    <a:alpha val="41000"/>
                  </a:srgbClr>
                </a:gs>
                <a:gs pos="15000">
                  <a:srgbClr val="2F2A95">
                    <a:alpha val="6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14" name="Freeform: Shape 13">
            <a:extLst>
              <a:ext uri="{FF2B5EF4-FFF2-40B4-BE49-F238E27FC236}">
                <a16:creationId xmlns:a16="http://schemas.microsoft.com/office/drawing/2014/main" id="{88878256-DFE6-1695-113A-39FDF8E55582}"/>
              </a:ext>
              <a:ext uri="{C183D7F6-B498-43B3-948B-1728B52AA6E4}">
                <adec:decorative xmlns:adec="http://schemas.microsoft.com/office/drawing/2017/decorative" val="1"/>
              </a:ext>
            </a:extLst>
          </p:cNvPr>
          <p:cNvSpPr/>
          <p:nvPr userDrawn="1"/>
        </p:nvSpPr>
        <p:spPr>
          <a:xfrm>
            <a:off x="2356660" y="-195192"/>
            <a:ext cx="768600" cy="2559751"/>
          </a:xfrm>
          <a:custGeom>
            <a:avLst/>
            <a:gdLst>
              <a:gd name="connsiteX0" fmla="*/ 0 w 768600"/>
              <a:gd name="connsiteY0" fmla="*/ 0 h 2559751"/>
              <a:gd name="connsiteX1" fmla="*/ 768600 w 768600"/>
              <a:gd name="connsiteY1" fmla="*/ 381382 h 2559751"/>
              <a:gd name="connsiteX2" fmla="*/ 768600 w 768600"/>
              <a:gd name="connsiteY2" fmla="*/ 507334 h 2559751"/>
              <a:gd name="connsiteX3" fmla="*/ 768600 w 768600"/>
              <a:gd name="connsiteY3" fmla="*/ 2433799 h 2559751"/>
              <a:gd name="connsiteX4" fmla="*/ 768600 w 768600"/>
              <a:gd name="connsiteY4" fmla="*/ 2559751 h 2559751"/>
              <a:gd name="connsiteX5" fmla="*/ 0 w 768600"/>
              <a:gd name="connsiteY5" fmla="*/ 2178369 h 2559751"/>
              <a:gd name="connsiteX6" fmla="*/ 0 w 768600"/>
              <a:gd name="connsiteY6" fmla="*/ 2052417 h 2559751"/>
              <a:gd name="connsiteX7" fmla="*/ 0 w 768600"/>
              <a:gd name="connsiteY7" fmla="*/ 125952 h 2559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8600" h="2559751">
                <a:moveTo>
                  <a:pt x="0" y="0"/>
                </a:moveTo>
                <a:lnTo>
                  <a:pt x="768600" y="381382"/>
                </a:lnTo>
                <a:lnTo>
                  <a:pt x="768600" y="507334"/>
                </a:lnTo>
                <a:lnTo>
                  <a:pt x="768600" y="2433799"/>
                </a:lnTo>
                <a:lnTo>
                  <a:pt x="768600" y="2559751"/>
                </a:lnTo>
                <a:lnTo>
                  <a:pt x="0" y="2178369"/>
                </a:lnTo>
                <a:lnTo>
                  <a:pt x="0" y="2052417"/>
                </a:lnTo>
                <a:lnTo>
                  <a:pt x="0" y="125952"/>
                </a:lnTo>
                <a:close/>
              </a:path>
            </a:pathLst>
          </a:custGeom>
          <a:noFill/>
          <a:ln w="19050" cap="flat">
            <a:gradFill flip="none" rotWithShape="1">
              <a:gsLst>
                <a:gs pos="33000">
                  <a:srgbClr val="D8E8F7">
                    <a:alpha val="0"/>
                  </a:srgbClr>
                </a:gs>
                <a:gs pos="59600">
                  <a:srgbClr val="92C0E9">
                    <a:alpha val="50000"/>
                  </a:srgbClr>
                </a:gs>
                <a:gs pos="0">
                  <a:srgbClr val="FFFFFF">
                    <a:alpha val="21000"/>
                  </a:srgbClr>
                </a:gs>
                <a:gs pos="100000">
                  <a:srgbClr val="2F2A95">
                    <a:alpha val="6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15" name="Freeform: Shape 14">
            <a:extLst>
              <a:ext uri="{FF2B5EF4-FFF2-40B4-BE49-F238E27FC236}">
                <a16:creationId xmlns:a16="http://schemas.microsoft.com/office/drawing/2014/main" id="{9435AA56-F85E-CC10-8BA9-F9174AE1A3B1}"/>
              </a:ext>
              <a:ext uri="{C183D7F6-B498-43B3-948B-1728B52AA6E4}">
                <adec:decorative xmlns:adec="http://schemas.microsoft.com/office/drawing/2017/decorative" val="1"/>
              </a:ext>
            </a:extLst>
          </p:cNvPr>
          <p:cNvSpPr/>
          <p:nvPr userDrawn="1"/>
        </p:nvSpPr>
        <p:spPr>
          <a:xfrm>
            <a:off x="1973202" y="38748"/>
            <a:ext cx="768600" cy="2559751"/>
          </a:xfrm>
          <a:custGeom>
            <a:avLst/>
            <a:gdLst>
              <a:gd name="connsiteX0" fmla="*/ 0 w 768600"/>
              <a:gd name="connsiteY0" fmla="*/ 0 h 2559751"/>
              <a:gd name="connsiteX1" fmla="*/ 768600 w 768600"/>
              <a:gd name="connsiteY1" fmla="*/ 381382 h 2559751"/>
              <a:gd name="connsiteX2" fmla="*/ 768600 w 768600"/>
              <a:gd name="connsiteY2" fmla="*/ 507334 h 2559751"/>
              <a:gd name="connsiteX3" fmla="*/ 768600 w 768600"/>
              <a:gd name="connsiteY3" fmla="*/ 2433799 h 2559751"/>
              <a:gd name="connsiteX4" fmla="*/ 768600 w 768600"/>
              <a:gd name="connsiteY4" fmla="*/ 2559751 h 2559751"/>
              <a:gd name="connsiteX5" fmla="*/ 0 w 768600"/>
              <a:gd name="connsiteY5" fmla="*/ 2178369 h 2559751"/>
              <a:gd name="connsiteX6" fmla="*/ 0 w 768600"/>
              <a:gd name="connsiteY6" fmla="*/ 2052417 h 2559751"/>
              <a:gd name="connsiteX7" fmla="*/ 0 w 768600"/>
              <a:gd name="connsiteY7" fmla="*/ 125952 h 2559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8600" h="2559751">
                <a:moveTo>
                  <a:pt x="0" y="0"/>
                </a:moveTo>
                <a:lnTo>
                  <a:pt x="768600" y="381382"/>
                </a:lnTo>
                <a:lnTo>
                  <a:pt x="768600" y="507334"/>
                </a:lnTo>
                <a:lnTo>
                  <a:pt x="768600" y="2433799"/>
                </a:lnTo>
                <a:lnTo>
                  <a:pt x="768600" y="2559751"/>
                </a:lnTo>
                <a:lnTo>
                  <a:pt x="0" y="2178369"/>
                </a:lnTo>
                <a:lnTo>
                  <a:pt x="0" y="2052417"/>
                </a:lnTo>
                <a:lnTo>
                  <a:pt x="0" y="125952"/>
                </a:lnTo>
                <a:close/>
              </a:path>
            </a:pathLst>
          </a:custGeom>
          <a:gradFill flip="none" rotWithShape="1">
            <a:gsLst>
              <a:gs pos="64000">
                <a:srgbClr val="92C0E9">
                  <a:lumMod val="75000"/>
                  <a:alpha val="56000"/>
                </a:srgbClr>
              </a:gs>
              <a:gs pos="0">
                <a:srgbClr val="92C0E9">
                  <a:alpha val="15000"/>
                </a:srgbClr>
              </a:gs>
            </a:gsLst>
            <a:lin ang="6900000" scaled="0"/>
            <a:tileRect/>
          </a:gradFill>
          <a:ln w="19050" cap="flat">
            <a:gradFill>
              <a:gsLst>
                <a:gs pos="0">
                  <a:srgbClr val="92C0E9">
                    <a:alpha val="22000"/>
                  </a:srgbClr>
                </a:gs>
                <a:gs pos="100000">
                  <a:srgbClr val="92C0E9">
                    <a:lumMod val="50000"/>
                    <a:alpha val="25000"/>
                  </a:srgbClr>
                </a:gs>
              </a:gsLst>
              <a:lin ang="5400000" scaled="1"/>
            </a:gradFill>
            <a:prstDash val="solid"/>
            <a:miter/>
          </a:ln>
          <a:effectLst>
            <a:outerShdw blurRad="190500" algn="ctr" rotWithShape="0">
              <a:prstClr val="black">
                <a:alpha val="25000"/>
              </a:prstClr>
            </a:outerShdw>
          </a:effectLst>
        </p:spPr>
        <p:txBody>
          <a:bodyPr wrap="square" rtlCol="0" anchor="ctr">
            <a:noAutofit/>
          </a:bodyPr>
          <a:lstStyle/>
          <a:p>
            <a:pPr marR="0" lvl="0" indent="0" defTabSz="2665918" fontAlgn="auto">
              <a:lnSpc>
                <a:spcPct val="100000"/>
              </a:lnSpc>
              <a:spcBef>
                <a:spcPts val="2918"/>
              </a:spcBef>
              <a:spcAft>
                <a:spcPts val="0"/>
              </a:spcAft>
              <a:buClr>
                <a:srgbClr val="F2F2F2"/>
              </a:buClr>
              <a:buSzTx/>
              <a:buFontTx/>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16" name="Freeform: Shape 15">
            <a:extLst>
              <a:ext uri="{FF2B5EF4-FFF2-40B4-BE49-F238E27FC236}">
                <a16:creationId xmlns:a16="http://schemas.microsoft.com/office/drawing/2014/main" id="{9AE5F58A-2B69-697F-3E4D-97B71B57659B}"/>
              </a:ext>
              <a:ext uri="{C183D7F6-B498-43B3-948B-1728B52AA6E4}">
                <adec:decorative xmlns:adec="http://schemas.microsoft.com/office/drawing/2017/decorative" val="1"/>
              </a:ext>
            </a:extLst>
          </p:cNvPr>
          <p:cNvSpPr>
            <a:spLocks noChangeAspect="1"/>
          </p:cNvSpPr>
          <p:nvPr userDrawn="1"/>
        </p:nvSpPr>
        <p:spPr>
          <a:xfrm>
            <a:off x="1575766" y="272688"/>
            <a:ext cx="782578" cy="2559751"/>
          </a:xfrm>
          <a:custGeom>
            <a:avLst/>
            <a:gdLst>
              <a:gd name="connsiteX0" fmla="*/ 0 w 782578"/>
              <a:gd name="connsiteY0" fmla="*/ 0 h 2559751"/>
              <a:gd name="connsiteX1" fmla="*/ 782578 w 782578"/>
              <a:gd name="connsiteY1" fmla="*/ 388317 h 2559751"/>
              <a:gd name="connsiteX2" fmla="*/ 782578 w 782578"/>
              <a:gd name="connsiteY2" fmla="*/ 513933 h 2559751"/>
              <a:gd name="connsiteX3" fmla="*/ 782578 w 782578"/>
              <a:gd name="connsiteY3" fmla="*/ 2434135 h 2559751"/>
              <a:gd name="connsiteX4" fmla="*/ 782578 w 782578"/>
              <a:gd name="connsiteY4" fmla="*/ 2559751 h 2559751"/>
              <a:gd name="connsiteX5" fmla="*/ 0 w 782578"/>
              <a:gd name="connsiteY5" fmla="*/ 2171434 h 2559751"/>
              <a:gd name="connsiteX6" fmla="*/ 0 w 782578"/>
              <a:gd name="connsiteY6" fmla="*/ 2045818 h 2559751"/>
              <a:gd name="connsiteX7" fmla="*/ 0 w 782578"/>
              <a:gd name="connsiteY7" fmla="*/ 125616 h 2559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2578" h="2559751">
                <a:moveTo>
                  <a:pt x="0" y="0"/>
                </a:moveTo>
                <a:lnTo>
                  <a:pt x="782578" y="388317"/>
                </a:lnTo>
                <a:lnTo>
                  <a:pt x="782578" y="513933"/>
                </a:lnTo>
                <a:lnTo>
                  <a:pt x="782578" y="2434135"/>
                </a:lnTo>
                <a:lnTo>
                  <a:pt x="782578" y="2559751"/>
                </a:lnTo>
                <a:lnTo>
                  <a:pt x="0" y="2171434"/>
                </a:lnTo>
                <a:lnTo>
                  <a:pt x="0" y="2045818"/>
                </a:lnTo>
                <a:lnTo>
                  <a:pt x="0" y="125616"/>
                </a:lnTo>
                <a:close/>
              </a:path>
            </a:pathLst>
          </a:custGeom>
          <a:gradFill flip="none" rotWithShape="1">
            <a:gsLst>
              <a:gs pos="100000">
                <a:srgbClr val="92C0E9">
                  <a:lumMod val="75000"/>
                  <a:alpha val="37000"/>
                </a:srgbClr>
              </a:gs>
              <a:gs pos="0">
                <a:srgbClr val="92C0E9">
                  <a:alpha val="14000"/>
                </a:srgbClr>
              </a:gs>
            </a:gsLst>
            <a:lin ang="6900000" scaled="0"/>
            <a:tileRect/>
          </a:gradFill>
          <a:ln w="19050" cap="flat">
            <a:gradFill>
              <a:gsLst>
                <a:gs pos="0">
                  <a:srgbClr val="92C0E9">
                    <a:alpha val="20000"/>
                  </a:srgbClr>
                </a:gs>
                <a:gs pos="100000">
                  <a:srgbClr val="92C0E9">
                    <a:lumMod val="50000"/>
                    <a:alpha val="30000"/>
                  </a:srgbClr>
                </a:gs>
              </a:gsLst>
              <a:lin ang="5400000" scaled="1"/>
            </a:gradFill>
            <a:prstDash val="solid"/>
            <a:miter/>
          </a:ln>
          <a:effectLst>
            <a:outerShdw blurRad="190500" algn="ctr" rotWithShape="0">
              <a:prstClr val="black">
                <a:alpha val="25000"/>
              </a:prstClr>
            </a:outerShdw>
          </a:effectLst>
        </p:spPr>
        <p:txBody>
          <a:bodyPr wrap="square" rtlCol="0" anchor="ctr">
            <a:noAutofit/>
          </a:bodyPr>
          <a:lstStyle/>
          <a:p>
            <a:pPr marR="0" lvl="0" indent="0" defTabSz="2665918" fontAlgn="auto">
              <a:lnSpc>
                <a:spcPct val="100000"/>
              </a:lnSpc>
              <a:spcBef>
                <a:spcPts val="2918"/>
              </a:spcBef>
              <a:spcAft>
                <a:spcPts val="0"/>
              </a:spcAft>
              <a:buClr>
                <a:srgbClr val="F2F2F2"/>
              </a:buClr>
              <a:buSzTx/>
              <a:buFontTx/>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17" name="Freeform: Shape 16">
            <a:extLst>
              <a:ext uri="{FF2B5EF4-FFF2-40B4-BE49-F238E27FC236}">
                <a16:creationId xmlns:a16="http://schemas.microsoft.com/office/drawing/2014/main" id="{E570EA00-7A1A-6AEB-0143-B624E69C91AE}"/>
              </a:ext>
              <a:ext uri="{C183D7F6-B498-43B3-948B-1728B52AA6E4}">
                <adec:decorative xmlns:adec="http://schemas.microsoft.com/office/drawing/2017/decorative" val="1"/>
              </a:ext>
            </a:extLst>
          </p:cNvPr>
          <p:cNvSpPr>
            <a:spLocks noChangeAspect="1"/>
          </p:cNvSpPr>
          <p:nvPr userDrawn="1"/>
        </p:nvSpPr>
        <p:spPr>
          <a:xfrm>
            <a:off x="1178330" y="506628"/>
            <a:ext cx="782578" cy="2559751"/>
          </a:xfrm>
          <a:custGeom>
            <a:avLst/>
            <a:gdLst>
              <a:gd name="connsiteX0" fmla="*/ 0 w 782578"/>
              <a:gd name="connsiteY0" fmla="*/ 0 h 2559751"/>
              <a:gd name="connsiteX1" fmla="*/ 782578 w 782578"/>
              <a:gd name="connsiteY1" fmla="*/ 388317 h 2559751"/>
              <a:gd name="connsiteX2" fmla="*/ 782578 w 782578"/>
              <a:gd name="connsiteY2" fmla="*/ 513933 h 2559751"/>
              <a:gd name="connsiteX3" fmla="*/ 782578 w 782578"/>
              <a:gd name="connsiteY3" fmla="*/ 2434135 h 2559751"/>
              <a:gd name="connsiteX4" fmla="*/ 782578 w 782578"/>
              <a:gd name="connsiteY4" fmla="*/ 2559751 h 2559751"/>
              <a:gd name="connsiteX5" fmla="*/ 0 w 782578"/>
              <a:gd name="connsiteY5" fmla="*/ 2171434 h 2559751"/>
              <a:gd name="connsiteX6" fmla="*/ 0 w 782578"/>
              <a:gd name="connsiteY6" fmla="*/ 2045818 h 2559751"/>
              <a:gd name="connsiteX7" fmla="*/ 0 w 782578"/>
              <a:gd name="connsiteY7" fmla="*/ 125616 h 2559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2578" h="2559751">
                <a:moveTo>
                  <a:pt x="0" y="0"/>
                </a:moveTo>
                <a:lnTo>
                  <a:pt x="782578" y="388317"/>
                </a:lnTo>
                <a:lnTo>
                  <a:pt x="782578" y="513933"/>
                </a:lnTo>
                <a:lnTo>
                  <a:pt x="782578" y="2434135"/>
                </a:lnTo>
                <a:lnTo>
                  <a:pt x="782578" y="2559751"/>
                </a:lnTo>
                <a:lnTo>
                  <a:pt x="0" y="2171434"/>
                </a:lnTo>
                <a:lnTo>
                  <a:pt x="0" y="2045818"/>
                </a:lnTo>
                <a:lnTo>
                  <a:pt x="0" y="125616"/>
                </a:lnTo>
                <a:close/>
              </a:path>
            </a:pathLst>
          </a:custGeom>
          <a:noFill/>
          <a:ln w="19050" cap="flat">
            <a:gradFill flip="none" rotWithShape="1">
              <a:gsLst>
                <a:gs pos="59600">
                  <a:srgbClr val="92C0E9">
                    <a:alpha val="17000"/>
                  </a:srgbClr>
                </a:gs>
                <a:gs pos="0">
                  <a:srgbClr val="FFFFFF">
                    <a:alpha val="12000"/>
                  </a:srgbClr>
                </a:gs>
                <a:gs pos="100000">
                  <a:srgbClr val="2F2A95">
                    <a:alpha val="11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18" name="Freeform: Shape 17">
            <a:extLst>
              <a:ext uri="{FF2B5EF4-FFF2-40B4-BE49-F238E27FC236}">
                <a16:creationId xmlns:a16="http://schemas.microsoft.com/office/drawing/2014/main" id="{DB55667B-EEBC-C924-7B00-4505DD0E1BC0}"/>
              </a:ext>
              <a:ext uri="{C183D7F6-B498-43B3-948B-1728B52AA6E4}">
                <adec:decorative xmlns:adec="http://schemas.microsoft.com/office/drawing/2017/decorative" val="1"/>
              </a:ext>
            </a:extLst>
          </p:cNvPr>
          <p:cNvSpPr>
            <a:spLocks noChangeAspect="1"/>
          </p:cNvSpPr>
          <p:nvPr userDrawn="1"/>
        </p:nvSpPr>
        <p:spPr>
          <a:xfrm>
            <a:off x="780894" y="740568"/>
            <a:ext cx="782578" cy="2559751"/>
          </a:xfrm>
          <a:custGeom>
            <a:avLst/>
            <a:gdLst>
              <a:gd name="connsiteX0" fmla="*/ 0 w 782578"/>
              <a:gd name="connsiteY0" fmla="*/ 0 h 2559751"/>
              <a:gd name="connsiteX1" fmla="*/ 782578 w 782578"/>
              <a:gd name="connsiteY1" fmla="*/ 388317 h 2559751"/>
              <a:gd name="connsiteX2" fmla="*/ 782578 w 782578"/>
              <a:gd name="connsiteY2" fmla="*/ 513933 h 2559751"/>
              <a:gd name="connsiteX3" fmla="*/ 782578 w 782578"/>
              <a:gd name="connsiteY3" fmla="*/ 2434135 h 2559751"/>
              <a:gd name="connsiteX4" fmla="*/ 782578 w 782578"/>
              <a:gd name="connsiteY4" fmla="*/ 2559751 h 2559751"/>
              <a:gd name="connsiteX5" fmla="*/ 0 w 782578"/>
              <a:gd name="connsiteY5" fmla="*/ 2171434 h 2559751"/>
              <a:gd name="connsiteX6" fmla="*/ 0 w 782578"/>
              <a:gd name="connsiteY6" fmla="*/ 2045818 h 2559751"/>
              <a:gd name="connsiteX7" fmla="*/ 0 w 782578"/>
              <a:gd name="connsiteY7" fmla="*/ 125616 h 2559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2578" h="2559751">
                <a:moveTo>
                  <a:pt x="0" y="0"/>
                </a:moveTo>
                <a:lnTo>
                  <a:pt x="782578" y="388317"/>
                </a:lnTo>
                <a:lnTo>
                  <a:pt x="782578" y="513933"/>
                </a:lnTo>
                <a:lnTo>
                  <a:pt x="782578" y="2434135"/>
                </a:lnTo>
                <a:lnTo>
                  <a:pt x="782578" y="2559751"/>
                </a:lnTo>
                <a:lnTo>
                  <a:pt x="0" y="2171434"/>
                </a:lnTo>
                <a:lnTo>
                  <a:pt x="0" y="2045818"/>
                </a:lnTo>
                <a:lnTo>
                  <a:pt x="0" y="125616"/>
                </a:lnTo>
                <a:close/>
              </a:path>
            </a:pathLst>
          </a:custGeom>
          <a:noFill/>
          <a:ln w="19050" cap="flat">
            <a:gradFill flip="none" rotWithShape="1">
              <a:gsLst>
                <a:gs pos="59600">
                  <a:srgbClr val="92C0E9">
                    <a:alpha val="37000"/>
                  </a:srgbClr>
                </a:gs>
                <a:gs pos="0">
                  <a:srgbClr val="FFFFFF">
                    <a:alpha val="11000"/>
                  </a:srgbClr>
                </a:gs>
                <a:gs pos="100000">
                  <a:srgbClr val="2F2A95">
                    <a:alpha val="6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19" name="Freeform: Shape 18">
            <a:extLst>
              <a:ext uri="{FF2B5EF4-FFF2-40B4-BE49-F238E27FC236}">
                <a16:creationId xmlns:a16="http://schemas.microsoft.com/office/drawing/2014/main" id="{D0824A49-E102-53D0-D4FC-7A39F31FA0A9}"/>
              </a:ext>
              <a:ext uri="{C183D7F6-B498-43B3-948B-1728B52AA6E4}">
                <adec:decorative xmlns:adec="http://schemas.microsoft.com/office/drawing/2017/decorative" val="1"/>
              </a:ext>
            </a:extLst>
          </p:cNvPr>
          <p:cNvSpPr>
            <a:spLocks noChangeAspect="1"/>
          </p:cNvSpPr>
          <p:nvPr userDrawn="1"/>
        </p:nvSpPr>
        <p:spPr>
          <a:xfrm>
            <a:off x="383458" y="974508"/>
            <a:ext cx="782578" cy="2559751"/>
          </a:xfrm>
          <a:custGeom>
            <a:avLst/>
            <a:gdLst>
              <a:gd name="connsiteX0" fmla="*/ 0 w 782578"/>
              <a:gd name="connsiteY0" fmla="*/ 0 h 2559751"/>
              <a:gd name="connsiteX1" fmla="*/ 782578 w 782578"/>
              <a:gd name="connsiteY1" fmla="*/ 388317 h 2559751"/>
              <a:gd name="connsiteX2" fmla="*/ 782578 w 782578"/>
              <a:gd name="connsiteY2" fmla="*/ 513933 h 2559751"/>
              <a:gd name="connsiteX3" fmla="*/ 782578 w 782578"/>
              <a:gd name="connsiteY3" fmla="*/ 2434135 h 2559751"/>
              <a:gd name="connsiteX4" fmla="*/ 782578 w 782578"/>
              <a:gd name="connsiteY4" fmla="*/ 2559751 h 2559751"/>
              <a:gd name="connsiteX5" fmla="*/ 0 w 782578"/>
              <a:gd name="connsiteY5" fmla="*/ 2171434 h 2559751"/>
              <a:gd name="connsiteX6" fmla="*/ 0 w 782578"/>
              <a:gd name="connsiteY6" fmla="*/ 2045818 h 2559751"/>
              <a:gd name="connsiteX7" fmla="*/ 0 w 782578"/>
              <a:gd name="connsiteY7" fmla="*/ 125616 h 2559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2578" h="2559751">
                <a:moveTo>
                  <a:pt x="0" y="0"/>
                </a:moveTo>
                <a:lnTo>
                  <a:pt x="782578" y="388317"/>
                </a:lnTo>
                <a:lnTo>
                  <a:pt x="782578" y="513933"/>
                </a:lnTo>
                <a:lnTo>
                  <a:pt x="782578" y="2434135"/>
                </a:lnTo>
                <a:lnTo>
                  <a:pt x="782578" y="2559751"/>
                </a:lnTo>
                <a:lnTo>
                  <a:pt x="0" y="2171434"/>
                </a:lnTo>
                <a:lnTo>
                  <a:pt x="0" y="2045818"/>
                </a:lnTo>
                <a:lnTo>
                  <a:pt x="0" y="125616"/>
                </a:lnTo>
                <a:close/>
              </a:path>
            </a:pathLst>
          </a:custGeom>
          <a:gradFill>
            <a:gsLst>
              <a:gs pos="0">
                <a:srgbClr val="92C0E9">
                  <a:alpha val="47000"/>
                </a:srgbClr>
              </a:gs>
              <a:gs pos="28975">
                <a:srgbClr val="6379C1"/>
              </a:gs>
              <a:gs pos="100000">
                <a:srgbClr val="2F2A95">
                  <a:alpha val="75000"/>
                </a:srgbClr>
              </a:gs>
            </a:gsLst>
            <a:lin ang="6900000" scaled="0"/>
          </a:gradFill>
          <a:ln w="19050" cap="flat">
            <a:gradFill flip="none" rotWithShape="1">
              <a:gsLst>
                <a:gs pos="0">
                  <a:srgbClr val="92C0E9">
                    <a:alpha val="27000"/>
                  </a:srgbClr>
                </a:gs>
                <a:gs pos="100000">
                  <a:srgbClr val="C5B4E2">
                    <a:lumMod val="50000"/>
                    <a:alpha val="65000"/>
                  </a:srgbClr>
                </a:gs>
              </a:gsLst>
              <a:lin ang="5400000" scaled="1"/>
              <a:tileRect/>
            </a:gradFill>
            <a:prstDash val="solid"/>
            <a:miter/>
          </a:ln>
          <a:effectLst>
            <a:outerShdw blurRad="190500" algn="ctr" rotWithShape="0">
              <a:prstClr val="black">
                <a:alpha val="25000"/>
              </a:prstClr>
            </a:outerShdw>
          </a:effectLst>
        </p:spPr>
        <p:txBody>
          <a:bodyPr wrap="square" rtlCol="0" anchor="ctr">
            <a:noAutofit/>
          </a:bodyPr>
          <a:lstStyle/>
          <a:p>
            <a:pPr marR="0" lvl="0" indent="0" defTabSz="2665918" fontAlgn="auto">
              <a:lnSpc>
                <a:spcPct val="100000"/>
              </a:lnSpc>
              <a:spcBef>
                <a:spcPts val="2918"/>
              </a:spcBef>
              <a:spcAft>
                <a:spcPts val="0"/>
              </a:spcAft>
              <a:buClr>
                <a:srgbClr val="F2F2F2"/>
              </a:buClr>
              <a:buSzTx/>
              <a:buFontTx/>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20" name="Freeform: Shape 19">
            <a:extLst>
              <a:ext uri="{FF2B5EF4-FFF2-40B4-BE49-F238E27FC236}">
                <a16:creationId xmlns:a16="http://schemas.microsoft.com/office/drawing/2014/main" id="{F0D30F68-0587-B455-931D-7B6D76FDD477}"/>
              </a:ext>
              <a:ext uri="{C183D7F6-B498-43B3-948B-1728B52AA6E4}">
                <adec:decorative xmlns:adec="http://schemas.microsoft.com/office/drawing/2017/decorative" val="1"/>
              </a:ext>
            </a:extLst>
          </p:cNvPr>
          <p:cNvSpPr>
            <a:spLocks noChangeAspect="1"/>
          </p:cNvSpPr>
          <p:nvPr userDrawn="1"/>
        </p:nvSpPr>
        <p:spPr>
          <a:xfrm>
            <a:off x="11407327" y="3116434"/>
            <a:ext cx="784673" cy="2557460"/>
          </a:xfrm>
          <a:custGeom>
            <a:avLst/>
            <a:gdLst>
              <a:gd name="connsiteX0" fmla="*/ 0 w 784673"/>
              <a:gd name="connsiteY0" fmla="*/ 0 h 2557460"/>
              <a:gd name="connsiteX1" fmla="*/ 784673 w 784673"/>
              <a:gd name="connsiteY1" fmla="*/ 389357 h 2557460"/>
              <a:gd name="connsiteX2" fmla="*/ 784673 w 784673"/>
              <a:gd name="connsiteY2" fmla="*/ 515309 h 2557460"/>
              <a:gd name="connsiteX3" fmla="*/ 784673 w 784673"/>
              <a:gd name="connsiteY3" fmla="*/ 2431508 h 2557460"/>
              <a:gd name="connsiteX4" fmla="*/ 784673 w 784673"/>
              <a:gd name="connsiteY4" fmla="*/ 2557460 h 2557460"/>
              <a:gd name="connsiteX5" fmla="*/ 0 w 784673"/>
              <a:gd name="connsiteY5" fmla="*/ 2168103 h 2557460"/>
              <a:gd name="connsiteX6" fmla="*/ 0 w 784673"/>
              <a:gd name="connsiteY6" fmla="*/ 2042151 h 2557460"/>
              <a:gd name="connsiteX7" fmla="*/ 0 w 784673"/>
              <a:gd name="connsiteY7" fmla="*/ 125952 h 2557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4673" h="2557460">
                <a:moveTo>
                  <a:pt x="0" y="0"/>
                </a:moveTo>
                <a:lnTo>
                  <a:pt x="784673" y="389357"/>
                </a:lnTo>
                <a:lnTo>
                  <a:pt x="784673" y="515309"/>
                </a:lnTo>
                <a:lnTo>
                  <a:pt x="784673" y="2431508"/>
                </a:lnTo>
                <a:lnTo>
                  <a:pt x="784673" y="2557460"/>
                </a:lnTo>
                <a:lnTo>
                  <a:pt x="0" y="2168103"/>
                </a:lnTo>
                <a:lnTo>
                  <a:pt x="0" y="2042151"/>
                </a:lnTo>
                <a:lnTo>
                  <a:pt x="0" y="125952"/>
                </a:lnTo>
                <a:close/>
              </a:path>
            </a:pathLst>
          </a:custGeom>
          <a:noFill/>
          <a:ln w="19050" cap="flat">
            <a:gradFill flip="none" rotWithShape="1">
              <a:gsLst>
                <a:gs pos="59600">
                  <a:srgbClr val="92C0E9">
                    <a:alpha val="37000"/>
                  </a:srgbClr>
                </a:gs>
                <a:gs pos="0">
                  <a:srgbClr val="FFFFFF">
                    <a:alpha val="11000"/>
                  </a:srgbClr>
                </a:gs>
                <a:gs pos="100000">
                  <a:srgbClr val="2F2A95">
                    <a:alpha val="6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21" name="Freeform: Shape 20">
            <a:extLst>
              <a:ext uri="{FF2B5EF4-FFF2-40B4-BE49-F238E27FC236}">
                <a16:creationId xmlns:a16="http://schemas.microsoft.com/office/drawing/2014/main" id="{B95B3713-59BE-A1BB-0273-C59C9C2DD0E7}"/>
              </a:ext>
              <a:ext uri="{C183D7F6-B498-43B3-948B-1728B52AA6E4}">
                <adec:decorative xmlns:adec="http://schemas.microsoft.com/office/drawing/2017/decorative" val="1"/>
              </a:ext>
            </a:extLst>
          </p:cNvPr>
          <p:cNvSpPr>
            <a:spLocks noChangeAspect="1"/>
          </p:cNvSpPr>
          <p:nvPr userDrawn="1"/>
        </p:nvSpPr>
        <p:spPr>
          <a:xfrm>
            <a:off x="11012538" y="3359100"/>
            <a:ext cx="782578" cy="2549485"/>
          </a:xfrm>
          <a:custGeom>
            <a:avLst/>
            <a:gdLst>
              <a:gd name="connsiteX0" fmla="*/ 0 w 782578"/>
              <a:gd name="connsiteY0" fmla="*/ 0 h 2549485"/>
              <a:gd name="connsiteX1" fmla="*/ 782578 w 782578"/>
              <a:gd name="connsiteY1" fmla="*/ 388317 h 2549485"/>
              <a:gd name="connsiteX2" fmla="*/ 782578 w 782578"/>
              <a:gd name="connsiteY2" fmla="*/ 513933 h 2549485"/>
              <a:gd name="connsiteX3" fmla="*/ 782578 w 782578"/>
              <a:gd name="connsiteY3" fmla="*/ 2423869 h 2549485"/>
              <a:gd name="connsiteX4" fmla="*/ 782578 w 782578"/>
              <a:gd name="connsiteY4" fmla="*/ 2549485 h 2549485"/>
              <a:gd name="connsiteX5" fmla="*/ 0 w 782578"/>
              <a:gd name="connsiteY5" fmla="*/ 2161168 h 2549485"/>
              <a:gd name="connsiteX6" fmla="*/ 0 w 782578"/>
              <a:gd name="connsiteY6" fmla="*/ 2035552 h 2549485"/>
              <a:gd name="connsiteX7" fmla="*/ 0 w 782578"/>
              <a:gd name="connsiteY7" fmla="*/ 125616 h 2549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2578" h="2549485">
                <a:moveTo>
                  <a:pt x="0" y="0"/>
                </a:moveTo>
                <a:lnTo>
                  <a:pt x="782578" y="388317"/>
                </a:lnTo>
                <a:lnTo>
                  <a:pt x="782578" y="513933"/>
                </a:lnTo>
                <a:lnTo>
                  <a:pt x="782578" y="2423869"/>
                </a:lnTo>
                <a:lnTo>
                  <a:pt x="782578" y="2549485"/>
                </a:lnTo>
                <a:lnTo>
                  <a:pt x="0" y="2161168"/>
                </a:lnTo>
                <a:lnTo>
                  <a:pt x="0" y="2035552"/>
                </a:lnTo>
                <a:lnTo>
                  <a:pt x="0" y="125616"/>
                </a:lnTo>
                <a:close/>
              </a:path>
            </a:pathLst>
          </a:custGeom>
          <a:gradFill flip="none" rotWithShape="1">
            <a:gsLst>
              <a:gs pos="100000">
                <a:srgbClr val="92C0E9">
                  <a:lumMod val="75000"/>
                  <a:alpha val="9000"/>
                </a:srgbClr>
              </a:gs>
              <a:gs pos="0">
                <a:srgbClr val="92C0E9">
                  <a:alpha val="18000"/>
                </a:srgbClr>
              </a:gs>
            </a:gsLst>
            <a:lin ang="6900000" scaled="0"/>
            <a:tileRect/>
          </a:gradFill>
          <a:ln w="19050" cap="flat">
            <a:gradFill>
              <a:gsLst>
                <a:gs pos="0">
                  <a:srgbClr val="92C0E9">
                    <a:alpha val="2000"/>
                  </a:srgbClr>
                </a:gs>
                <a:gs pos="100000">
                  <a:srgbClr val="92C0E9">
                    <a:lumMod val="50000"/>
                    <a:alpha val="27000"/>
                  </a:srgbClr>
                </a:gs>
              </a:gsLst>
              <a:lin ang="5400000" scaled="1"/>
            </a:gradFill>
            <a:prstDash val="solid"/>
            <a:miter/>
          </a:ln>
          <a:effectLst>
            <a:outerShdw blurRad="190500" algn="ctr" rotWithShape="0">
              <a:prstClr val="black">
                <a:alpha val="25000"/>
              </a:prstClr>
            </a:outerShdw>
          </a:effectLst>
        </p:spPr>
        <p:txBody>
          <a:bodyPr wrap="square" rtlCol="0" anchor="ctr">
            <a:noAutofit/>
          </a:bodyPr>
          <a:lstStyle/>
          <a:p>
            <a:pPr marR="0" lvl="0" indent="0" defTabSz="2665918" fontAlgn="auto">
              <a:lnSpc>
                <a:spcPct val="100000"/>
              </a:lnSpc>
              <a:spcBef>
                <a:spcPts val="2918"/>
              </a:spcBef>
              <a:spcAft>
                <a:spcPts val="0"/>
              </a:spcAft>
              <a:buClr>
                <a:srgbClr val="F2F2F2"/>
              </a:buClr>
              <a:buSzTx/>
              <a:buFontTx/>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22" name="Freeform: Shape 21">
            <a:extLst>
              <a:ext uri="{FF2B5EF4-FFF2-40B4-BE49-F238E27FC236}">
                <a16:creationId xmlns:a16="http://schemas.microsoft.com/office/drawing/2014/main" id="{0EC49086-CB0B-EDFA-3C6C-B7EB982347F4}"/>
              </a:ext>
              <a:ext uri="{C183D7F6-B498-43B3-948B-1728B52AA6E4}">
                <adec:decorative xmlns:adec="http://schemas.microsoft.com/office/drawing/2017/decorative" val="1"/>
              </a:ext>
            </a:extLst>
          </p:cNvPr>
          <p:cNvSpPr>
            <a:spLocks noChangeAspect="1"/>
          </p:cNvSpPr>
          <p:nvPr userDrawn="1"/>
        </p:nvSpPr>
        <p:spPr>
          <a:xfrm>
            <a:off x="10617755" y="3593791"/>
            <a:ext cx="782578" cy="2549485"/>
          </a:xfrm>
          <a:custGeom>
            <a:avLst/>
            <a:gdLst>
              <a:gd name="connsiteX0" fmla="*/ 0 w 782578"/>
              <a:gd name="connsiteY0" fmla="*/ 0 h 2549485"/>
              <a:gd name="connsiteX1" fmla="*/ 782578 w 782578"/>
              <a:gd name="connsiteY1" fmla="*/ 388317 h 2549485"/>
              <a:gd name="connsiteX2" fmla="*/ 782578 w 782578"/>
              <a:gd name="connsiteY2" fmla="*/ 513933 h 2549485"/>
              <a:gd name="connsiteX3" fmla="*/ 782578 w 782578"/>
              <a:gd name="connsiteY3" fmla="*/ 2423869 h 2549485"/>
              <a:gd name="connsiteX4" fmla="*/ 782578 w 782578"/>
              <a:gd name="connsiteY4" fmla="*/ 2549485 h 2549485"/>
              <a:gd name="connsiteX5" fmla="*/ 0 w 782578"/>
              <a:gd name="connsiteY5" fmla="*/ 2161168 h 2549485"/>
              <a:gd name="connsiteX6" fmla="*/ 0 w 782578"/>
              <a:gd name="connsiteY6" fmla="*/ 2035552 h 2549485"/>
              <a:gd name="connsiteX7" fmla="*/ 0 w 782578"/>
              <a:gd name="connsiteY7" fmla="*/ 125616 h 2549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2578" h="2549485">
                <a:moveTo>
                  <a:pt x="0" y="0"/>
                </a:moveTo>
                <a:lnTo>
                  <a:pt x="782578" y="388317"/>
                </a:lnTo>
                <a:lnTo>
                  <a:pt x="782578" y="513933"/>
                </a:lnTo>
                <a:lnTo>
                  <a:pt x="782578" y="2423869"/>
                </a:lnTo>
                <a:lnTo>
                  <a:pt x="782578" y="2549485"/>
                </a:lnTo>
                <a:lnTo>
                  <a:pt x="0" y="2161168"/>
                </a:lnTo>
                <a:lnTo>
                  <a:pt x="0" y="2035552"/>
                </a:lnTo>
                <a:lnTo>
                  <a:pt x="0" y="125616"/>
                </a:lnTo>
                <a:close/>
              </a:path>
            </a:pathLst>
          </a:custGeom>
          <a:gradFill flip="none" rotWithShape="1">
            <a:gsLst>
              <a:gs pos="100000">
                <a:srgbClr val="92C0E9">
                  <a:lumMod val="75000"/>
                  <a:alpha val="37000"/>
                </a:srgbClr>
              </a:gs>
              <a:gs pos="0">
                <a:srgbClr val="92C0E9">
                  <a:alpha val="14000"/>
                </a:srgbClr>
              </a:gs>
            </a:gsLst>
            <a:lin ang="6900000" scaled="0"/>
            <a:tileRect/>
          </a:gradFill>
          <a:ln w="19050" cap="flat">
            <a:gradFill>
              <a:gsLst>
                <a:gs pos="0">
                  <a:srgbClr val="92C0E9">
                    <a:alpha val="20000"/>
                  </a:srgbClr>
                </a:gs>
                <a:gs pos="100000">
                  <a:srgbClr val="92C0E9">
                    <a:lumMod val="50000"/>
                    <a:alpha val="30000"/>
                  </a:srgbClr>
                </a:gs>
              </a:gsLst>
              <a:lin ang="5400000" scaled="1"/>
            </a:gradFill>
            <a:prstDash val="solid"/>
            <a:miter/>
          </a:ln>
          <a:effectLst>
            <a:outerShdw blurRad="190500" algn="ctr" rotWithShape="0">
              <a:prstClr val="black">
                <a:alpha val="25000"/>
              </a:prstClr>
            </a:outerShdw>
          </a:effectLst>
        </p:spPr>
        <p:txBody>
          <a:bodyPr wrap="square" rtlCol="0" anchor="ctr">
            <a:noAutofit/>
          </a:bodyPr>
          <a:lstStyle/>
          <a:p>
            <a:pPr marR="0" lvl="0" indent="0" defTabSz="2665918" fontAlgn="auto">
              <a:lnSpc>
                <a:spcPct val="100000"/>
              </a:lnSpc>
              <a:spcBef>
                <a:spcPts val="2918"/>
              </a:spcBef>
              <a:spcAft>
                <a:spcPts val="0"/>
              </a:spcAft>
              <a:buClr>
                <a:srgbClr val="F2F2F2"/>
              </a:buClr>
              <a:buSzTx/>
              <a:buFontTx/>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23" name="Freeform: Shape 22">
            <a:extLst>
              <a:ext uri="{FF2B5EF4-FFF2-40B4-BE49-F238E27FC236}">
                <a16:creationId xmlns:a16="http://schemas.microsoft.com/office/drawing/2014/main" id="{B28C104A-438B-E531-569B-7C7602462E8E}"/>
              </a:ext>
              <a:ext uri="{C183D7F6-B498-43B3-948B-1728B52AA6E4}">
                <adec:decorative xmlns:adec="http://schemas.microsoft.com/office/drawing/2017/decorative" val="1"/>
              </a:ext>
            </a:extLst>
          </p:cNvPr>
          <p:cNvSpPr/>
          <p:nvPr userDrawn="1"/>
        </p:nvSpPr>
        <p:spPr>
          <a:xfrm>
            <a:off x="10236950" y="3828482"/>
            <a:ext cx="768600" cy="2549485"/>
          </a:xfrm>
          <a:custGeom>
            <a:avLst/>
            <a:gdLst>
              <a:gd name="connsiteX0" fmla="*/ 0 w 768600"/>
              <a:gd name="connsiteY0" fmla="*/ 0 h 2549485"/>
              <a:gd name="connsiteX1" fmla="*/ 768600 w 768600"/>
              <a:gd name="connsiteY1" fmla="*/ 381382 h 2549485"/>
              <a:gd name="connsiteX2" fmla="*/ 768600 w 768600"/>
              <a:gd name="connsiteY2" fmla="*/ 507334 h 2549485"/>
              <a:gd name="connsiteX3" fmla="*/ 768600 w 768600"/>
              <a:gd name="connsiteY3" fmla="*/ 2423533 h 2549485"/>
              <a:gd name="connsiteX4" fmla="*/ 768600 w 768600"/>
              <a:gd name="connsiteY4" fmla="*/ 2549485 h 2549485"/>
              <a:gd name="connsiteX5" fmla="*/ 0 w 768600"/>
              <a:gd name="connsiteY5" fmla="*/ 2168103 h 2549485"/>
              <a:gd name="connsiteX6" fmla="*/ 0 w 768600"/>
              <a:gd name="connsiteY6" fmla="*/ 2042151 h 2549485"/>
              <a:gd name="connsiteX7" fmla="*/ 0 w 768600"/>
              <a:gd name="connsiteY7" fmla="*/ 125952 h 2549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8600" h="2549485">
                <a:moveTo>
                  <a:pt x="0" y="0"/>
                </a:moveTo>
                <a:lnTo>
                  <a:pt x="768600" y="381382"/>
                </a:lnTo>
                <a:lnTo>
                  <a:pt x="768600" y="507334"/>
                </a:lnTo>
                <a:lnTo>
                  <a:pt x="768600" y="2423533"/>
                </a:lnTo>
                <a:lnTo>
                  <a:pt x="768600" y="2549485"/>
                </a:lnTo>
                <a:lnTo>
                  <a:pt x="0" y="2168103"/>
                </a:lnTo>
                <a:lnTo>
                  <a:pt x="0" y="2042151"/>
                </a:lnTo>
                <a:lnTo>
                  <a:pt x="0" y="125952"/>
                </a:lnTo>
                <a:close/>
              </a:path>
            </a:pathLst>
          </a:custGeom>
          <a:noFill/>
          <a:ln w="19050" cap="flat">
            <a:gradFill flip="none" rotWithShape="1">
              <a:gsLst>
                <a:gs pos="33000">
                  <a:srgbClr val="D8E8F7">
                    <a:alpha val="59000"/>
                  </a:srgbClr>
                </a:gs>
                <a:gs pos="59600">
                  <a:srgbClr val="92C0E9">
                    <a:alpha val="50000"/>
                  </a:srgbClr>
                </a:gs>
                <a:gs pos="0">
                  <a:srgbClr val="FFFFFF">
                    <a:alpha val="21000"/>
                  </a:srgbClr>
                </a:gs>
                <a:gs pos="100000">
                  <a:srgbClr val="2F2A95">
                    <a:alpha val="6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25" name="Freeform: Shape 24">
            <a:extLst>
              <a:ext uri="{FF2B5EF4-FFF2-40B4-BE49-F238E27FC236}">
                <a16:creationId xmlns:a16="http://schemas.microsoft.com/office/drawing/2014/main" id="{4E075595-53AD-F551-29C5-4E60825EB648}"/>
              </a:ext>
              <a:ext uri="{C183D7F6-B498-43B3-948B-1728B52AA6E4}">
                <adec:decorative xmlns:adec="http://schemas.microsoft.com/office/drawing/2017/decorative" val="1"/>
              </a:ext>
            </a:extLst>
          </p:cNvPr>
          <p:cNvSpPr>
            <a:spLocks noChangeAspect="1"/>
          </p:cNvSpPr>
          <p:nvPr userDrawn="1"/>
        </p:nvSpPr>
        <p:spPr>
          <a:xfrm>
            <a:off x="9842167" y="4063173"/>
            <a:ext cx="782578" cy="2549485"/>
          </a:xfrm>
          <a:custGeom>
            <a:avLst/>
            <a:gdLst>
              <a:gd name="connsiteX0" fmla="*/ 0 w 782578"/>
              <a:gd name="connsiteY0" fmla="*/ 0 h 2549485"/>
              <a:gd name="connsiteX1" fmla="*/ 782578 w 782578"/>
              <a:gd name="connsiteY1" fmla="*/ 388318 h 2549485"/>
              <a:gd name="connsiteX2" fmla="*/ 782578 w 782578"/>
              <a:gd name="connsiteY2" fmla="*/ 513933 h 2549485"/>
              <a:gd name="connsiteX3" fmla="*/ 782578 w 782578"/>
              <a:gd name="connsiteY3" fmla="*/ 2423869 h 2549485"/>
              <a:gd name="connsiteX4" fmla="*/ 782578 w 782578"/>
              <a:gd name="connsiteY4" fmla="*/ 2549485 h 2549485"/>
              <a:gd name="connsiteX5" fmla="*/ 0 w 782578"/>
              <a:gd name="connsiteY5" fmla="*/ 2161168 h 2549485"/>
              <a:gd name="connsiteX6" fmla="*/ 0 w 782578"/>
              <a:gd name="connsiteY6" fmla="*/ 2035552 h 2549485"/>
              <a:gd name="connsiteX7" fmla="*/ 0 w 782578"/>
              <a:gd name="connsiteY7" fmla="*/ 125616 h 2549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2578" h="2549485">
                <a:moveTo>
                  <a:pt x="0" y="0"/>
                </a:moveTo>
                <a:lnTo>
                  <a:pt x="782578" y="388318"/>
                </a:lnTo>
                <a:lnTo>
                  <a:pt x="782578" y="513933"/>
                </a:lnTo>
                <a:lnTo>
                  <a:pt x="782578" y="2423869"/>
                </a:lnTo>
                <a:lnTo>
                  <a:pt x="782578" y="2549485"/>
                </a:lnTo>
                <a:lnTo>
                  <a:pt x="0" y="2161168"/>
                </a:lnTo>
                <a:lnTo>
                  <a:pt x="0" y="2035552"/>
                </a:lnTo>
                <a:lnTo>
                  <a:pt x="0" y="125616"/>
                </a:lnTo>
                <a:close/>
              </a:path>
            </a:pathLst>
          </a:custGeom>
          <a:noFill/>
          <a:ln w="19050" cap="flat">
            <a:gradFill flip="none" rotWithShape="1">
              <a:gsLst>
                <a:gs pos="15000">
                  <a:srgbClr val="D8E8F7">
                    <a:alpha val="26000"/>
                  </a:srgbClr>
                </a:gs>
                <a:gs pos="59600">
                  <a:srgbClr val="92C0E9">
                    <a:alpha val="50000"/>
                  </a:srgbClr>
                </a:gs>
                <a:gs pos="0">
                  <a:srgbClr val="FFFFFF">
                    <a:alpha val="64000"/>
                  </a:srgbClr>
                </a:gs>
                <a:gs pos="100000">
                  <a:srgbClr val="2F2A95">
                    <a:alpha val="6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26" name="Freeform: Shape 25">
            <a:extLst>
              <a:ext uri="{FF2B5EF4-FFF2-40B4-BE49-F238E27FC236}">
                <a16:creationId xmlns:a16="http://schemas.microsoft.com/office/drawing/2014/main" id="{99DAA879-25A8-9540-22C7-94ADB5765A93}"/>
              </a:ext>
              <a:ext uri="{C183D7F6-B498-43B3-948B-1728B52AA6E4}">
                <adec:decorative xmlns:adec="http://schemas.microsoft.com/office/drawing/2017/decorative" val="1"/>
              </a:ext>
            </a:extLst>
          </p:cNvPr>
          <p:cNvSpPr>
            <a:spLocks noChangeAspect="1"/>
          </p:cNvSpPr>
          <p:nvPr userDrawn="1"/>
        </p:nvSpPr>
        <p:spPr>
          <a:xfrm>
            <a:off x="9447384" y="4297864"/>
            <a:ext cx="782578" cy="2549485"/>
          </a:xfrm>
          <a:custGeom>
            <a:avLst/>
            <a:gdLst>
              <a:gd name="connsiteX0" fmla="*/ 0 w 782578"/>
              <a:gd name="connsiteY0" fmla="*/ 0 h 2549485"/>
              <a:gd name="connsiteX1" fmla="*/ 782578 w 782578"/>
              <a:gd name="connsiteY1" fmla="*/ 388318 h 2549485"/>
              <a:gd name="connsiteX2" fmla="*/ 782578 w 782578"/>
              <a:gd name="connsiteY2" fmla="*/ 513933 h 2549485"/>
              <a:gd name="connsiteX3" fmla="*/ 782578 w 782578"/>
              <a:gd name="connsiteY3" fmla="*/ 2423869 h 2549485"/>
              <a:gd name="connsiteX4" fmla="*/ 782578 w 782578"/>
              <a:gd name="connsiteY4" fmla="*/ 2549485 h 2549485"/>
              <a:gd name="connsiteX5" fmla="*/ 0 w 782578"/>
              <a:gd name="connsiteY5" fmla="*/ 2161168 h 2549485"/>
              <a:gd name="connsiteX6" fmla="*/ 0 w 782578"/>
              <a:gd name="connsiteY6" fmla="*/ 2035552 h 2549485"/>
              <a:gd name="connsiteX7" fmla="*/ 0 w 782578"/>
              <a:gd name="connsiteY7" fmla="*/ 125616 h 2549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2578" h="2549485">
                <a:moveTo>
                  <a:pt x="0" y="0"/>
                </a:moveTo>
                <a:lnTo>
                  <a:pt x="782578" y="388318"/>
                </a:lnTo>
                <a:lnTo>
                  <a:pt x="782578" y="513933"/>
                </a:lnTo>
                <a:lnTo>
                  <a:pt x="782578" y="2423869"/>
                </a:lnTo>
                <a:lnTo>
                  <a:pt x="782578" y="2549485"/>
                </a:lnTo>
                <a:lnTo>
                  <a:pt x="0" y="2161168"/>
                </a:lnTo>
                <a:lnTo>
                  <a:pt x="0" y="2035552"/>
                </a:lnTo>
                <a:lnTo>
                  <a:pt x="0" y="125616"/>
                </a:lnTo>
                <a:close/>
              </a:path>
            </a:pathLst>
          </a:custGeom>
          <a:gradFill>
            <a:gsLst>
              <a:gs pos="0">
                <a:srgbClr val="92C0E9">
                  <a:alpha val="47000"/>
                </a:srgbClr>
              </a:gs>
              <a:gs pos="61000">
                <a:srgbClr val="2F2A95">
                  <a:alpha val="80000"/>
                </a:srgbClr>
              </a:gs>
            </a:gsLst>
            <a:lin ang="6900000" scaled="0"/>
          </a:gradFill>
          <a:ln w="19050" cap="flat">
            <a:gradFill flip="none" rotWithShape="1">
              <a:gsLst>
                <a:gs pos="0">
                  <a:srgbClr val="92C0E9">
                    <a:alpha val="27000"/>
                  </a:srgbClr>
                </a:gs>
                <a:gs pos="100000">
                  <a:srgbClr val="C5B4E2">
                    <a:lumMod val="50000"/>
                    <a:alpha val="65000"/>
                  </a:srgbClr>
                </a:gs>
              </a:gsLst>
              <a:lin ang="5400000" scaled="1"/>
              <a:tileRect/>
            </a:gradFill>
            <a:prstDash val="solid"/>
            <a:miter/>
          </a:ln>
          <a:effectLst>
            <a:outerShdw blurRad="190500" algn="ctr" rotWithShape="0">
              <a:prstClr val="black">
                <a:alpha val="25000"/>
              </a:prstClr>
            </a:outerShdw>
          </a:effectLst>
        </p:spPr>
        <p:txBody>
          <a:bodyPr wrap="square" rtlCol="0" anchor="ctr">
            <a:noAutofit/>
          </a:bodyPr>
          <a:lstStyle/>
          <a:p>
            <a:pPr marR="0" lvl="0" indent="0" defTabSz="2665918" fontAlgn="auto">
              <a:lnSpc>
                <a:spcPct val="100000"/>
              </a:lnSpc>
              <a:spcBef>
                <a:spcPts val="2918"/>
              </a:spcBef>
              <a:spcAft>
                <a:spcPts val="0"/>
              </a:spcAft>
              <a:buClr>
                <a:srgbClr val="F2F2F2"/>
              </a:buClr>
              <a:buSzTx/>
              <a:buFontTx/>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27" name="Freeform: Shape 26">
            <a:extLst>
              <a:ext uri="{FF2B5EF4-FFF2-40B4-BE49-F238E27FC236}">
                <a16:creationId xmlns:a16="http://schemas.microsoft.com/office/drawing/2014/main" id="{7A76BCF5-1DCB-9BAE-5478-C7AE67663498}"/>
              </a:ext>
              <a:ext uri="{C183D7F6-B498-43B3-948B-1728B52AA6E4}">
                <adec:decorative xmlns:adec="http://schemas.microsoft.com/office/drawing/2017/decorative" val="1"/>
              </a:ext>
            </a:extLst>
          </p:cNvPr>
          <p:cNvSpPr>
            <a:spLocks noChangeAspect="1"/>
          </p:cNvSpPr>
          <p:nvPr userDrawn="1"/>
        </p:nvSpPr>
        <p:spPr>
          <a:xfrm>
            <a:off x="9052601" y="4532555"/>
            <a:ext cx="782578" cy="2549485"/>
          </a:xfrm>
          <a:custGeom>
            <a:avLst/>
            <a:gdLst>
              <a:gd name="connsiteX0" fmla="*/ 0 w 782578"/>
              <a:gd name="connsiteY0" fmla="*/ 0 h 2549485"/>
              <a:gd name="connsiteX1" fmla="*/ 782578 w 782578"/>
              <a:gd name="connsiteY1" fmla="*/ 388318 h 2549485"/>
              <a:gd name="connsiteX2" fmla="*/ 782578 w 782578"/>
              <a:gd name="connsiteY2" fmla="*/ 513933 h 2549485"/>
              <a:gd name="connsiteX3" fmla="*/ 782578 w 782578"/>
              <a:gd name="connsiteY3" fmla="*/ 2423869 h 2549485"/>
              <a:gd name="connsiteX4" fmla="*/ 782578 w 782578"/>
              <a:gd name="connsiteY4" fmla="*/ 2549485 h 2549485"/>
              <a:gd name="connsiteX5" fmla="*/ 0 w 782578"/>
              <a:gd name="connsiteY5" fmla="*/ 2161168 h 2549485"/>
              <a:gd name="connsiteX6" fmla="*/ 0 w 782578"/>
              <a:gd name="connsiteY6" fmla="*/ 2035552 h 2549485"/>
              <a:gd name="connsiteX7" fmla="*/ 0 w 782578"/>
              <a:gd name="connsiteY7" fmla="*/ 125616 h 2549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2578" h="2549485">
                <a:moveTo>
                  <a:pt x="0" y="0"/>
                </a:moveTo>
                <a:lnTo>
                  <a:pt x="782578" y="388318"/>
                </a:lnTo>
                <a:lnTo>
                  <a:pt x="782578" y="513933"/>
                </a:lnTo>
                <a:lnTo>
                  <a:pt x="782578" y="2423869"/>
                </a:lnTo>
                <a:lnTo>
                  <a:pt x="782578" y="2549485"/>
                </a:lnTo>
                <a:lnTo>
                  <a:pt x="0" y="2161168"/>
                </a:lnTo>
                <a:lnTo>
                  <a:pt x="0" y="2035552"/>
                </a:lnTo>
                <a:lnTo>
                  <a:pt x="0" y="125616"/>
                </a:lnTo>
                <a:close/>
              </a:path>
            </a:pathLst>
          </a:custGeom>
          <a:noFill/>
          <a:ln w="19050" cap="flat">
            <a:gradFill flip="none" rotWithShape="1">
              <a:gsLst>
                <a:gs pos="59600">
                  <a:srgbClr val="92C0E9">
                    <a:alpha val="37000"/>
                  </a:srgbClr>
                </a:gs>
                <a:gs pos="0">
                  <a:srgbClr val="FFFFFF">
                    <a:alpha val="11000"/>
                  </a:srgbClr>
                </a:gs>
                <a:gs pos="100000">
                  <a:srgbClr val="2F2A95">
                    <a:alpha val="6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28" name="Freeform: Shape 27">
            <a:extLst>
              <a:ext uri="{FF2B5EF4-FFF2-40B4-BE49-F238E27FC236}">
                <a16:creationId xmlns:a16="http://schemas.microsoft.com/office/drawing/2014/main" id="{41A93D2F-BFFF-A1FC-A59A-B7DF8DBFC194}"/>
              </a:ext>
              <a:ext uri="{C183D7F6-B498-43B3-948B-1728B52AA6E4}">
                <adec:decorative xmlns:adec="http://schemas.microsoft.com/office/drawing/2017/decorative" val="1"/>
              </a:ext>
            </a:extLst>
          </p:cNvPr>
          <p:cNvSpPr>
            <a:spLocks noChangeAspect="1"/>
          </p:cNvSpPr>
          <p:nvPr userDrawn="1"/>
        </p:nvSpPr>
        <p:spPr>
          <a:xfrm>
            <a:off x="8657818" y="4767246"/>
            <a:ext cx="782578" cy="2549485"/>
          </a:xfrm>
          <a:custGeom>
            <a:avLst/>
            <a:gdLst>
              <a:gd name="connsiteX0" fmla="*/ 0 w 782578"/>
              <a:gd name="connsiteY0" fmla="*/ 0 h 2549485"/>
              <a:gd name="connsiteX1" fmla="*/ 782578 w 782578"/>
              <a:gd name="connsiteY1" fmla="*/ 388318 h 2549485"/>
              <a:gd name="connsiteX2" fmla="*/ 782578 w 782578"/>
              <a:gd name="connsiteY2" fmla="*/ 513933 h 2549485"/>
              <a:gd name="connsiteX3" fmla="*/ 782578 w 782578"/>
              <a:gd name="connsiteY3" fmla="*/ 2423869 h 2549485"/>
              <a:gd name="connsiteX4" fmla="*/ 782578 w 782578"/>
              <a:gd name="connsiteY4" fmla="*/ 2549485 h 2549485"/>
              <a:gd name="connsiteX5" fmla="*/ 0 w 782578"/>
              <a:gd name="connsiteY5" fmla="*/ 2161168 h 2549485"/>
              <a:gd name="connsiteX6" fmla="*/ 0 w 782578"/>
              <a:gd name="connsiteY6" fmla="*/ 2035552 h 2549485"/>
              <a:gd name="connsiteX7" fmla="*/ 0 w 782578"/>
              <a:gd name="connsiteY7" fmla="*/ 125616 h 2549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2578" h="2549485">
                <a:moveTo>
                  <a:pt x="0" y="0"/>
                </a:moveTo>
                <a:lnTo>
                  <a:pt x="782578" y="388318"/>
                </a:lnTo>
                <a:lnTo>
                  <a:pt x="782578" y="513933"/>
                </a:lnTo>
                <a:lnTo>
                  <a:pt x="782578" y="2423869"/>
                </a:lnTo>
                <a:lnTo>
                  <a:pt x="782578" y="2549485"/>
                </a:lnTo>
                <a:lnTo>
                  <a:pt x="0" y="2161168"/>
                </a:lnTo>
                <a:lnTo>
                  <a:pt x="0" y="2035552"/>
                </a:lnTo>
                <a:lnTo>
                  <a:pt x="0" y="125616"/>
                </a:lnTo>
                <a:close/>
              </a:path>
            </a:pathLst>
          </a:custGeom>
          <a:noFill/>
          <a:ln w="19050" cap="flat">
            <a:gradFill flip="none" rotWithShape="1">
              <a:gsLst>
                <a:gs pos="33000">
                  <a:srgbClr val="D8E8F7">
                    <a:alpha val="59000"/>
                  </a:srgbClr>
                </a:gs>
                <a:gs pos="59600">
                  <a:srgbClr val="92C0E9">
                    <a:alpha val="50000"/>
                  </a:srgbClr>
                </a:gs>
                <a:gs pos="0">
                  <a:srgbClr val="FFFFFF">
                    <a:alpha val="21000"/>
                  </a:srgbClr>
                </a:gs>
                <a:gs pos="100000">
                  <a:srgbClr val="2F2A95">
                    <a:alpha val="6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29" name="Freeform: Shape 28">
            <a:extLst>
              <a:ext uri="{FF2B5EF4-FFF2-40B4-BE49-F238E27FC236}">
                <a16:creationId xmlns:a16="http://schemas.microsoft.com/office/drawing/2014/main" id="{6594BCD3-B8DD-1DEB-0DDE-06C59B9CA780}"/>
              </a:ext>
              <a:ext uri="{C183D7F6-B498-43B3-948B-1728B52AA6E4}">
                <adec:decorative xmlns:adec="http://schemas.microsoft.com/office/drawing/2017/decorative" val="1"/>
              </a:ext>
            </a:extLst>
          </p:cNvPr>
          <p:cNvSpPr>
            <a:spLocks noChangeAspect="1"/>
          </p:cNvSpPr>
          <p:nvPr userDrawn="1"/>
        </p:nvSpPr>
        <p:spPr>
          <a:xfrm>
            <a:off x="8263035" y="5001937"/>
            <a:ext cx="782578" cy="2549485"/>
          </a:xfrm>
          <a:custGeom>
            <a:avLst/>
            <a:gdLst>
              <a:gd name="connsiteX0" fmla="*/ 0 w 782578"/>
              <a:gd name="connsiteY0" fmla="*/ 0 h 2549485"/>
              <a:gd name="connsiteX1" fmla="*/ 782578 w 782578"/>
              <a:gd name="connsiteY1" fmla="*/ 388318 h 2549485"/>
              <a:gd name="connsiteX2" fmla="*/ 782578 w 782578"/>
              <a:gd name="connsiteY2" fmla="*/ 513933 h 2549485"/>
              <a:gd name="connsiteX3" fmla="*/ 782578 w 782578"/>
              <a:gd name="connsiteY3" fmla="*/ 2423869 h 2549485"/>
              <a:gd name="connsiteX4" fmla="*/ 782578 w 782578"/>
              <a:gd name="connsiteY4" fmla="*/ 2549485 h 2549485"/>
              <a:gd name="connsiteX5" fmla="*/ 0 w 782578"/>
              <a:gd name="connsiteY5" fmla="*/ 2161168 h 2549485"/>
              <a:gd name="connsiteX6" fmla="*/ 0 w 782578"/>
              <a:gd name="connsiteY6" fmla="*/ 2035552 h 2549485"/>
              <a:gd name="connsiteX7" fmla="*/ 0 w 782578"/>
              <a:gd name="connsiteY7" fmla="*/ 125616 h 2549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2578" h="2549485">
                <a:moveTo>
                  <a:pt x="0" y="0"/>
                </a:moveTo>
                <a:lnTo>
                  <a:pt x="782578" y="388318"/>
                </a:lnTo>
                <a:lnTo>
                  <a:pt x="782578" y="513933"/>
                </a:lnTo>
                <a:lnTo>
                  <a:pt x="782578" y="2423869"/>
                </a:lnTo>
                <a:lnTo>
                  <a:pt x="782578" y="2549485"/>
                </a:lnTo>
                <a:lnTo>
                  <a:pt x="0" y="2161168"/>
                </a:lnTo>
                <a:lnTo>
                  <a:pt x="0" y="2035552"/>
                </a:lnTo>
                <a:lnTo>
                  <a:pt x="0" y="125616"/>
                </a:lnTo>
                <a:close/>
              </a:path>
            </a:pathLst>
          </a:custGeom>
          <a:noFill/>
          <a:ln w="19050" cap="flat">
            <a:gradFill flip="none" rotWithShape="1">
              <a:gsLst>
                <a:gs pos="15000">
                  <a:srgbClr val="D8E8F7">
                    <a:alpha val="26000"/>
                  </a:srgbClr>
                </a:gs>
                <a:gs pos="59600">
                  <a:srgbClr val="92C0E9">
                    <a:alpha val="50000"/>
                  </a:srgbClr>
                </a:gs>
                <a:gs pos="0">
                  <a:srgbClr val="FFFFFF">
                    <a:alpha val="64000"/>
                  </a:srgbClr>
                </a:gs>
                <a:gs pos="100000">
                  <a:srgbClr val="2F2A95">
                    <a:alpha val="6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30" name="Freeform: Shape 29">
            <a:extLst>
              <a:ext uri="{FF2B5EF4-FFF2-40B4-BE49-F238E27FC236}">
                <a16:creationId xmlns:a16="http://schemas.microsoft.com/office/drawing/2014/main" id="{13CCF78D-3BA6-61C3-060C-098575F0E67A}"/>
              </a:ext>
              <a:ext uri="{C183D7F6-B498-43B3-948B-1728B52AA6E4}">
                <adec:decorative xmlns:adec="http://schemas.microsoft.com/office/drawing/2017/decorative" val="1"/>
              </a:ext>
            </a:extLst>
          </p:cNvPr>
          <p:cNvSpPr/>
          <p:nvPr userDrawn="1"/>
        </p:nvSpPr>
        <p:spPr>
          <a:xfrm>
            <a:off x="7882230" y="5236628"/>
            <a:ext cx="768600" cy="2549485"/>
          </a:xfrm>
          <a:custGeom>
            <a:avLst/>
            <a:gdLst>
              <a:gd name="connsiteX0" fmla="*/ 0 w 768600"/>
              <a:gd name="connsiteY0" fmla="*/ 0 h 2549485"/>
              <a:gd name="connsiteX1" fmla="*/ 768600 w 768600"/>
              <a:gd name="connsiteY1" fmla="*/ 381382 h 2549485"/>
              <a:gd name="connsiteX2" fmla="*/ 768600 w 768600"/>
              <a:gd name="connsiteY2" fmla="*/ 507334 h 2549485"/>
              <a:gd name="connsiteX3" fmla="*/ 768600 w 768600"/>
              <a:gd name="connsiteY3" fmla="*/ 2423533 h 2549485"/>
              <a:gd name="connsiteX4" fmla="*/ 768600 w 768600"/>
              <a:gd name="connsiteY4" fmla="*/ 2549485 h 2549485"/>
              <a:gd name="connsiteX5" fmla="*/ 0 w 768600"/>
              <a:gd name="connsiteY5" fmla="*/ 2168103 h 2549485"/>
              <a:gd name="connsiteX6" fmla="*/ 0 w 768600"/>
              <a:gd name="connsiteY6" fmla="*/ 2042151 h 2549485"/>
              <a:gd name="connsiteX7" fmla="*/ 0 w 768600"/>
              <a:gd name="connsiteY7" fmla="*/ 125952 h 2549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8600" h="2549485">
                <a:moveTo>
                  <a:pt x="0" y="0"/>
                </a:moveTo>
                <a:lnTo>
                  <a:pt x="768600" y="381382"/>
                </a:lnTo>
                <a:lnTo>
                  <a:pt x="768600" y="507334"/>
                </a:lnTo>
                <a:lnTo>
                  <a:pt x="768600" y="2423533"/>
                </a:lnTo>
                <a:lnTo>
                  <a:pt x="768600" y="2549485"/>
                </a:lnTo>
                <a:lnTo>
                  <a:pt x="0" y="2168103"/>
                </a:lnTo>
                <a:lnTo>
                  <a:pt x="0" y="2042151"/>
                </a:lnTo>
                <a:lnTo>
                  <a:pt x="0" y="125952"/>
                </a:lnTo>
                <a:close/>
              </a:path>
            </a:pathLst>
          </a:custGeom>
          <a:gradFill flip="none" rotWithShape="1">
            <a:gsLst>
              <a:gs pos="64000">
                <a:srgbClr val="92C0E9">
                  <a:lumMod val="75000"/>
                  <a:alpha val="56000"/>
                </a:srgbClr>
              </a:gs>
              <a:gs pos="0">
                <a:srgbClr val="92C0E9">
                  <a:alpha val="15000"/>
                </a:srgbClr>
              </a:gs>
            </a:gsLst>
            <a:lin ang="6900000" scaled="0"/>
            <a:tileRect/>
          </a:gradFill>
          <a:ln w="19050" cap="flat">
            <a:gradFill>
              <a:gsLst>
                <a:gs pos="0">
                  <a:srgbClr val="92C0E9">
                    <a:alpha val="22000"/>
                  </a:srgbClr>
                </a:gs>
                <a:gs pos="100000">
                  <a:srgbClr val="92C0E9">
                    <a:lumMod val="50000"/>
                    <a:alpha val="25000"/>
                  </a:srgbClr>
                </a:gs>
              </a:gsLst>
              <a:lin ang="5400000" scaled="1"/>
            </a:gradFill>
            <a:prstDash val="solid"/>
            <a:miter/>
          </a:ln>
          <a:effectLst>
            <a:outerShdw blurRad="190500" algn="ctr" rotWithShape="0">
              <a:prstClr val="black">
                <a:alpha val="25000"/>
              </a:prstClr>
            </a:outerShdw>
          </a:effectLst>
        </p:spPr>
        <p:txBody>
          <a:bodyPr wrap="square" rtlCol="0" anchor="ctr">
            <a:noAutofit/>
          </a:bodyPr>
          <a:lstStyle/>
          <a:p>
            <a:pPr marL="0" marR="0" lvl="0" indent="0" defTabSz="2665918" eaLnBrk="1" fontAlgn="auto" latinLnBrk="0" hangingPunct="1">
              <a:lnSpc>
                <a:spcPct val="100000"/>
              </a:lnSpc>
              <a:spcBef>
                <a:spcPts val="2918"/>
              </a:spcBef>
              <a:spcAft>
                <a:spcPts val="0"/>
              </a:spcAft>
              <a:buClr>
                <a:srgbClr val="F2F2F2"/>
              </a:buClr>
              <a:buSzTx/>
              <a:buFontTx/>
              <a:buNone/>
              <a:tabLst/>
              <a:defRPr/>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31" name="Freeform: Shape 30">
            <a:extLst>
              <a:ext uri="{FF2B5EF4-FFF2-40B4-BE49-F238E27FC236}">
                <a16:creationId xmlns:a16="http://schemas.microsoft.com/office/drawing/2014/main" id="{858F9CAC-AEAA-037E-B18E-983401199520}"/>
              </a:ext>
              <a:ext uri="{C183D7F6-B498-43B3-948B-1728B52AA6E4}">
                <adec:decorative xmlns:adec="http://schemas.microsoft.com/office/drawing/2017/decorative" val="1"/>
              </a:ext>
            </a:extLst>
          </p:cNvPr>
          <p:cNvSpPr>
            <a:spLocks noChangeAspect="1"/>
          </p:cNvSpPr>
          <p:nvPr userDrawn="1"/>
        </p:nvSpPr>
        <p:spPr>
          <a:xfrm>
            <a:off x="7487447" y="5471319"/>
            <a:ext cx="782578" cy="2549485"/>
          </a:xfrm>
          <a:custGeom>
            <a:avLst/>
            <a:gdLst>
              <a:gd name="connsiteX0" fmla="*/ 0 w 782578"/>
              <a:gd name="connsiteY0" fmla="*/ 0 h 2549485"/>
              <a:gd name="connsiteX1" fmla="*/ 782578 w 782578"/>
              <a:gd name="connsiteY1" fmla="*/ 388318 h 2549485"/>
              <a:gd name="connsiteX2" fmla="*/ 782578 w 782578"/>
              <a:gd name="connsiteY2" fmla="*/ 513933 h 2549485"/>
              <a:gd name="connsiteX3" fmla="*/ 782578 w 782578"/>
              <a:gd name="connsiteY3" fmla="*/ 2423869 h 2549485"/>
              <a:gd name="connsiteX4" fmla="*/ 782578 w 782578"/>
              <a:gd name="connsiteY4" fmla="*/ 2549485 h 2549485"/>
              <a:gd name="connsiteX5" fmla="*/ 0 w 782578"/>
              <a:gd name="connsiteY5" fmla="*/ 2161168 h 2549485"/>
              <a:gd name="connsiteX6" fmla="*/ 0 w 782578"/>
              <a:gd name="connsiteY6" fmla="*/ 2035552 h 2549485"/>
              <a:gd name="connsiteX7" fmla="*/ 0 w 782578"/>
              <a:gd name="connsiteY7" fmla="*/ 125616 h 2549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2578" h="2549485">
                <a:moveTo>
                  <a:pt x="0" y="0"/>
                </a:moveTo>
                <a:lnTo>
                  <a:pt x="782578" y="388318"/>
                </a:lnTo>
                <a:lnTo>
                  <a:pt x="782578" y="513933"/>
                </a:lnTo>
                <a:lnTo>
                  <a:pt x="782578" y="2423869"/>
                </a:lnTo>
                <a:lnTo>
                  <a:pt x="782578" y="2549485"/>
                </a:lnTo>
                <a:lnTo>
                  <a:pt x="0" y="2161168"/>
                </a:lnTo>
                <a:lnTo>
                  <a:pt x="0" y="2035552"/>
                </a:lnTo>
                <a:lnTo>
                  <a:pt x="0" y="125616"/>
                </a:lnTo>
                <a:close/>
              </a:path>
            </a:pathLst>
          </a:custGeom>
          <a:noFill/>
          <a:ln w="19050" cap="flat">
            <a:gradFill flip="none" rotWithShape="1">
              <a:gsLst>
                <a:gs pos="59600">
                  <a:srgbClr val="92C0E9">
                    <a:alpha val="37000"/>
                  </a:srgbClr>
                </a:gs>
                <a:gs pos="0">
                  <a:srgbClr val="FFFFFF">
                    <a:alpha val="11000"/>
                  </a:srgbClr>
                </a:gs>
                <a:gs pos="100000">
                  <a:srgbClr val="2F2A95">
                    <a:alpha val="6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32" name="Freeform: Shape 31">
            <a:extLst>
              <a:ext uri="{FF2B5EF4-FFF2-40B4-BE49-F238E27FC236}">
                <a16:creationId xmlns:a16="http://schemas.microsoft.com/office/drawing/2014/main" id="{3AC24C9C-8B3C-ACF8-1598-C6EEA27E931E}"/>
              </a:ext>
              <a:ext uri="{C183D7F6-B498-43B3-948B-1728B52AA6E4}">
                <adec:decorative xmlns:adec="http://schemas.microsoft.com/office/drawing/2017/decorative" val="1"/>
              </a:ext>
            </a:extLst>
          </p:cNvPr>
          <p:cNvSpPr/>
          <p:nvPr userDrawn="1"/>
        </p:nvSpPr>
        <p:spPr>
          <a:xfrm>
            <a:off x="7106642" y="5706010"/>
            <a:ext cx="768600" cy="2549485"/>
          </a:xfrm>
          <a:custGeom>
            <a:avLst/>
            <a:gdLst>
              <a:gd name="connsiteX0" fmla="*/ 0 w 768600"/>
              <a:gd name="connsiteY0" fmla="*/ 0 h 2549485"/>
              <a:gd name="connsiteX1" fmla="*/ 768600 w 768600"/>
              <a:gd name="connsiteY1" fmla="*/ 381382 h 2549485"/>
              <a:gd name="connsiteX2" fmla="*/ 768600 w 768600"/>
              <a:gd name="connsiteY2" fmla="*/ 507334 h 2549485"/>
              <a:gd name="connsiteX3" fmla="*/ 768600 w 768600"/>
              <a:gd name="connsiteY3" fmla="*/ 2423533 h 2549485"/>
              <a:gd name="connsiteX4" fmla="*/ 768600 w 768600"/>
              <a:gd name="connsiteY4" fmla="*/ 2549485 h 2549485"/>
              <a:gd name="connsiteX5" fmla="*/ 0 w 768600"/>
              <a:gd name="connsiteY5" fmla="*/ 2168103 h 2549485"/>
              <a:gd name="connsiteX6" fmla="*/ 0 w 768600"/>
              <a:gd name="connsiteY6" fmla="*/ 2042151 h 2549485"/>
              <a:gd name="connsiteX7" fmla="*/ 0 w 768600"/>
              <a:gd name="connsiteY7" fmla="*/ 125952 h 2549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8600" h="2549485">
                <a:moveTo>
                  <a:pt x="0" y="0"/>
                </a:moveTo>
                <a:lnTo>
                  <a:pt x="768600" y="381382"/>
                </a:lnTo>
                <a:lnTo>
                  <a:pt x="768600" y="507334"/>
                </a:lnTo>
                <a:lnTo>
                  <a:pt x="768600" y="2423533"/>
                </a:lnTo>
                <a:lnTo>
                  <a:pt x="768600" y="2549485"/>
                </a:lnTo>
                <a:lnTo>
                  <a:pt x="0" y="2168103"/>
                </a:lnTo>
                <a:lnTo>
                  <a:pt x="0" y="2042151"/>
                </a:lnTo>
                <a:lnTo>
                  <a:pt x="0" y="125952"/>
                </a:lnTo>
                <a:close/>
              </a:path>
            </a:pathLst>
          </a:custGeom>
          <a:noFill/>
          <a:ln w="19050" cap="flat">
            <a:gradFill flip="none" rotWithShape="1">
              <a:gsLst>
                <a:gs pos="59600">
                  <a:srgbClr val="92C0E9">
                    <a:alpha val="37000"/>
                  </a:srgbClr>
                </a:gs>
                <a:gs pos="0">
                  <a:srgbClr val="FFFFFF">
                    <a:alpha val="11000"/>
                  </a:srgbClr>
                </a:gs>
                <a:gs pos="100000">
                  <a:srgbClr val="2F2A95">
                    <a:alpha val="6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33" name="Freeform: Shape 32">
            <a:extLst>
              <a:ext uri="{FF2B5EF4-FFF2-40B4-BE49-F238E27FC236}">
                <a16:creationId xmlns:a16="http://schemas.microsoft.com/office/drawing/2014/main" id="{6C2D617F-74B1-2307-B8FB-2F882981A995}"/>
              </a:ext>
              <a:ext uri="{C183D7F6-B498-43B3-948B-1728B52AA6E4}">
                <adec:decorative xmlns:adec="http://schemas.microsoft.com/office/drawing/2017/decorative" val="1"/>
              </a:ext>
            </a:extLst>
          </p:cNvPr>
          <p:cNvSpPr/>
          <p:nvPr userDrawn="1"/>
        </p:nvSpPr>
        <p:spPr>
          <a:xfrm>
            <a:off x="0" y="1208444"/>
            <a:ext cx="768600" cy="2559751"/>
          </a:xfrm>
          <a:custGeom>
            <a:avLst/>
            <a:gdLst>
              <a:gd name="connsiteX0" fmla="*/ 0 w 768600"/>
              <a:gd name="connsiteY0" fmla="*/ 0 h 2559751"/>
              <a:gd name="connsiteX1" fmla="*/ 768600 w 768600"/>
              <a:gd name="connsiteY1" fmla="*/ 381382 h 2559751"/>
              <a:gd name="connsiteX2" fmla="*/ 768600 w 768600"/>
              <a:gd name="connsiteY2" fmla="*/ 507334 h 2559751"/>
              <a:gd name="connsiteX3" fmla="*/ 768600 w 768600"/>
              <a:gd name="connsiteY3" fmla="*/ 2433799 h 2559751"/>
              <a:gd name="connsiteX4" fmla="*/ 768600 w 768600"/>
              <a:gd name="connsiteY4" fmla="*/ 2559751 h 2559751"/>
              <a:gd name="connsiteX5" fmla="*/ 0 w 768600"/>
              <a:gd name="connsiteY5" fmla="*/ 2178369 h 2559751"/>
              <a:gd name="connsiteX6" fmla="*/ 0 w 768600"/>
              <a:gd name="connsiteY6" fmla="*/ 2052417 h 2559751"/>
              <a:gd name="connsiteX7" fmla="*/ 0 w 768600"/>
              <a:gd name="connsiteY7" fmla="*/ 125952 h 2559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8600" h="2559751">
                <a:moveTo>
                  <a:pt x="0" y="0"/>
                </a:moveTo>
                <a:lnTo>
                  <a:pt x="768600" y="381382"/>
                </a:lnTo>
                <a:lnTo>
                  <a:pt x="768600" y="507334"/>
                </a:lnTo>
                <a:lnTo>
                  <a:pt x="768600" y="2433799"/>
                </a:lnTo>
                <a:lnTo>
                  <a:pt x="768600" y="2559751"/>
                </a:lnTo>
                <a:lnTo>
                  <a:pt x="0" y="2178369"/>
                </a:lnTo>
                <a:lnTo>
                  <a:pt x="0" y="2052417"/>
                </a:lnTo>
                <a:lnTo>
                  <a:pt x="0" y="125952"/>
                </a:lnTo>
                <a:close/>
              </a:path>
            </a:pathLst>
          </a:custGeom>
          <a:noFill/>
          <a:ln w="19050" cap="flat">
            <a:gradFill flip="none" rotWithShape="1">
              <a:gsLst>
                <a:gs pos="59600">
                  <a:srgbClr val="92C0E9">
                    <a:alpha val="37000"/>
                  </a:srgbClr>
                </a:gs>
                <a:gs pos="0">
                  <a:srgbClr val="FFFFFF">
                    <a:alpha val="11000"/>
                  </a:srgbClr>
                </a:gs>
                <a:gs pos="100000">
                  <a:srgbClr val="2F2A95">
                    <a:alpha val="6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34" name="Freeform: Shape 33">
            <a:extLst>
              <a:ext uri="{FF2B5EF4-FFF2-40B4-BE49-F238E27FC236}">
                <a16:creationId xmlns:a16="http://schemas.microsoft.com/office/drawing/2014/main" id="{F83E91A2-BCB4-1CC0-C040-EBCB0120150F}"/>
              </a:ext>
              <a:ext uri="{C183D7F6-B498-43B3-948B-1728B52AA6E4}">
                <adec:decorative xmlns:adec="http://schemas.microsoft.com/office/drawing/2017/decorative" val="1"/>
              </a:ext>
            </a:extLst>
          </p:cNvPr>
          <p:cNvSpPr>
            <a:spLocks noChangeAspect="1"/>
          </p:cNvSpPr>
          <p:nvPr userDrawn="1"/>
        </p:nvSpPr>
        <p:spPr>
          <a:xfrm>
            <a:off x="6711859" y="5940703"/>
            <a:ext cx="782578" cy="2549485"/>
          </a:xfrm>
          <a:custGeom>
            <a:avLst/>
            <a:gdLst>
              <a:gd name="connsiteX0" fmla="*/ 0 w 782578"/>
              <a:gd name="connsiteY0" fmla="*/ 0 h 2549485"/>
              <a:gd name="connsiteX1" fmla="*/ 782578 w 782578"/>
              <a:gd name="connsiteY1" fmla="*/ 388318 h 2549485"/>
              <a:gd name="connsiteX2" fmla="*/ 782578 w 782578"/>
              <a:gd name="connsiteY2" fmla="*/ 513933 h 2549485"/>
              <a:gd name="connsiteX3" fmla="*/ 782578 w 782578"/>
              <a:gd name="connsiteY3" fmla="*/ 2423869 h 2549485"/>
              <a:gd name="connsiteX4" fmla="*/ 782578 w 782578"/>
              <a:gd name="connsiteY4" fmla="*/ 2549485 h 2549485"/>
              <a:gd name="connsiteX5" fmla="*/ 0 w 782578"/>
              <a:gd name="connsiteY5" fmla="*/ 2161168 h 2549485"/>
              <a:gd name="connsiteX6" fmla="*/ 0 w 782578"/>
              <a:gd name="connsiteY6" fmla="*/ 2035552 h 2549485"/>
              <a:gd name="connsiteX7" fmla="*/ 0 w 782578"/>
              <a:gd name="connsiteY7" fmla="*/ 125616 h 2549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2578" h="2549485">
                <a:moveTo>
                  <a:pt x="0" y="0"/>
                </a:moveTo>
                <a:lnTo>
                  <a:pt x="782578" y="388318"/>
                </a:lnTo>
                <a:lnTo>
                  <a:pt x="782578" y="513933"/>
                </a:lnTo>
                <a:lnTo>
                  <a:pt x="782578" y="2423869"/>
                </a:lnTo>
                <a:lnTo>
                  <a:pt x="782578" y="2549485"/>
                </a:lnTo>
                <a:lnTo>
                  <a:pt x="0" y="2161168"/>
                </a:lnTo>
                <a:lnTo>
                  <a:pt x="0" y="2035552"/>
                </a:lnTo>
                <a:lnTo>
                  <a:pt x="0" y="125616"/>
                </a:lnTo>
                <a:close/>
              </a:path>
            </a:pathLst>
          </a:custGeom>
          <a:noFill/>
          <a:ln w="19050" cap="flat">
            <a:gradFill flip="none" rotWithShape="1">
              <a:gsLst>
                <a:gs pos="59600">
                  <a:srgbClr val="92C0E9">
                    <a:alpha val="37000"/>
                  </a:srgbClr>
                </a:gs>
                <a:gs pos="0">
                  <a:srgbClr val="FFFFFF">
                    <a:alpha val="11000"/>
                  </a:srgbClr>
                </a:gs>
                <a:gs pos="100000">
                  <a:srgbClr val="2F2A95">
                    <a:alpha val="6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Tree>
    <p:extLst>
      <p:ext uri="{BB962C8B-B14F-4D97-AF65-F5344CB8AC3E}">
        <p14:creationId xmlns:p14="http://schemas.microsoft.com/office/powerpoint/2010/main" val="15191412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50"/>
                                        <p:tgtEl>
                                          <p:spTgt spid="6"/>
                                        </p:tgtEl>
                                      </p:cBhvr>
                                    </p:animEffect>
                                  </p:childTnLst>
                                </p:cTn>
                              </p:par>
                              <p:par>
                                <p:cTn id="8" presetID="42" presetClass="path" presetSubtype="0" decel="100000" fill="hold" grpId="1" nodeType="withEffect">
                                  <p:stCondLst>
                                    <p:cond delay="500"/>
                                  </p:stCondLst>
                                  <p:childTnLst>
                                    <p:animMotion origin="layout" path="M 0 0.03889 L 0 -2.59259E-6 " pathEditMode="relative" rAng="0" ptsTypes="AA">
                                      <p:cBhvr>
                                        <p:cTn id="9" dur="500" fill="hold"/>
                                        <p:tgtEl>
                                          <p:spTgt spid="6"/>
                                        </p:tgtEl>
                                        <p:attrNameLst>
                                          <p:attrName>ppt_x</p:attrName>
                                          <p:attrName>ppt_y</p:attrName>
                                        </p:attrNameLst>
                                      </p:cBhvr>
                                      <p:rCtr x="0" y="-1944"/>
                                    </p:animMotion>
                                  </p:childTnLst>
                                </p:cTn>
                              </p:par>
                              <p:par>
                                <p:cTn id="10" presetID="10" presetClass="entr" presetSubtype="0" fill="hold" grpId="0" nodeType="withEffect">
                                  <p:stCondLst>
                                    <p:cond delay="50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250"/>
                                        <p:tgtEl>
                                          <p:spTgt spid="24"/>
                                        </p:tgtEl>
                                      </p:cBhvr>
                                    </p:animEffect>
                                  </p:childTnLst>
                                </p:cTn>
                              </p:par>
                              <p:par>
                                <p:cTn id="13" presetID="42" presetClass="path" presetSubtype="0" decel="100000" fill="hold" grpId="1" nodeType="withEffect">
                                  <p:stCondLst>
                                    <p:cond delay="500"/>
                                  </p:stCondLst>
                                  <p:childTnLst>
                                    <p:animMotion origin="layout" path="M 0 -0.03472 L 0 -3.33333E-6 " pathEditMode="relative" rAng="0" ptsTypes="AA">
                                      <p:cBhvr>
                                        <p:cTn id="14" dur="500" fill="hold"/>
                                        <p:tgtEl>
                                          <p:spTgt spid="24"/>
                                        </p:tgtEl>
                                        <p:attrNameLst>
                                          <p:attrName>ppt_x</p:attrName>
                                          <p:attrName>ppt_y</p:attrName>
                                        </p:attrNameLst>
                                      </p:cBhvr>
                                      <p:rCtr x="0" y="1736"/>
                                    </p:animMotion>
                                  </p:childTnLst>
                                </p:cTn>
                              </p:par>
                              <p:par>
                                <p:cTn id="15" presetID="22" presetClass="entr" presetSubtype="2"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right)">
                                      <p:cBhvr>
                                        <p:cTn id="17" dur="1000"/>
                                        <p:tgtEl>
                                          <p:spTgt spid="5"/>
                                        </p:tgtEl>
                                      </p:cBhvr>
                                    </p:animEffect>
                                  </p:childTnLst>
                                </p:cTn>
                              </p:par>
                              <p:par>
                                <p:cTn id="18" presetID="10" presetClass="entr" presetSubtype="0" fill="hold" nodeType="withEffect">
                                  <p:stCondLst>
                                    <p:cond delay="500"/>
                                  </p:stCondLst>
                                  <p:childTnLst>
                                    <p:set>
                                      <p:cBhvr>
                                        <p:cTn id="19" dur="1" fill="hold">
                                          <p:stCondLst>
                                            <p:cond delay="0"/>
                                          </p:stCondLst>
                                        </p:cTn>
                                        <p:tgtEl>
                                          <p:spTgt spid="3"/>
                                        </p:tgtEl>
                                        <p:attrNameLst>
                                          <p:attrName>style.visibility</p:attrName>
                                        </p:attrNameLst>
                                      </p:cBhvr>
                                      <p:to>
                                        <p:strVal val="visible"/>
                                      </p:to>
                                    </p:set>
                                    <p:animEffect transition="in" filter="fade">
                                      <p:cBhvr>
                                        <p:cTn id="20" dur="250"/>
                                        <p:tgtEl>
                                          <p:spTgt spid="3"/>
                                        </p:tgtEl>
                                      </p:cBhvr>
                                    </p:animEffect>
                                  </p:childTnLst>
                                </p:cTn>
                              </p:par>
                              <p:par>
                                <p:cTn id="21" presetID="42" presetClass="path" presetSubtype="0" decel="100000" fill="hold" nodeType="withEffect">
                                  <p:stCondLst>
                                    <p:cond delay="500"/>
                                  </p:stCondLst>
                                  <p:childTnLst>
                                    <p:animMotion origin="layout" path="M 1.25E-6 0.03889 L 1.25E-6 1.85185E-6 " pathEditMode="relative" rAng="0" ptsTypes="AA">
                                      <p:cBhvr>
                                        <p:cTn id="22" dur="500" fill="hold"/>
                                        <p:tgtEl>
                                          <p:spTgt spid="3"/>
                                        </p:tgtEl>
                                        <p:attrNameLst>
                                          <p:attrName>ppt_x</p:attrName>
                                          <p:attrName>ppt_y</p:attrName>
                                        </p:attrNameLst>
                                      </p:cBhvr>
                                      <p:rCtr x="0" y="-1944"/>
                                    </p:animMotion>
                                  </p:childTnLst>
                                </p:cTn>
                              </p:par>
                              <p:par>
                                <p:cTn id="23" presetID="10" presetClass="entr" presetSubtype="0" fill="hold" grpId="1"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250"/>
                                        <p:tgtEl>
                                          <p:spTgt spid="8"/>
                                        </p:tgtEl>
                                      </p:cBhvr>
                                    </p:animEffect>
                                  </p:childTnLst>
                                </p:cTn>
                              </p:par>
                              <p:par>
                                <p:cTn id="26" presetID="10" presetClass="entr" presetSubtype="0" fill="hold" grpId="1"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250"/>
                                        <p:tgtEl>
                                          <p:spTgt spid="9"/>
                                        </p:tgtEl>
                                      </p:cBhvr>
                                    </p:animEffect>
                                  </p:childTnLst>
                                </p:cTn>
                              </p:par>
                              <p:par>
                                <p:cTn id="29" presetID="10" presetClass="entr" presetSubtype="0" fill="hold" grpId="1"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250"/>
                                        <p:tgtEl>
                                          <p:spTgt spid="10"/>
                                        </p:tgtEl>
                                      </p:cBhvr>
                                    </p:animEffect>
                                  </p:childTnLst>
                                </p:cTn>
                              </p:par>
                              <p:par>
                                <p:cTn id="32" presetID="10" presetClass="entr" presetSubtype="0" fill="hold" grpId="1"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250"/>
                                        <p:tgtEl>
                                          <p:spTgt spid="11"/>
                                        </p:tgtEl>
                                      </p:cBhvr>
                                    </p:animEffect>
                                  </p:childTnLst>
                                </p:cTn>
                              </p:par>
                              <p:par>
                                <p:cTn id="35" presetID="10" presetClass="entr" presetSubtype="0" fill="hold" grpId="1" nodeType="with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250"/>
                                        <p:tgtEl>
                                          <p:spTgt spid="12"/>
                                        </p:tgtEl>
                                      </p:cBhvr>
                                    </p:animEffect>
                                  </p:childTnLst>
                                </p:cTn>
                              </p:par>
                              <p:par>
                                <p:cTn id="38" presetID="10" presetClass="entr" presetSubtype="0" fill="hold" grpId="1" nodeType="with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250"/>
                                        <p:tgtEl>
                                          <p:spTgt spid="13"/>
                                        </p:tgtEl>
                                      </p:cBhvr>
                                    </p:animEffect>
                                  </p:childTnLst>
                                </p:cTn>
                              </p:par>
                              <p:par>
                                <p:cTn id="41" presetID="10" presetClass="entr" presetSubtype="0" fill="hold" grpId="1" nodeType="with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250"/>
                                        <p:tgtEl>
                                          <p:spTgt spid="14"/>
                                        </p:tgtEl>
                                      </p:cBhvr>
                                    </p:animEffect>
                                  </p:childTnLst>
                                </p:cTn>
                              </p:par>
                              <p:par>
                                <p:cTn id="44" presetID="10" presetClass="entr" presetSubtype="0" fill="hold" grpId="1" nodeType="with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250"/>
                                        <p:tgtEl>
                                          <p:spTgt spid="15"/>
                                        </p:tgtEl>
                                      </p:cBhvr>
                                    </p:animEffect>
                                  </p:childTnLst>
                                </p:cTn>
                              </p:par>
                              <p:par>
                                <p:cTn id="47" presetID="10" presetClass="entr" presetSubtype="0" fill="hold" grpId="1" nodeType="with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250"/>
                                        <p:tgtEl>
                                          <p:spTgt spid="16"/>
                                        </p:tgtEl>
                                      </p:cBhvr>
                                    </p:animEffect>
                                  </p:childTnLst>
                                </p:cTn>
                              </p:par>
                              <p:par>
                                <p:cTn id="50" presetID="10" presetClass="entr" presetSubtype="0" fill="hold" grpId="1" nodeType="with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250"/>
                                        <p:tgtEl>
                                          <p:spTgt spid="17"/>
                                        </p:tgtEl>
                                      </p:cBhvr>
                                    </p:animEffect>
                                  </p:childTnLst>
                                </p:cTn>
                              </p:par>
                              <p:par>
                                <p:cTn id="53" presetID="10" presetClass="entr" presetSubtype="0" fill="hold" grpId="1" nodeType="with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250"/>
                                        <p:tgtEl>
                                          <p:spTgt spid="18"/>
                                        </p:tgtEl>
                                      </p:cBhvr>
                                    </p:animEffect>
                                  </p:childTnLst>
                                </p:cTn>
                              </p:par>
                              <p:par>
                                <p:cTn id="56" presetID="10" presetClass="entr" presetSubtype="0" fill="hold" grpId="1" nodeType="withEffect">
                                  <p:stCondLst>
                                    <p:cond delay="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250"/>
                                        <p:tgtEl>
                                          <p:spTgt spid="19"/>
                                        </p:tgtEl>
                                      </p:cBhvr>
                                    </p:animEffect>
                                  </p:childTnLst>
                                </p:cTn>
                              </p:par>
                              <p:par>
                                <p:cTn id="59" presetID="10" presetClass="entr" presetSubtype="0" fill="hold" grpId="1" nodeType="withEffect">
                                  <p:stCondLst>
                                    <p:cond delay="0"/>
                                  </p:stCondLst>
                                  <p:childTnLst>
                                    <p:set>
                                      <p:cBhvr>
                                        <p:cTn id="60" dur="1" fill="hold">
                                          <p:stCondLst>
                                            <p:cond delay="0"/>
                                          </p:stCondLst>
                                        </p:cTn>
                                        <p:tgtEl>
                                          <p:spTgt spid="33"/>
                                        </p:tgtEl>
                                        <p:attrNameLst>
                                          <p:attrName>style.visibility</p:attrName>
                                        </p:attrNameLst>
                                      </p:cBhvr>
                                      <p:to>
                                        <p:strVal val="visible"/>
                                      </p:to>
                                    </p:set>
                                    <p:animEffect transition="in" filter="fade">
                                      <p:cBhvr>
                                        <p:cTn id="61" dur="250"/>
                                        <p:tgtEl>
                                          <p:spTgt spid="33"/>
                                        </p:tgtEl>
                                      </p:cBhvr>
                                    </p:animEffect>
                                  </p:childTnLst>
                                </p:cTn>
                              </p:par>
                              <p:par>
                                <p:cTn id="62" presetID="10" presetClass="entr" presetSubtype="0" fill="hold" grpId="1" nodeType="withEffect">
                                  <p:stCondLst>
                                    <p:cond delay="0"/>
                                  </p:stCondLst>
                                  <p:childTnLst>
                                    <p:set>
                                      <p:cBhvr>
                                        <p:cTn id="63" dur="1" fill="hold">
                                          <p:stCondLst>
                                            <p:cond delay="0"/>
                                          </p:stCondLst>
                                        </p:cTn>
                                        <p:tgtEl>
                                          <p:spTgt spid="20"/>
                                        </p:tgtEl>
                                        <p:attrNameLst>
                                          <p:attrName>style.visibility</p:attrName>
                                        </p:attrNameLst>
                                      </p:cBhvr>
                                      <p:to>
                                        <p:strVal val="visible"/>
                                      </p:to>
                                    </p:set>
                                    <p:animEffect transition="in" filter="fade">
                                      <p:cBhvr>
                                        <p:cTn id="64" dur="250"/>
                                        <p:tgtEl>
                                          <p:spTgt spid="20"/>
                                        </p:tgtEl>
                                      </p:cBhvr>
                                    </p:animEffect>
                                  </p:childTnLst>
                                </p:cTn>
                              </p:par>
                              <p:par>
                                <p:cTn id="65" presetID="10" presetClass="entr" presetSubtype="0" fill="hold" grpId="1" nodeType="withEffect">
                                  <p:stCondLst>
                                    <p:cond delay="0"/>
                                  </p:stCondLst>
                                  <p:childTnLst>
                                    <p:set>
                                      <p:cBhvr>
                                        <p:cTn id="66" dur="1" fill="hold">
                                          <p:stCondLst>
                                            <p:cond delay="0"/>
                                          </p:stCondLst>
                                        </p:cTn>
                                        <p:tgtEl>
                                          <p:spTgt spid="21"/>
                                        </p:tgtEl>
                                        <p:attrNameLst>
                                          <p:attrName>style.visibility</p:attrName>
                                        </p:attrNameLst>
                                      </p:cBhvr>
                                      <p:to>
                                        <p:strVal val="visible"/>
                                      </p:to>
                                    </p:set>
                                    <p:animEffect transition="in" filter="fade">
                                      <p:cBhvr>
                                        <p:cTn id="67" dur="250"/>
                                        <p:tgtEl>
                                          <p:spTgt spid="21"/>
                                        </p:tgtEl>
                                      </p:cBhvr>
                                    </p:animEffect>
                                  </p:childTnLst>
                                </p:cTn>
                              </p:par>
                              <p:par>
                                <p:cTn id="68" presetID="10" presetClass="entr" presetSubtype="0" fill="hold" grpId="1" nodeType="withEffect">
                                  <p:stCondLst>
                                    <p:cond delay="0"/>
                                  </p:stCondLst>
                                  <p:childTnLst>
                                    <p:set>
                                      <p:cBhvr>
                                        <p:cTn id="69" dur="1" fill="hold">
                                          <p:stCondLst>
                                            <p:cond delay="0"/>
                                          </p:stCondLst>
                                        </p:cTn>
                                        <p:tgtEl>
                                          <p:spTgt spid="22"/>
                                        </p:tgtEl>
                                        <p:attrNameLst>
                                          <p:attrName>style.visibility</p:attrName>
                                        </p:attrNameLst>
                                      </p:cBhvr>
                                      <p:to>
                                        <p:strVal val="visible"/>
                                      </p:to>
                                    </p:set>
                                    <p:animEffect transition="in" filter="fade">
                                      <p:cBhvr>
                                        <p:cTn id="70" dur="250"/>
                                        <p:tgtEl>
                                          <p:spTgt spid="22"/>
                                        </p:tgtEl>
                                      </p:cBhvr>
                                    </p:animEffect>
                                  </p:childTnLst>
                                </p:cTn>
                              </p:par>
                              <p:par>
                                <p:cTn id="71" presetID="10" presetClass="entr" presetSubtype="0" fill="hold" grpId="1" nodeType="withEffect">
                                  <p:stCondLst>
                                    <p:cond delay="0"/>
                                  </p:stCondLst>
                                  <p:childTnLst>
                                    <p:set>
                                      <p:cBhvr>
                                        <p:cTn id="72" dur="1" fill="hold">
                                          <p:stCondLst>
                                            <p:cond delay="0"/>
                                          </p:stCondLst>
                                        </p:cTn>
                                        <p:tgtEl>
                                          <p:spTgt spid="23"/>
                                        </p:tgtEl>
                                        <p:attrNameLst>
                                          <p:attrName>style.visibility</p:attrName>
                                        </p:attrNameLst>
                                      </p:cBhvr>
                                      <p:to>
                                        <p:strVal val="visible"/>
                                      </p:to>
                                    </p:set>
                                    <p:animEffect transition="in" filter="fade">
                                      <p:cBhvr>
                                        <p:cTn id="73" dur="250"/>
                                        <p:tgtEl>
                                          <p:spTgt spid="23"/>
                                        </p:tgtEl>
                                      </p:cBhvr>
                                    </p:animEffect>
                                  </p:childTnLst>
                                </p:cTn>
                              </p:par>
                              <p:par>
                                <p:cTn id="74" presetID="10" presetClass="entr" presetSubtype="0" fill="hold" grpId="1" nodeType="withEffect">
                                  <p:stCondLst>
                                    <p:cond delay="0"/>
                                  </p:stCondLst>
                                  <p:childTnLst>
                                    <p:set>
                                      <p:cBhvr>
                                        <p:cTn id="75" dur="1" fill="hold">
                                          <p:stCondLst>
                                            <p:cond delay="0"/>
                                          </p:stCondLst>
                                        </p:cTn>
                                        <p:tgtEl>
                                          <p:spTgt spid="25"/>
                                        </p:tgtEl>
                                        <p:attrNameLst>
                                          <p:attrName>style.visibility</p:attrName>
                                        </p:attrNameLst>
                                      </p:cBhvr>
                                      <p:to>
                                        <p:strVal val="visible"/>
                                      </p:to>
                                    </p:set>
                                    <p:animEffect transition="in" filter="fade">
                                      <p:cBhvr>
                                        <p:cTn id="76" dur="250"/>
                                        <p:tgtEl>
                                          <p:spTgt spid="25"/>
                                        </p:tgtEl>
                                      </p:cBhvr>
                                    </p:animEffect>
                                  </p:childTnLst>
                                </p:cTn>
                              </p:par>
                              <p:par>
                                <p:cTn id="77" presetID="10" presetClass="entr" presetSubtype="0" fill="hold" grpId="1" nodeType="withEffect">
                                  <p:stCondLst>
                                    <p:cond delay="0"/>
                                  </p:stCondLst>
                                  <p:childTnLst>
                                    <p:set>
                                      <p:cBhvr>
                                        <p:cTn id="78" dur="1" fill="hold">
                                          <p:stCondLst>
                                            <p:cond delay="0"/>
                                          </p:stCondLst>
                                        </p:cTn>
                                        <p:tgtEl>
                                          <p:spTgt spid="26"/>
                                        </p:tgtEl>
                                        <p:attrNameLst>
                                          <p:attrName>style.visibility</p:attrName>
                                        </p:attrNameLst>
                                      </p:cBhvr>
                                      <p:to>
                                        <p:strVal val="visible"/>
                                      </p:to>
                                    </p:set>
                                    <p:animEffect transition="in" filter="fade">
                                      <p:cBhvr>
                                        <p:cTn id="79" dur="250"/>
                                        <p:tgtEl>
                                          <p:spTgt spid="26"/>
                                        </p:tgtEl>
                                      </p:cBhvr>
                                    </p:animEffect>
                                  </p:childTnLst>
                                </p:cTn>
                              </p:par>
                              <p:par>
                                <p:cTn id="80" presetID="10" presetClass="entr" presetSubtype="0" fill="hold" grpId="1" nodeType="withEffect">
                                  <p:stCondLst>
                                    <p:cond delay="0"/>
                                  </p:stCondLst>
                                  <p:childTnLst>
                                    <p:set>
                                      <p:cBhvr>
                                        <p:cTn id="81" dur="1" fill="hold">
                                          <p:stCondLst>
                                            <p:cond delay="0"/>
                                          </p:stCondLst>
                                        </p:cTn>
                                        <p:tgtEl>
                                          <p:spTgt spid="27"/>
                                        </p:tgtEl>
                                        <p:attrNameLst>
                                          <p:attrName>style.visibility</p:attrName>
                                        </p:attrNameLst>
                                      </p:cBhvr>
                                      <p:to>
                                        <p:strVal val="visible"/>
                                      </p:to>
                                    </p:set>
                                    <p:animEffect transition="in" filter="fade">
                                      <p:cBhvr>
                                        <p:cTn id="82" dur="250"/>
                                        <p:tgtEl>
                                          <p:spTgt spid="27"/>
                                        </p:tgtEl>
                                      </p:cBhvr>
                                    </p:animEffect>
                                  </p:childTnLst>
                                </p:cTn>
                              </p:par>
                              <p:par>
                                <p:cTn id="83" presetID="10" presetClass="entr" presetSubtype="0" fill="hold" grpId="1" nodeType="withEffect">
                                  <p:stCondLst>
                                    <p:cond delay="0"/>
                                  </p:stCondLst>
                                  <p:childTnLst>
                                    <p:set>
                                      <p:cBhvr>
                                        <p:cTn id="84" dur="1" fill="hold">
                                          <p:stCondLst>
                                            <p:cond delay="0"/>
                                          </p:stCondLst>
                                        </p:cTn>
                                        <p:tgtEl>
                                          <p:spTgt spid="28"/>
                                        </p:tgtEl>
                                        <p:attrNameLst>
                                          <p:attrName>style.visibility</p:attrName>
                                        </p:attrNameLst>
                                      </p:cBhvr>
                                      <p:to>
                                        <p:strVal val="visible"/>
                                      </p:to>
                                    </p:set>
                                    <p:animEffect transition="in" filter="fade">
                                      <p:cBhvr>
                                        <p:cTn id="85" dur="250"/>
                                        <p:tgtEl>
                                          <p:spTgt spid="28"/>
                                        </p:tgtEl>
                                      </p:cBhvr>
                                    </p:animEffect>
                                  </p:childTnLst>
                                </p:cTn>
                              </p:par>
                              <p:par>
                                <p:cTn id="86" presetID="10" presetClass="entr" presetSubtype="0" fill="hold" grpId="1" nodeType="withEffect">
                                  <p:stCondLst>
                                    <p:cond delay="0"/>
                                  </p:stCondLst>
                                  <p:childTnLst>
                                    <p:set>
                                      <p:cBhvr>
                                        <p:cTn id="87" dur="1" fill="hold">
                                          <p:stCondLst>
                                            <p:cond delay="0"/>
                                          </p:stCondLst>
                                        </p:cTn>
                                        <p:tgtEl>
                                          <p:spTgt spid="29"/>
                                        </p:tgtEl>
                                        <p:attrNameLst>
                                          <p:attrName>style.visibility</p:attrName>
                                        </p:attrNameLst>
                                      </p:cBhvr>
                                      <p:to>
                                        <p:strVal val="visible"/>
                                      </p:to>
                                    </p:set>
                                    <p:animEffect transition="in" filter="fade">
                                      <p:cBhvr>
                                        <p:cTn id="88" dur="250"/>
                                        <p:tgtEl>
                                          <p:spTgt spid="29"/>
                                        </p:tgtEl>
                                      </p:cBhvr>
                                    </p:animEffect>
                                  </p:childTnLst>
                                </p:cTn>
                              </p:par>
                              <p:par>
                                <p:cTn id="89" presetID="10" presetClass="entr" presetSubtype="0" fill="hold" grpId="1" nodeType="withEffect">
                                  <p:stCondLst>
                                    <p:cond delay="0"/>
                                  </p:stCondLst>
                                  <p:childTnLst>
                                    <p:set>
                                      <p:cBhvr>
                                        <p:cTn id="90" dur="1" fill="hold">
                                          <p:stCondLst>
                                            <p:cond delay="0"/>
                                          </p:stCondLst>
                                        </p:cTn>
                                        <p:tgtEl>
                                          <p:spTgt spid="30"/>
                                        </p:tgtEl>
                                        <p:attrNameLst>
                                          <p:attrName>style.visibility</p:attrName>
                                        </p:attrNameLst>
                                      </p:cBhvr>
                                      <p:to>
                                        <p:strVal val="visible"/>
                                      </p:to>
                                    </p:set>
                                    <p:animEffect transition="in" filter="fade">
                                      <p:cBhvr>
                                        <p:cTn id="91" dur="250"/>
                                        <p:tgtEl>
                                          <p:spTgt spid="30"/>
                                        </p:tgtEl>
                                      </p:cBhvr>
                                    </p:animEffect>
                                  </p:childTnLst>
                                </p:cTn>
                              </p:par>
                              <p:par>
                                <p:cTn id="92" presetID="10" presetClass="entr" presetSubtype="0" fill="hold" grpId="1" nodeType="withEffect">
                                  <p:stCondLst>
                                    <p:cond delay="0"/>
                                  </p:stCondLst>
                                  <p:childTnLst>
                                    <p:set>
                                      <p:cBhvr>
                                        <p:cTn id="93" dur="1" fill="hold">
                                          <p:stCondLst>
                                            <p:cond delay="0"/>
                                          </p:stCondLst>
                                        </p:cTn>
                                        <p:tgtEl>
                                          <p:spTgt spid="31"/>
                                        </p:tgtEl>
                                        <p:attrNameLst>
                                          <p:attrName>style.visibility</p:attrName>
                                        </p:attrNameLst>
                                      </p:cBhvr>
                                      <p:to>
                                        <p:strVal val="visible"/>
                                      </p:to>
                                    </p:set>
                                    <p:animEffect transition="in" filter="fade">
                                      <p:cBhvr>
                                        <p:cTn id="94" dur="250"/>
                                        <p:tgtEl>
                                          <p:spTgt spid="31"/>
                                        </p:tgtEl>
                                      </p:cBhvr>
                                    </p:animEffect>
                                  </p:childTnLst>
                                </p:cTn>
                              </p:par>
                              <p:par>
                                <p:cTn id="95" presetID="10" presetClass="entr" presetSubtype="0" fill="hold" grpId="1" nodeType="withEffect">
                                  <p:stCondLst>
                                    <p:cond delay="0"/>
                                  </p:stCondLst>
                                  <p:childTnLst>
                                    <p:set>
                                      <p:cBhvr>
                                        <p:cTn id="96" dur="1" fill="hold">
                                          <p:stCondLst>
                                            <p:cond delay="0"/>
                                          </p:stCondLst>
                                        </p:cTn>
                                        <p:tgtEl>
                                          <p:spTgt spid="32"/>
                                        </p:tgtEl>
                                        <p:attrNameLst>
                                          <p:attrName>style.visibility</p:attrName>
                                        </p:attrNameLst>
                                      </p:cBhvr>
                                      <p:to>
                                        <p:strVal val="visible"/>
                                      </p:to>
                                    </p:set>
                                    <p:animEffect transition="in" filter="fade">
                                      <p:cBhvr>
                                        <p:cTn id="97" dur="250"/>
                                        <p:tgtEl>
                                          <p:spTgt spid="32"/>
                                        </p:tgtEl>
                                      </p:cBhvr>
                                    </p:animEffect>
                                  </p:childTnLst>
                                </p:cTn>
                              </p:par>
                              <p:par>
                                <p:cTn id="98" presetID="10" presetClass="entr" presetSubtype="0" fill="hold" grpId="1" nodeType="withEffect">
                                  <p:stCondLst>
                                    <p:cond delay="0"/>
                                  </p:stCondLst>
                                  <p:childTnLst>
                                    <p:set>
                                      <p:cBhvr>
                                        <p:cTn id="99" dur="1" fill="hold">
                                          <p:stCondLst>
                                            <p:cond delay="0"/>
                                          </p:stCondLst>
                                        </p:cTn>
                                        <p:tgtEl>
                                          <p:spTgt spid="34"/>
                                        </p:tgtEl>
                                        <p:attrNameLst>
                                          <p:attrName>style.visibility</p:attrName>
                                        </p:attrNameLst>
                                      </p:cBhvr>
                                      <p:to>
                                        <p:strVal val="visible"/>
                                      </p:to>
                                    </p:set>
                                    <p:animEffect transition="in" filter="fade">
                                      <p:cBhvr>
                                        <p:cTn id="100" dur="250"/>
                                        <p:tgtEl>
                                          <p:spTgt spid="34"/>
                                        </p:tgtEl>
                                      </p:cBhvr>
                                    </p:animEffect>
                                  </p:childTnLst>
                                </p:cTn>
                              </p:par>
                              <p:par>
                                <p:cTn id="101" presetID="64" presetClass="path" presetSubtype="0" accel="50000" decel="50000" fill="hold" grpId="0" nodeType="withEffect">
                                  <p:stCondLst>
                                    <p:cond delay="0"/>
                                  </p:stCondLst>
                                  <p:childTnLst>
                                    <p:animMotion origin="layout" path="M 0 0 L -0.4771048 0.5101743 E" pathEditMode="relative" ptsTypes="">
                                      <p:cBhvr>
                                        <p:cTn id="102" dur="1500" spd="-100000" fill="hold"/>
                                        <p:tgtEl>
                                          <p:spTgt spid="8"/>
                                        </p:tgtEl>
                                        <p:attrNameLst>
                                          <p:attrName>ppt_x</p:attrName>
                                          <p:attrName>ppt_y</p:attrName>
                                        </p:attrNameLst>
                                      </p:cBhvr>
                                    </p:animMotion>
                                  </p:childTnLst>
                                </p:cTn>
                              </p:par>
                              <p:par>
                                <p:cTn id="103" presetID="64" presetClass="path" presetSubtype="0" accel="50000" decel="50000" fill="hold" grpId="0" nodeType="withEffect">
                                  <p:stCondLst>
                                    <p:cond delay="0"/>
                                  </p:stCondLst>
                                  <p:childTnLst>
                                    <p:animMotion origin="layout" path="M 0 0 L -0.4456536 0.4760623 E" pathEditMode="relative" ptsTypes="">
                                      <p:cBhvr>
                                        <p:cTn id="104" dur="1500" spd="-100000" fill="hold"/>
                                        <p:tgtEl>
                                          <p:spTgt spid="9"/>
                                        </p:tgtEl>
                                        <p:attrNameLst>
                                          <p:attrName>ppt_x</p:attrName>
                                          <p:attrName>ppt_y</p:attrName>
                                        </p:attrNameLst>
                                      </p:cBhvr>
                                    </p:animMotion>
                                  </p:childTnLst>
                                </p:cTn>
                              </p:par>
                              <p:par>
                                <p:cTn id="105" presetID="64" presetClass="path" presetSubtype="0" accel="50000" decel="50000" fill="hold" grpId="0" nodeType="withEffect">
                                  <p:stCondLst>
                                    <p:cond delay="0"/>
                                  </p:stCondLst>
                                  <p:childTnLst>
                                    <p:animMotion origin="layout" path="M 0 0 L -0.4142019 0.4419503 E" pathEditMode="relative" ptsTypes="">
                                      <p:cBhvr>
                                        <p:cTn id="106" dur="1500" spd="-100000" fill="hold"/>
                                        <p:tgtEl>
                                          <p:spTgt spid="10"/>
                                        </p:tgtEl>
                                        <p:attrNameLst>
                                          <p:attrName>ppt_x</p:attrName>
                                          <p:attrName>ppt_y</p:attrName>
                                        </p:attrNameLst>
                                      </p:cBhvr>
                                    </p:animMotion>
                                  </p:childTnLst>
                                </p:cTn>
                              </p:par>
                              <p:par>
                                <p:cTn id="107" presetID="64" presetClass="path" presetSubtype="0" accel="50000" decel="50000" fill="hold" grpId="0" nodeType="withEffect">
                                  <p:stCondLst>
                                    <p:cond delay="0"/>
                                  </p:stCondLst>
                                  <p:childTnLst>
                                    <p:animMotion origin="layout" path="M 0 0 L -0.3827504 0.4078383 E" pathEditMode="relative" ptsTypes="">
                                      <p:cBhvr>
                                        <p:cTn id="108" dur="1500" spd="-100000" fill="hold"/>
                                        <p:tgtEl>
                                          <p:spTgt spid="11"/>
                                        </p:tgtEl>
                                        <p:attrNameLst>
                                          <p:attrName>ppt_x</p:attrName>
                                          <p:attrName>ppt_y</p:attrName>
                                        </p:attrNameLst>
                                      </p:cBhvr>
                                    </p:animMotion>
                                  </p:childTnLst>
                                </p:cTn>
                              </p:par>
                              <p:par>
                                <p:cTn id="109" presetID="64" presetClass="path" presetSubtype="0" accel="50000" decel="50000" fill="hold" grpId="0" nodeType="withEffect">
                                  <p:stCondLst>
                                    <p:cond delay="0"/>
                                  </p:stCondLst>
                                  <p:childTnLst>
                                    <p:animMotion origin="layout" path="M 0 0 L -0.3512987 0.3737263 E" pathEditMode="relative" ptsTypes="">
                                      <p:cBhvr>
                                        <p:cTn id="110" dur="1500" spd="-100000" fill="hold"/>
                                        <p:tgtEl>
                                          <p:spTgt spid="12"/>
                                        </p:tgtEl>
                                        <p:attrNameLst>
                                          <p:attrName>ppt_x</p:attrName>
                                          <p:attrName>ppt_y</p:attrName>
                                        </p:attrNameLst>
                                      </p:cBhvr>
                                    </p:animMotion>
                                  </p:childTnLst>
                                </p:cTn>
                              </p:par>
                              <p:par>
                                <p:cTn id="111" presetID="64" presetClass="path" presetSubtype="0" accel="50000" decel="50000" fill="hold" grpId="0" nodeType="withEffect">
                                  <p:stCondLst>
                                    <p:cond delay="0"/>
                                  </p:stCondLst>
                                  <p:childTnLst>
                                    <p:animMotion origin="layout" path="M 0 0 L -0.319188 0.3390329 E" pathEditMode="relative" ptsTypes="">
                                      <p:cBhvr>
                                        <p:cTn id="112" dur="1500" spd="-100000" fill="hold"/>
                                        <p:tgtEl>
                                          <p:spTgt spid="13"/>
                                        </p:tgtEl>
                                        <p:attrNameLst>
                                          <p:attrName>ppt_x</p:attrName>
                                          <p:attrName>ppt_y</p:attrName>
                                        </p:attrNameLst>
                                      </p:cBhvr>
                                    </p:animMotion>
                                  </p:childTnLst>
                                </p:cTn>
                              </p:par>
                              <p:par>
                                <p:cTn id="113" presetID="64" presetClass="path" presetSubtype="0" accel="50000" decel="50000" fill="hold" grpId="0" nodeType="withEffect">
                                  <p:stCondLst>
                                    <p:cond delay="0"/>
                                  </p:stCondLst>
                                  <p:childTnLst>
                                    <p:animMotion origin="layout" path="M 0 0 L -0.2870772 0.3043395 E" pathEditMode="relative" ptsTypes="">
                                      <p:cBhvr>
                                        <p:cTn id="114" dur="1500" spd="-100000" fill="hold"/>
                                        <p:tgtEl>
                                          <p:spTgt spid="14"/>
                                        </p:tgtEl>
                                        <p:attrNameLst>
                                          <p:attrName>ppt_x</p:attrName>
                                          <p:attrName>ppt_y</p:attrName>
                                        </p:attrNameLst>
                                      </p:cBhvr>
                                    </p:animMotion>
                                  </p:childTnLst>
                                </p:cTn>
                              </p:par>
                              <p:par>
                                <p:cTn id="115" presetID="64" presetClass="path" presetSubtype="0" accel="50000" decel="50000" fill="hold" grpId="0" nodeType="withEffect">
                                  <p:stCondLst>
                                    <p:cond delay="0"/>
                                  </p:stCondLst>
                                  <p:childTnLst>
                                    <p:animMotion origin="layout" path="M 0 0 L -0.2556256 0.2702275 E" pathEditMode="relative" ptsTypes="">
                                      <p:cBhvr>
                                        <p:cTn id="116" dur="1500" spd="-100000" fill="hold"/>
                                        <p:tgtEl>
                                          <p:spTgt spid="15"/>
                                        </p:tgtEl>
                                        <p:attrNameLst>
                                          <p:attrName>ppt_x</p:attrName>
                                          <p:attrName>ppt_y</p:attrName>
                                        </p:attrNameLst>
                                      </p:cBhvr>
                                    </p:animMotion>
                                  </p:childTnLst>
                                </p:cTn>
                              </p:par>
                              <p:par>
                                <p:cTn id="117" presetID="64" presetClass="path" presetSubtype="0" accel="50000" decel="50000" fill="hold" grpId="0" nodeType="withEffect">
                                  <p:stCondLst>
                                    <p:cond delay="0"/>
                                  </p:stCondLst>
                                  <p:childTnLst>
                                    <p:animMotion origin="layout" path="M 0 0 L -0.2236007 0.2361155 E" pathEditMode="relative" ptsTypes="">
                                      <p:cBhvr>
                                        <p:cTn id="118" dur="1500" spd="-100000" fill="hold"/>
                                        <p:tgtEl>
                                          <p:spTgt spid="16"/>
                                        </p:tgtEl>
                                        <p:attrNameLst>
                                          <p:attrName>ppt_x</p:attrName>
                                          <p:attrName>ppt_y</p:attrName>
                                        </p:attrNameLst>
                                      </p:cBhvr>
                                    </p:animMotion>
                                  </p:childTnLst>
                                </p:cTn>
                              </p:par>
                              <p:par>
                                <p:cTn id="119" presetID="64" presetClass="path" presetSubtype="0" accel="50000" decel="50000" fill="hold" grpId="0" nodeType="withEffect">
                                  <p:stCondLst>
                                    <p:cond delay="0"/>
                                  </p:stCondLst>
                                  <p:childTnLst>
                                    <p:animMotion origin="layout" path="M 0 0 L -0.1910026 0.2020035 E" pathEditMode="relative" ptsTypes="">
                                      <p:cBhvr>
                                        <p:cTn id="120" dur="1500" spd="-100000" fill="hold"/>
                                        <p:tgtEl>
                                          <p:spTgt spid="17"/>
                                        </p:tgtEl>
                                        <p:attrNameLst>
                                          <p:attrName>ppt_x</p:attrName>
                                          <p:attrName>ppt_y</p:attrName>
                                        </p:attrNameLst>
                                      </p:cBhvr>
                                    </p:animMotion>
                                  </p:childTnLst>
                                </p:cTn>
                              </p:par>
                              <p:par>
                                <p:cTn id="121" presetID="64" presetClass="path" presetSubtype="0" accel="50000" decel="50000" fill="hold" grpId="0" nodeType="withEffect">
                                  <p:stCondLst>
                                    <p:cond delay="0"/>
                                  </p:stCondLst>
                                  <p:childTnLst>
                                    <p:animMotion origin="layout" path="M 0 0 L -0.1584045 0.1678915 E" pathEditMode="relative" ptsTypes="">
                                      <p:cBhvr>
                                        <p:cTn id="122" dur="1500" spd="-100000" fill="hold"/>
                                        <p:tgtEl>
                                          <p:spTgt spid="18"/>
                                        </p:tgtEl>
                                        <p:attrNameLst>
                                          <p:attrName>ppt_x</p:attrName>
                                          <p:attrName>ppt_y</p:attrName>
                                        </p:attrNameLst>
                                      </p:cBhvr>
                                    </p:animMotion>
                                  </p:childTnLst>
                                </p:cTn>
                              </p:par>
                              <p:par>
                                <p:cTn id="123" presetID="64" presetClass="path" presetSubtype="0" accel="50000" decel="50000" fill="hold" grpId="0" nodeType="withEffect">
                                  <p:stCondLst>
                                    <p:cond delay="0"/>
                                  </p:stCondLst>
                                  <p:childTnLst>
                                    <p:animMotion origin="layout" path="M 0 0 L -0.1258064 0.1337796 E" pathEditMode="relative" ptsTypes="">
                                      <p:cBhvr>
                                        <p:cTn id="124" dur="1500" spd="-100000" fill="hold"/>
                                        <p:tgtEl>
                                          <p:spTgt spid="19"/>
                                        </p:tgtEl>
                                        <p:attrNameLst>
                                          <p:attrName>ppt_x</p:attrName>
                                          <p:attrName>ppt_y</p:attrName>
                                        </p:attrNameLst>
                                      </p:cBhvr>
                                    </p:animMotion>
                                  </p:childTnLst>
                                </p:cTn>
                              </p:par>
                              <p:par>
                                <p:cTn id="125" presetID="64" presetClass="path" presetSubtype="0" accel="50000" decel="50000" fill="hold" grpId="0" nodeType="withEffect">
                                  <p:stCondLst>
                                    <p:cond delay="0"/>
                                  </p:stCondLst>
                                  <p:childTnLst>
                                    <p:animMotion origin="layout" path="M 0 0 L -9.378158E-02 9.966815E-02 E" pathEditMode="relative" ptsTypes="">
                                      <p:cBhvr>
                                        <p:cTn id="126" dur="1500" spd="-100000" fill="hold"/>
                                        <p:tgtEl>
                                          <p:spTgt spid="33"/>
                                        </p:tgtEl>
                                        <p:attrNameLst>
                                          <p:attrName>ppt_x</p:attrName>
                                          <p:attrName>ppt_y</p:attrName>
                                        </p:attrNameLst>
                                      </p:cBhvr>
                                    </p:animMotion>
                                  </p:childTnLst>
                                </p:cTn>
                              </p:par>
                              <p:par>
                                <p:cTn id="127" presetID="64" presetClass="path" presetSubtype="0" accel="50000" decel="50000" fill="hold" grpId="0" nodeType="withEffect">
                                  <p:stCondLst>
                                    <p:cond delay="0"/>
                                  </p:stCondLst>
                                  <p:childTnLst>
                                    <p:animMotion origin="layout" path="M 0 0 L 9.289042E-02 -0.1137249 E" pathEditMode="relative" ptsTypes="">
                                      <p:cBhvr>
                                        <p:cTn id="128" dur="1500" spd="-100000" fill="hold"/>
                                        <p:tgtEl>
                                          <p:spTgt spid="20"/>
                                        </p:tgtEl>
                                        <p:attrNameLst>
                                          <p:attrName>ppt_x</p:attrName>
                                          <p:attrName>ppt_y</p:attrName>
                                        </p:attrNameLst>
                                      </p:cBhvr>
                                    </p:animMotion>
                                  </p:childTnLst>
                                </p:cTn>
                              </p:par>
                              <p:par>
                                <p:cTn id="129" presetID="64" presetClass="path" presetSubtype="0" accel="50000" decel="50000" fill="hold" grpId="0" nodeType="withEffect">
                                  <p:stCondLst>
                                    <p:cond delay="0"/>
                                  </p:stCondLst>
                                  <p:childTnLst>
                                    <p:animMotion origin="layout" path="M 0 0 L 0.1253573 -0.1485279 E" pathEditMode="relative" ptsTypes="">
                                      <p:cBhvr>
                                        <p:cTn id="130" dur="1500" spd="-100000" fill="hold"/>
                                        <p:tgtEl>
                                          <p:spTgt spid="21"/>
                                        </p:tgtEl>
                                        <p:attrNameLst>
                                          <p:attrName>ppt_x</p:attrName>
                                          <p:attrName>ppt_y</p:attrName>
                                        </p:attrNameLst>
                                      </p:cBhvr>
                                    </p:animMotion>
                                  </p:childTnLst>
                                </p:cTn>
                              </p:par>
                              <p:par>
                                <p:cTn id="131" presetID="64" presetClass="path" presetSubtype="0" accel="50000" decel="50000" fill="hold" grpId="0" nodeType="withEffect">
                                  <p:stCondLst>
                                    <p:cond delay="0"/>
                                  </p:stCondLst>
                                  <p:childTnLst>
                                    <p:animMotion origin="layout" path="M 0 0 L 0.1577378 -0.1827494 E" pathEditMode="relative" ptsTypes="">
                                      <p:cBhvr>
                                        <p:cTn id="132" dur="1500" spd="-100000" fill="hold"/>
                                        <p:tgtEl>
                                          <p:spTgt spid="22"/>
                                        </p:tgtEl>
                                        <p:attrNameLst>
                                          <p:attrName>ppt_x</p:attrName>
                                          <p:attrName>ppt_y</p:attrName>
                                        </p:attrNameLst>
                                      </p:cBhvr>
                                    </p:animMotion>
                                  </p:childTnLst>
                                </p:cTn>
                              </p:par>
                              <p:par>
                                <p:cTn id="133" presetID="64" presetClass="path" presetSubtype="0" accel="50000" decel="50000" fill="hold" grpId="0" nodeType="withEffect">
                                  <p:stCondLst>
                                    <p:cond delay="0"/>
                                  </p:stCondLst>
                                  <p:childTnLst>
                                    <p:animMotion origin="layout" path="M 0 0 L 0.1895451 -0.2169708 E" pathEditMode="relative" ptsTypes="">
                                      <p:cBhvr>
                                        <p:cTn id="134" dur="1500" spd="-100000" fill="hold"/>
                                        <p:tgtEl>
                                          <p:spTgt spid="23"/>
                                        </p:tgtEl>
                                        <p:attrNameLst>
                                          <p:attrName>ppt_x</p:attrName>
                                          <p:attrName>ppt_y</p:attrName>
                                        </p:attrNameLst>
                                      </p:cBhvr>
                                    </p:animMotion>
                                  </p:childTnLst>
                                </p:cTn>
                              </p:par>
                              <p:par>
                                <p:cTn id="135" presetID="64" presetClass="path" presetSubtype="0" accel="50000" decel="50000" fill="hold" grpId="0" nodeType="withEffect">
                                  <p:stCondLst>
                                    <p:cond delay="0"/>
                                  </p:stCondLst>
                                  <p:childTnLst>
                                    <p:animMotion origin="layout" path="M 0 0 L 0.2213523 -0.2511923 E" pathEditMode="relative" ptsTypes="">
                                      <p:cBhvr>
                                        <p:cTn id="136" dur="1500" spd="-100000" fill="hold"/>
                                        <p:tgtEl>
                                          <p:spTgt spid="25"/>
                                        </p:tgtEl>
                                        <p:attrNameLst>
                                          <p:attrName>ppt_x</p:attrName>
                                          <p:attrName>ppt_y</p:attrName>
                                        </p:attrNameLst>
                                      </p:cBhvr>
                                    </p:animMotion>
                                  </p:childTnLst>
                                </p:cTn>
                              </p:par>
                              <p:par>
                                <p:cTn id="137" presetID="64" presetClass="path" presetSubtype="0" accel="50000" decel="50000" fill="hold" grpId="0" nodeType="withEffect">
                                  <p:stCondLst>
                                    <p:cond delay="0"/>
                                  </p:stCondLst>
                                  <p:childTnLst>
                                    <p:animMotion origin="layout" path="M 0 0 L 0.2537328 -0.2854138 E" pathEditMode="relative" ptsTypes="">
                                      <p:cBhvr>
                                        <p:cTn id="138" dur="1500" spd="-100000" fill="hold"/>
                                        <p:tgtEl>
                                          <p:spTgt spid="26"/>
                                        </p:tgtEl>
                                        <p:attrNameLst>
                                          <p:attrName>ppt_x</p:attrName>
                                          <p:attrName>ppt_y</p:attrName>
                                        </p:attrNameLst>
                                      </p:cBhvr>
                                    </p:animMotion>
                                  </p:childTnLst>
                                </p:cTn>
                              </p:par>
                              <p:par>
                                <p:cTn id="139" presetID="64" presetClass="path" presetSubtype="0" accel="50000" decel="50000" fill="hold" grpId="0" nodeType="withEffect">
                                  <p:stCondLst>
                                    <p:cond delay="0"/>
                                  </p:stCondLst>
                                  <p:childTnLst>
                                    <p:animMotion origin="layout" path="M 0 0 L 0.2861133 -0.3196353 E" pathEditMode="relative" ptsTypes="">
                                      <p:cBhvr>
                                        <p:cTn id="140" dur="1500" spd="-100000" fill="hold"/>
                                        <p:tgtEl>
                                          <p:spTgt spid="27"/>
                                        </p:tgtEl>
                                        <p:attrNameLst>
                                          <p:attrName>ppt_x</p:attrName>
                                          <p:attrName>ppt_y</p:attrName>
                                        </p:attrNameLst>
                                      </p:cBhvr>
                                    </p:animMotion>
                                  </p:childTnLst>
                                </p:cTn>
                              </p:par>
                              <p:par>
                                <p:cTn id="141" presetID="64" presetClass="path" presetSubtype="0" accel="50000" decel="50000" fill="hold" grpId="0" nodeType="withEffect">
                                  <p:stCondLst>
                                    <p:cond delay="0"/>
                                  </p:stCondLst>
                                  <p:childTnLst>
                                    <p:animMotion origin="layout" path="M 0 0 L 0.3184938 -0.3538568 E" pathEditMode="relative" ptsTypes="">
                                      <p:cBhvr>
                                        <p:cTn id="142" dur="1500" spd="-100000" fill="hold"/>
                                        <p:tgtEl>
                                          <p:spTgt spid="28"/>
                                        </p:tgtEl>
                                        <p:attrNameLst>
                                          <p:attrName>ppt_x</p:attrName>
                                          <p:attrName>ppt_y</p:attrName>
                                        </p:attrNameLst>
                                      </p:cBhvr>
                                    </p:animMotion>
                                  </p:childTnLst>
                                </p:cTn>
                              </p:par>
                              <p:par>
                                <p:cTn id="143" presetID="64" presetClass="path" presetSubtype="0" accel="50000" decel="50000" fill="hold" grpId="0" nodeType="withEffect">
                                  <p:stCondLst>
                                    <p:cond delay="0"/>
                                  </p:stCondLst>
                                  <p:childTnLst>
                                    <p:animMotion origin="layout" path="M 0 0 L 0.3508743 -0.3880783 E" pathEditMode="relative" ptsTypes="">
                                      <p:cBhvr>
                                        <p:cTn id="144" dur="1500" spd="-100000" fill="hold"/>
                                        <p:tgtEl>
                                          <p:spTgt spid="29"/>
                                        </p:tgtEl>
                                        <p:attrNameLst>
                                          <p:attrName>ppt_x</p:attrName>
                                          <p:attrName>ppt_y</p:attrName>
                                        </p:attrNameLst>
                                      </p:cBhvr>
                                    </p:animMotion>
                                  </p:childTnLst>
                                </p:cTn>
                              </p:par>
                              <p:par>
                                <p:cTn id="145" presetID="64" presetClass="path" presetSubtype="0" accel="50000" decel="50000" fill="hold" grpId="0" nodeType="withEffect">
                                  <p:stCondLst>
                                    <p:cond delay="0"/>
                                  </p:stCondLst>
                                  <p:childTnLst>
                                    <p:animMotion origin="layout" path="M 0 0 L 0.3826816 -0.4222998 E" pathEditMode="relative" ptsTypes="">
                                      <p:cBhvr>
                                        <p:cTn id="146" dur="1500" spd="-100000" fill="hold"/>
                                        <p:tgtEl>
                                          <p:spTgt spid="30"/>
                                        </p:tgtEl>
                                        <p:attrNameLst>
                                          <p:attrName>ppt_x</p:attrName>
                                          <p:attrName>ppt_y</p:attrName>
                                        </p:attrNameLst>
                                      </p:cBhvr>
                                    </p:animMotion>
                                  </p:childTnLst>
                                </p:cTn>
                              </p:par>
                              <p:par>
                                <p:cTn id="147" presetID="64" presetClass="path" presetSubtype="0" accel="50000" decel="50000" fill="hold" grpId="0" nodeType="withEffect">
                                  <p:stCondLst>
                                    <p:cond delay="0"/>
                                  </p:stCondLst>
                                  <p:childTnLst>
                                    <p:animMotion origin="layout" path="M 0 0 L 0.4144888 -0.4565213 E" pathEditMode="relative" ptsTypes="">
                                      <p:cBhvr>
                                        <p:cTn id="148" dur="1500" spd="-100000" fill="hold"/>
                                        <p:tgtEl>
                                          <p:spTgt spid="31"/>
                                        </p:tgtEl>
                                        <p:attrNameLst>
                                          <p:attrName>ppt_x</p:attrName>
                                          <p:attrName>ppt_y</p:attrName>
                                        </p:attrNameLst>
                                      </p:cBhvr>
                                    </p:animMotion>
                                  </p:childTnLst>
                                </p:cTn>
                              </p:par>
                              <p:par>
                                <p:cTn id="149" presetID="64" presetClass="path" presetSubtype="0" accel="50000" decel="50000" fill="hold" grpId="0" nodeType="withEffect">
                                  <p:stCondLst>
                                    <p:cond delay="0"/>
                                  </p:stCondLst>
                                  <p:childTnLst>
                                    <p:animMotion origin="layout" path="M 0 0 L 0.4462961 -0.4907427 E" pathEditMode="relative" ptsTypes="">
                                      <p:cBhvr>
                                        <p:cTn id="150" dur="1500" spd="-100000" fill="hold"/>
                                        <p:tgtEl>
                                          <p:spTgt spid="32"/>
                                        </p:tgtEl>
                                        <p:attrNameLst>
                                          <p:attrName>ppt_x</p:attrName>
                                          <p:attrName>ppt_y</p:attrName>
                                        </p:attrNameLst>
                                      </p:cBhvr>
                                    </p:animMotion>
                                  </p:childTnLst>
                                </p:cTn>
                              </p:par>
                              <p:par>
                                <p:cTn id="151" presetID="64" presetClass="path" presetSubtype="0" accel="50000" decel="50000" fill="hold" grpId="0" nodeType="withEffect">
                                  <p:stCondLst>
                                    <p:cond delay="0"/>
                                  </p:stCondLst>
                                  <p:childTnLst>
                                    <p:animMotion origin="layout" path="M 0 0 L 0.4781033 -0.5249646 E" pathEditMode="relative" ptsTypes="">
                                      <p:cBhvr>
                                        <p:cTn id="152" dur="1500" spd="-100000" fill="hold"/>
                                        <p:tgtEl>
                                          <p:spTgt spid="34"/>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6" grpId="1"/>
      <p:bldP spid="24" grpId="0">
        <p:tmplLst>
          <p:tmpl>
            <p:tnLst>
              <p:par>
                <p:cTn presetID="10" presetClass="entr" presetSubtype="0" fill="hold" nodeType="withEffect">
                  <p:stCondLst>
                    <p:cond delay="500"/>
                  </p:stCondLst>
                  <p:childTnLst>
                    <p:set>
                      <p:cBhvr>
                        <p:cTn dur="1" fill="hold">
                          <p:stCondLst>
                            <p:cond delay="0"/>
                          </p:stCondLst>
                        </p:cTn>
                        <p:tgtEl>
                          <p:spTgt spid="24"/>
                        </p:tgtEl>
                        <p:attrNameLst>
                          <p:attrName>style.visibility</p:attrName>
                        </p:attrNameLst>
                      </p:cBhvr>
                      <p:to>
                        <p:strVal val="visible"/>
                      </p:to>
                    </p:set>
                    <p:animEffect transition="in" filter="fade">
                      <p:cBhvr>
                        <p:cTn dur="250"/>
                        <p:tgtEl>
                          <p:spTgt spid="24"/>
                        </p:tgtEl>
                      </p:cBhvr>
                    </p:animEffect>
                  </p:childTnLst>
                </p:cTn>
              </p:par>
            </p:tnLst>
          </p:tmpl>
        </p:tmplLst>
      </p:bldP>
      <p:bldP spid="24" grpId="1">
        <p:tmplLst>
          <p:tmpl>
            <p:tnLst>
              <p:par>
                <p:cTn presetID="42" presetClass="path" presetSubtype="0" decel="100000" fill="hold" nodeType="withEffect">
                  <p:stCondLst>
                    <p:cond delay="500"/>
                  </p:stCondLst>
                  <p:childTnLst>
                    <p:animMotion origin="layout" path="M 0 -0.03472 L 0 -3.33333E-6 " pathEditMode="relative" rAng="0" ptsTypes="AA">
                      <p:cBhvr>
                        <p:cTn dur="500" fill="hold"/>
                        <p:tgtEl>
                          <p:spTgt spid="24"/>
                        </p:tgtEl>
                        <p:attrNameLst>
                          <p:attrName>ppt_x</p:attrName>
                          <p:attrName>ppt_y</p:attrName>
                        </p:attrNameLst>
                      </p:cBhvr>
                      <p:rCtr x="0" y="1736"/>
                    </p:animMotion>
                  </p:childTnLst>
                </p:cTn>
              </p:par>
            </p:tnLst>
          </p:tmpl>
        </p:tmplLst>
      </p:bldP>
      <p:bldP spid="8" grpId="0" animBg="1"/>
      <p:bldP spid="8" grpId="1" animBg="1"/>
      <p:bldP spid="9" grpId="0" animBg="1"/>
      <p:bldP spid="9" grpId="1" animBg="1"/>
      <p:bldP spid="10" grpId="0" animBg="1"/>
      <p:bldP spid="10" grpId="1" animBg="1"/>
      <p:bldP spid="11" grpId="0" animBg="1"/>
      <p:bldP spid="11" grpId="1" animBg="1"/>
      <p:bldP spid="12" grpId="0" animBg="1"/>
      <p:bldP spid="12" grpId="1" animBg="1"/>
      <p:bldP spid="13" grpId="0" animBg="1"/>
      <p:bldP spid="13" grpId="1" animBg="1"/>
      <p:bldP spid="14" grpId="0" animBg="1"/>
      <p:bldP spid="14" grpId="1" animBg="1"/>
      <p:bldP spid="15" grpId="0" animBg="1"/>
      <p:bldP spid="15" grpId="1" animBg="1"/>
      <p:bldP spid="16" grpId="0" animBg="1"/>
      <p:bldP spid="16" grpId="1" animBg="1"/>
      <p:bldP spid="17" grpId="0" animBg="1"/>
      <p:bldP spid="17" grpId="1" animBg="1"/>
      <p:bldP spid="18" grpId="0" animBg="1"/>
      <p:bldP spid="18" grpId="1" animBg="1"/>
      <p:bldP spid="19" grpId="0" animBg="1"/>
      <p:bldP spid="19" grpId="1" animBg="1"/>
      <p:bldP spid="20" grpId="0" animBg="1"/>
      <p:bldP spid="20" grpId="1" animBg="1"/>
      <p:bldP spid="21" grpId="0" animBg="1"/>
      <p:bldP spid="21" grpId="1" animBg="1"/>
      <p:bldP spid="22" grpId="0" animBg="1"/>
      <p:bldP spid="22" grpId="1" animBg="1"/>
      <p:bldP spid="23" grpId="0" animBg="1"/>
      <p:bldP spid="23" grpId="1" animBg="1"/>
      <p:bldP spid="25" grpId="0" animBg="1"/>
      <p:bldP spid="25" grpId="1" animBg="1"/>
      <p:bldP spid="26" grpId="0" animBg="1"/>
      <p:bldP spid="26" grpId="1" animBg="1"/>
      <p:bldP spid="27" grpId="0" animBg="1"/>
      <p:bldP spid="27" grpId="1" animBg="1"/>
      <p:bldP spid="28" grpId="0" animBg="1"/>
      <p:bldP spid="28" grpId="1" animBg="1"/>
      <p:bldP spid="29" grpId="0" animBg="1"/>
      <p:bldP spid="29" grpId="1" animBg="1"/>
      <p:bldP spid="30" grpId="0" animBg="1"/>
      <p:bldP spid="30" grpId="1" animBg="1"/>
      <p:bldP spid="31" grpId="0" animBg="1"/>
      <p:bldP spid="31" grpId="1" animBg="1"/>
      <p:bldP spid="32" grpId="0" animBg="1"/>
      <p:bldP spid="32" grpId="1" animBg="1"/>
      <p:bldP spid="33" grpId="0" animBg="1"/>
      <p:bldP spid="33" grpId="1" animBg="1"/>
      <p:bldP spid="34" grpId="0" animBg="1"/>
      <p:bldP spid="34" grpId="1" animBg="1"/>
    </p:bld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MASTER END">
    <p:bg>
      <p:bgPr>
        <a:solidFill>
          <a:schemeClr val="accent6">
            <a:lumMod val="75000"/>
          </a:schemeClr>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63BE562-CC54-E713-F3C4-483C147FEFEF}"/>
              </a:ext>
            </a:extLst>
          </p:cNvPr>
          <p:cNvSpPr/>
          <p:nvPr userDrawn="1"/>
        </p:nvSpPr>
        <p:spPr>
          <a:xfrm>
            <a:off x="571501" y="571500"/>
            <a:ext cx="11049000" cy="5715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a:lnSpc>
                <a:spcPct val="100000"/>
              </a:lnSpc>
              <a:spcBef>
                <a:spcPts val="0"/>
              </a:spcBef>
            </a:pPr>
            <a:r>
              <a:rPr lang="en-US" sz="8000" b="1">
                <a:solidFill>
                  <a:schemeClr val="tx1"/>
                </a:solidFill>
                <a:latin typeface="+mn-lt"/>
              </a:rPr>
              <a:t xml:space="preserve">MASTER END </a:t>
            </a:r>
            <a:br>
              <a:rPr lang="en-US" sz="8000">
                <a:solidFill>
                  <a:schemeClr val="tx1"/>
                </a:solidFill>
                <a:latin typeface="+mn-lt"/>
              </a:rPr>
            </a:br>
            <a:r>
              <a:rPr lang="en-US" sz="8000">
                <a:solidFill>
                  <a:schemeClr val="tx1"/>
                </a:solidFill>
                <a:latin typeface="+mn-lt"/>
              </a:rPr>
              <a:t>DELETE ANY MASTER LAYOUTS BEYOND THIS POINT</a:t>
            </a:r>
            <a:endParaRPr lang="en-US" sz="5400">
              <a:solidFill>
                <a:schemeClr val="tx1"/>
              </a:solidFill>
              <a:latin typeface="+mn-lt"/>
            </a:endParaRPr>
          </a:p>
        </p:txBody>
      </p:sp>
    </p:spTree>
    <p:extLst>
      <p:ext uri="{BB962C8B-B14F-4D97-AF65-F5344CB8AC3E}">
        <p14:creationId xmlns:p14="http://schemas.microsoft.com/office/powerpoint/2010/main" val="2739607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3" name="Picture Placeholder 11">
            <a:extLst>
              <a:ext uri="{FF2B5EF4-FFF2-40B4-BE49-F238E27FC236}">
                <a16:creationId xmlns:a16="http://schemas.microsoft.com/office/drawing/2014/main" id="{D9EDAB84-7CD5-33C6-2CD8-F5E79A4E6346}"/>
              </a:ext>
            </a:extLst>
          </p:cNvPr>
          <p:cNvSpPr>
            <a:spLocks noGrp="1"/>
          </p:cNvSpPr>
          <p:nvPr>
            <p:ph type="pic" sz="quarter" idx="10" hasCustomPrompt="1"/>
          </p:nvPr>
        </p:nvSpPr>
        <p:spPr>
          <a:xfrm>
            <a:off x="3352802" y="355600"/>
            <a:ext cx="2679700" cy="787400"/>
          </a:xfrm>
        </p:spPr>
        <p:txBody>
          <a:bodyPr anchor="ctr">
            <a:noAutofit/>
          </a:bodyPr>
          <a:lstStyle>
            <a:lvl1pPr marL="0" indent="0" algn="ctr">
              <a:buNone/>
              <a:defRPr sz="1050"/>
            </a:lvl1pPr>
          </a:lstStyle>
          <a:p>
            <a:r>
              <a:rPr lang="en-US"/>
              <a:t>Click icon to add</a:t>
            </a:r>
            <a:br>
              <a:rPr lang="en-US"/>
            </a:br>
            <a:r>
              <a:rPr lang="en-US"/>
              <a:t>additional logo</a:t>
            </a:r>
          </a:p>
        </p:txBody>
      </p:sp>
      <p:sp>
        <p:nvSpPr>
          <p:cNvPr id="2" name="Title 1">
            <a:extLst>
              <a:ext uri="{FF2B5EF4-FFF2-40B4-BE49-F238E27FC236}">
                <a16:creationId xmlns:a16="http://schemas.microsoft.com/office/drawing/2014/main" id="{1D2C2119-78F4-9184-FB31-A0593C55D7AD}"/>
              </a:ext>
            </a:extLst>
          </p:cNvPr>
          <p:cNvSpPr>
            <a:spLocks noGrp="1"/>
          </p:cNvSpPr>
          <p:nvPr>
            <p:ph type="ctrTitle" hasCustomPrompt="1"/>
          </p:nvPr>
        </p:nvSpPr>
        <p:spPr>
          <a:xfrm>
            <a:off x="546101" y="1524001"/>
            <a:ext cx="7023100" cy="2317750"/>
          </a:xfrm>
        </p:spPr>
        <p:txBody>
          <a:bodyPr vert="horz" lIns="0" tIns="0" rIns="72000" bIns="0" rtlCol="0" anchor="b" anchorCtr="0">
            <a:normAutofit/>
          </a:bodyPr>
          <a:lstStyle>
            <a:lvl1pPr>
              <a:defRPr lang="en-US" sz="3300" dirty="0">
                <a:solidFill>
                  <a:schemeClr val="tx1"/>
                </a:solidFill>
                <a:ea typeface="+mn-ea"/>
                <a:cs typeface="+mn-cs"/>
              </a:defRPr>
            </a:lvl1pPr>
          </a:lstStyle>
          <a:p>
            <a:pPr lvl="0">
              <a:spcAft>
                <a:spcPts val="0"/>
              </a:spcAft>
              <a:buClrTx/>
              <a:buSzTx/>
              <a:buFontTx/>
            </a:pPr>
            <a:r>
              <a:rPr lang="en-US"/>
              <a:t>Click to Add Title, Use Font Size 44, Title Case</a:t>
            </a:r>
          </a:p>
        </p:txBody>
      </p:sp>
      <p:sp>
        <p:nvSpPr>
          <p:cNvPr id="8" name="Subtitle 2">
            <a:extLst>
              <a:ext uri="{FF2B5EF4-FFF2-40B4-BE49-F238E27FC236}">
                <a16:creationId xmlns:a16="http://schemas.microsoft.com/office/drawing/2014/main" id="{9E8C6115-E794-4726-A3EE-ED83C2ACA1AC}"/>
              </a:ext>
            </a:extLst>
          </p:cNvPr>
          <p:cNvSpPr>
            <a:spLocks noGrp="1"/>
          </p:cNvSpPr>
          <p:nvPr>
            <p:ph type="subTitle" idx="1" hasCustomPrompt="1"/>
          </p:nvPr>
        </p:nvSpPr>
        <p:spPr>
          <a:xfrm>
            <a:off x="546101" y="3967163"/>
            <a:ext cx="7023100" cy="1224466"/>
          </a:xfrm>
        </p:spPr>
        <p:txBody>
          <a:bodyPr vert="horz" lIns="0" tIns="0" rIns="0" bIns="0" rtlCol="0" anchor="t" anchorCtr="0">
            <a:normAutofit/>
          </a:bodyPr>
          <a:lstStyle>
            <a:lvl1pPr marL="0" indent="0">
              <a:buNone/>
              <a:defRPr lang="en-US" sz="1350" baseline="0">
                <a:solidFill>
                  <a:schemeClr val="tx1"/>
                </a:solidFill>
              </a:defRPr>
            </a:lvl1pPr>
          </a:lstStyle>
          <a:p>
            <a:pPr lvl="0"/>
            <a:r>
              <a:rPr lang="en-US"/>
              <a:t>Click to add subtitle, use font size 18, sentence case</a:t>
            </a:r>
          </a:p>
        </p:txBody>
      </p:sp>
      <p:pic>
        <p:nvPicPr>
          <p:cNvPr id="10" name="Graphic 9">
            <a:extLst>
              <a:ext uri="{FF2B5EF4-FFF2-40B4-BE49-F238E27FC236}">
                <a16:creationId xmlns:a16="http://schemas.microsoft.com/office/drawing/2014/main" id="{98EAADFB-8AFD-ED1B-5C80-B8AACDB6C14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70978" y="459740"/>
            <a:ext cx="2219325" cy="591820"/>
          </a:xfrm>
          <a:prstGeom prst="rect">
            <a:avLst/>
          </a:prstGeom>
        </p:spPr>
      </p:pic>
      <p:sp>
        <p:nvSpPr>
          <p:cNvPr id="12" name="Freeform: Shape 11">
            <a:extLst>
              <a:ext uri="{FF2B5EF4-FFF2-40B4-BE49-F238E27FC236}">
                <a16:creationId xmlns:a16="http://schemas.microsoft.com/office/drawing/2014/main" id="{6D432749-49AB-9C13-2F55-5F493992C732}"/>
              </a:ext>
              <a:ext uri="{C183D7F6-B498-43B3-948B-1728B52AA6E4}">
                <adec:decorative xmlns:adec="http://schemas.microsoft.com/office/drawing/2017/decorative" val="1"/>
              </a:ext>
            </a:extLst>
          </p:cNvPr>
          <p:cNvSpPr>
            <a:spLocks noChangeAspect="1"/>
          </p:cNvSpPr>
          <p:nvPr userDrawn="1"/>
        </p:nvSpPr>
        <p:spPr>
          <a:xfrm>
            <a:off x="11636181" y="2608096"/>
            <a:ext cx="784673" cy="2986532"/>
          </a:xfrm>
          <a:custGeom>
            <a:avLst/>
            <a:gdLst>
              <a:gd name="connsiteX0" fmla="*/ 0 w 784673"/>
              <a:gd name="connsiteY0" fmla="*/ 0 h 2986532"/>
              <a:gd name="connsiteX1" fmla="*/ 784673 w 784673"/>
              <a:gd name="connsiteY1" fmla="*/ 389357 h 2986532"/>
              <a:gd name="connsiteX2" fmla="*/ 784673 w 784673"/>
              <a:gd name="connsiteY2" fmla="*/ 515309 h 2986532"/>
              <a:gd name="connsiteX3" fmla="*/ 784673 w 784673"/>
              <a:gd name="connsiteY3" fmla="*/ 2860580 h 2986532"/>
              <a:gd name="connsiteX4" fmla="*/ 784673 w 784673"/>
              <a:gd name="connsiteY4" fmla="*/ 2986532 h 2986532"/>
              <a:gd name="connsiteX5" fmla="*/ 0 w 784673"/>
              <a:gd name="connsiteY5" fmla="*/ 2597175 h 2986532"/>
              <a:gd name="connsiteX6" fmla="*/ 0 w 784673"/>
              <a:gd name="connsiteY6" fmla="*/ 2471223 h 2986532"/>
              <a:gd name="connsiteX7" fmla="*/ 0 w 784673"/>
              <a:gd name="connsiteY7" fmla="*/ 125952 h 298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4673" h="2986532">
                <a:moveTo>
                  <a:pt x="0" y="0"/>
                </a:moveTo>
                <a:lnTo>
                  <a:pt x="784673" y="389357"/>
                </a:lnTo>
                <a:lnTo>
                  <a:pt x="784673" y="515309"/>
                </a:lnTo>
                <a:lnTo>
                  <a:pt x="784673" y="2860580"/>
                </a:lnTo>
                <a:lnTo>
                  <a:pt x="784673" y="2986532"/>
                </a:lnTo>
                <a:lnTo>
                  <a:pt x="0" y="2597175"/>
                </a:lnTo>
                <a:lnTo>
                  <a:pt x="0" y="2471223"/>
                </a:lnTo>
                <a:lnTo>
                  <a:pt x="0" y="125952"/>
                </a:lnTo>
                <a:close/>
              </a:path>
            </a:pathLst>
          </a:custGeom>
          <a:noFill/>
          <a:ln w="19050" cap="flat">
            <a:gradFill flip="none" rotWithShape="1">
              <a:gsLst>
                <a:gs pos="0">
                  <a:schemeClr val="accent2">
                    <a:alpha val="25000"/>
                  </a:schemeClr>
                </a:gs>
                <a:gs pos="59600">
                  <a:srgbClr val="92C0E9">
                    <a:alpha val="28000"/>
                  </a:srgbClr>
                </a:gs>
                <a:gs pos="100000">
                  <a:srgbClr val="2F2A95">
                    <a:alpha val="3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11157" tIns="55579" rIns="111157" bIns="55579" numCol="1" spcCol="0" rtlCol="0" fromWordArt="0" anchor="ctr" anchorCtr="0" forceAA="0" compatLnSpc="1">
            <a:prstTxWarp prst="textNoShape">
              <a:avLst/>
            </a:prstTxWarp>
            <a:noAutofit/>
          </a:bodyPr>
          <a:lstStyle/>
          <a:p>
            <a:pPr marR="0" lvl="0" indent="0" defTabSz="1999439" fontAlgn="auto">
              <a:lnSpc>
                <a:spcPct val="90000"/>
              </a:lnSpc>
              <a:spcBef>
                <a:spcPts val="2189"/>
              </a:spcBef>
              <a:spcAft>
                <a:spcPts val="0"/>
              </a:spcAft>
              <a:buClr>
                <a:srgbClr val="F2F2F2"/>
              </a:buClr>
              <a:buSzPct val="120000"/>
              <a:buFont typeface="Verdana" panose="020F0502020204030204" pitchFamily="34" charset="0"/>
              <a:buNone/>
              <a:tabLst/>
            </a:pPr>
            <a:endParaRPr kumimoji="0" lang="en-US" sz="7093"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41" name="Freeform: Shape 40">
            <a:extLst>
              <a:ext uri="{FF2B5EF4-FFF2-40B4-BE49-F238E27FC236}">
                <a16:creationId xmlns:a16="http://schemas.microsoft.com/office/drawing/2014/main" id="{E47A993D-77DC-C92E-3FCF-969998697C64}"/>
              </a:ext>
              <a:ext uri="{C183D7F6-B498-43B3-948B-1728B52AA6E4}">
                <adec:decorative xmlns:adec="http://schemas.microsoft.com/office/drawing/2017/decorative" val="1"/>
              </a:ext>
            </a:extLst>
          </p:cNvPr>
          <p:cNvSpPr>
            <a:spLocks noChangeAspect="1"/>
          </p:cNvSpPr>
          <p:nvPr userDrawn="1"/>
        </p:nvSpPr>
        <p:spPr>
          <a:xfrm>
            <a:off x="11243845" y="2846440"/>
            <a:ext cx="784673" cy="2986532"/>
          </a:xfrm>
          <a:custGeom>
            <a:avLst/>
            <a:gdLst>
              <a:gd name="connsiteX0" fmla="*/ 0 w 784673"/>
              <a:gd name="connsiteY0" fmla="*/ 0 h 2986532"/>
              <a:gd name="connsiteX1" fmla="*/ 784673 w 784673"/>
              <a:gd name="connsiteY1" fmla="*/ 389357 h 2986532"/>
              <a:gd name="connsiteX2" fmla="*/ 784673 w 784673"/>
              <a:gd name="connsiteY2" fmla="*/ 515309 h 2986532"/>
              <a:gd name="connsiteX3" fmla="*/ 784673 w 784673"/>
              <a:gd name="connsiteY3" fmla="*/ 2860580 h 2986532"/>
              <a:gd name="connsiteX4" fmla="*/ 784673 w 784673"/>
              <a:gd name="connsiteY4" fmla="*/ 2986532 h 2986532"/>
              <a:gd name="connsiteX5" fmla="*/ 0 w 784673"/>
              <a:gd name="connsiteY5" fmla="*/ 2597175 h 2986532"/>
              <a:gd name="connsiteX6" fmla="*/ 0 w 784673"/>
              <a:gd name="connsiteY6" fmla="*/ 2471223 h 2986532"/>
              <a:gd name="connsiteX7" fmla="*/ 0 w 784673"/>
              <a:gd name="connsiteY7" fmla="*/ 125952 h 298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4673" h="2986532">
                <a:moveTo>
                  <a:pt x="0" y="0"/>
                </a:moveTo>
                <a:lnTo>
                  <a:pt x="784673" y="389357"/>
                </a:lnTo>
                <a:lnTo>
                  <a:pt x="784673" y="515309"/>
                </a:lnTo>
                <a:lnTo>
                  <a:pt x="784673" y="2860580"/>
                </a:lnTo>
                <a:lnTo>
                  <a:pt x="784673" y="2986532"/>
                </a:lnTo>
                <a:lnTo>
                  <a:pt x="0" y="2597175"/>
                </a:lnTo>
                <a:lnTo>
                  <a:pt x="0" y="2471223"/>
                </a:lnTo>
                <a:lnTo>
                  <a:pt x="0" y="125952"/>
                </a:lnTo>
                <a:close/>
              </a:path>
            </a:pathLst>
          </a:custGeom>
          <a:noFill/>
          <a:ln w="19050" cap="flat">
            <a:gradFill flip="none" rotWithShape="1">
              <a:gsLst>
                <a:gs pos="0">
                  <a:schemeClr val="accent2">
                    <a:alpha val="35000"/>
                  </a:schemeClr>
                </a:gs>
                <a:gs pos="85000">
                  <a:srgbClr val="2F2A95">
                    <a:alpha val="3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11157" tIns="55579" rIns="111157" bIns="55579" numCol="1" spcCol="0" rtlCol="0" fromWordArt="0" anchor="ctr" anchorCtr="0" forceAA="0" compatLnSpc="1">
            <a:prstTxWarp prst="textNoShape">
              <a:avLst/>
            </a:prstTxWarp>
            <a:noAutofit/>
          </a:bodyPr>
          <a:lstStyle/>
          <a:p>
            <a:pPr marR="0" lvl="0" indent="0" defTabSz="1999439" fontAlgn="auto">
              <a:lnSpc>
                <a:spcPct val="90000"/>
              </a:lnSpc>
              <a:spcBef>
                <a:spcPts val="2189"/>
              </a:spcBef>
              <a:spcAft>
                <a:spcPts val="0"/>
              </a:spcAft>
              <a:buClr>
                <a:srgbClr val="F2F2F2"/>
              </a:buClr>
              <a:buSzPct val="120000"/>
              <a:buFont typeface="Verdana" panose="020F0502020204030204" pitchFamily="34" charset="0"/>
              <a:buNone/>
              <a:tabLst/>
            </a:pPr>
            <a:endParaRPr kumimoji="0" lang="en-US" sz="7093"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42" name="Freeform: Shape 41">
            <a:extLst>
              <a:ext uri="{FF2B5EF4-FFF2-40B4-BE49-F238E27FC236}">
                <a16:creationId xmlns:a16="http://schemas.microsoft.com/office/drawing/2014/main" id="{C2584888-A83D-96D7-BBE7-1879FE364449}"/>
              </a:ext>
              <a:ext uri="{C183D7F6-B498-43B3-948B-1728B52AA6E4}">
                <adec:decorative xmlns:adec="http://schemas.microsoft.com/office/drawing/2017/decorative" val="1"/>
              </a:ext>
            </a:extLst>
          </p:cNvPr>
          <p:cNvSpPr>
            <a:spLocks noChangeAspect="1"/>
          </p:cNvSpPr>
          <p:nvPr userDrawn="1"/>
        </p:nvSpPr>
        <p:spPr>
          <a:xfrm>
            <a:off x="10851509" y="3084784"/>
            <a:ext cx="784673" cy="2986532"/>
          </a:xfrm>
          <a:custGeom>
            <a:avLst/>
            <a:gdLst>
              <a:gd name="connsiteX0" fmla="*/ 0 w 784673"/>
              <a:gd name="connsiteY0" fmla="*/ 0 h 2986532"/>
              <a:gd name="connsiteX1" fmla="*/ 784673 w 784673"/>
              <a:gd name="connsiteY1" fmla="*/ 389357 h 2986532"/>
              <a:gd name="connsiteX2" fmla="*/ 784673 w 784673"/>
              <a:gd name="connsiteY2" fmla="*/ 515309 h 2986532"/>
              <a:gd name="connsiteX3" fmla="*/ 784673 w 784673"/>
              <a:gd name="connsiteY3" fmla="*/ 2860580 h 2986532"/>
              <a:gd name="connsiteX4" fmla="*/ 784673 w 784673"/>
              <a:gd name="connsiteY4" fmla="*/ 2986532 h 2986532"/>
              <a:gd name="connsiteX5" fmla="*/ 0 w 784673"/>
              <a:gd name="connsiteY5" fmla="*/ 2597175 h 2986532"/>
              <a:gd name="connsiteX6" fmla="*/ 0 w 784673"/>
              <a:gd name="connsiteY6" fmla="*/ 2471223 h 2986532"/>
              <a:gd name="connsiteX7" fmla="*/ 0 w 784673"/>
              <a:gd name="connsiteY7" fmla="*/ 125952 h 298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4673" h="2986532">
                <a:moveTo>
                  <a:pt x="0" y="0"/>
                </a:moveTo>
                <a:lnTo>
                  <a:pt x="784673" y="389357"/>
                </a:lnTo>
                <a:lnTo>
                  <a:pt x="784673" y="515309"/>
                </a:lnTo>
                <a:lnTo>
                  <a:pt x="784673" y="2860580"/>
                </a:lnTo>
                <a:lnTo>
                  <a:pt x="784673" y="2986532"/>
                </a:lnTo>
                <a:lnTo>
                  <a:pt x="0" y="2597175"/>
                </a:lnTo>
                <a:lnTo>
                  <a:pt x="0" y="2471223"/>
                </a:lnTo>
                <a:lnTo>
                  <a:pt x="0" y="125952"/>
                </a:lnTo>
                <a:close/>
              </a:path>
            </a:pathLst>
          </a:custGeom>
          <a:gradFill flip="none" rotWithShape="1">
            <a:gsLst>
              <a:gs pos="0">
                <a:srgbClr val="78E3DE">
                  <a:alpha val="56000"/>
                </a:srgbClr>
              </a:gs>
              <a:gs pos="100000">
                <a:srgbClr val="00B2A9">
                  <a:alpha val="35000"/>
                </a:srgbClr>
              </a:gs>
            </a:gsLst>
            <a:lin ang="6900000" scaled="0"/>
            <a:tileRect/>
          </a:gradFill>
          <a:ln w="19050" cap="flat">
            <a:gradFill>
              <a:gsLst>
                <a:gs pos="0">
                  <a:srgbClr val="00B2A9">
                    <a:alpha val="27000"/>
                  </a:srgbClr>
                </a:gs>
                <a:gs pos="100000">
                  <a:srgbClr val="00B2A9">
                    <a:lumMod val="50000"/>
                    <a:alpha val="29000"/>
                  </a:srgbClr>
                </a:gs>
              </a:gsLst>
              <a:lin ang="5400000" scaled="1"/>
            </a:gradFill>
            <a:prstDash val="solid"/>
            <a:miter/>
          </a:ln>
          <a:effectLst>
            <a:outerShdw blurRad="190500" algn="ctr" rotWithShape="0">
              <a:prstClr val="black">
                <a:alpha val="25000"/>
              </a:prstClr>
            </a:outerShdw>
          </a:effectLst>
        </p:spPr>
        <p:txBody>
          <a:bodyPr wrap="square" rtlCol="0" anchor="ctr">
            <a:noAutofit/>
          </a:bodyPr>
          <a:lstStyle/>
          <a:p>
            <a:pPr marR="0" lvl="0" indent="0" defTabSz="1999439" fontAlgn="auto">
              <a:lnSpc>
                <a:spcPct val="100000"/>
              </a:lnSpc>
              <a:spcBef>
                <a:spcPts val="2189"/>
              </a:spcBef>
              <a:spcAft>
                <a:spcPts val="0"/>
              </a:spcAft>
              <a:buClr>
                <a:srgbClr val="F2F2F2"/>
              </a:buClr>
              <a:buSzTx/>
              <a:buFontTx/>
              <a:buNone/>
              <a:tabLst/>
            </a:pPr>
            <a:endParaRPr kumimoji="0" lang="en-US" sz="7093"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43" name="Freeform: Shape 42">
            <a:extLst>
              <a:ext uri="{FF2B5EF4-FFF2-40B4-BE49-F238E27FC236}">
                <a16:creationId xmlns:a16="http://schemas.microsoft.com/office/drawing/2014/main" id="{040E35AF-37D8-ED7F-48C8-855E6EBD949A}"/>
              </a:ext>
              <a:ext uri="{C183D7F6-B498-43B3-948B-1728B52AA6E4}">
                <adec:decorative xmlns:adec="http://schemas.microsoft.com/office/drawing/2017/decorative" val="1"/>
              </a:ext>
            </a:extLst>
          </p:cNvPr>
          <p:cNvSpPr>
            <a:spLocks noChangeAspect="1"/>
          </p:cNvSpPr>
          <p:nvPr userDrawn="1"/>
        </p:nvSpPr>
        <p:spPr>
          <a:xfrm>
            <a:off x="10459172" y="3323128"/>
            <a:ext cx="784673" cy="2986532"/>
          </a:xfrm>
          <a:custGeom>
            <a:avLst/>
            <a:gdLst>
              <a:gd name="connsiteX0" fmla="*/ 0 w 784673"/>
              <a:gd name="connsiteY0" fmla="*/ 0 h 2986532"/>
              <a:gd name="connsiteX1" fmla="*/ 784673 w 784673"/>
              <a:gd name="connsiteY1" fmla="*/ 389357 h 2986532"/>
              <a:gd name="connsiteX2" fmla="*/ 784673 w 784673"/>
              <a:gd name="connsiteY2" fmla="*/ 515309 h 2986532"/>
              <a:gd name="connsiteX3" fmla="*/ 784673 w 784673"/>
              <a:gd name="connsiteY3" fmla="*/ 2860580 h 2986532"/>
              <a:gd name="connsiteX4" fmla="*/ 784673 w 784673"/>
              <a:gd name="connsiteY4" fmla="*/ 2986532 h 2986532"/>
              <a:gd name="connsiteX5" fmla="*/ 0 w 784673"/>
              <a:gd name="connsiteY5" fmla="*/ 2597175 h 2986532"/>
              <a:gd name="connsiteX6" fmla="*/ 0 w 784673"/>
              <a:gd name="connsiteY6" fmla="*/ 2471223 h 2986532"/>
              <a:gd name="connsiteX7" fmla="*/ 0 w 784673"/>
              <a:gd name="connsiteY7" fmla="*/ 125952 h 298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4673" h="2986532">
                <a:moveTo>
                  <a:pt x="0" y="0"/>
                </a:moveTo>
                <a:lnTo>
                  <a:pt x="784673" y="389357"/>
                </a:lnTo>
                <a:lnTo>
                  <a:pt x="784673" y="515309"/>
                </a:lnTo>
                <a:lnTo>
                  <a:pt x="784673" y="2860580"/>
                </a:lnTo>
                <a:lnTo>
                  <a:pt x="784673" y="2986532"/>
                </a:lnTo>
                <a:lnTo>
                  <a:pt x="0" y="2597175"/>
                </a:lnTo>
                <a:lnTo>
                  <a:pt x="0" y="2471223"/>
                </a:lnTo>
                <a:lnTo>
                  <a:pt x="0" y="125952"/>
                </a:lnTo>
                <a:close/>
              </a:path>
            </a:pathLst>
          </a:custGeom>
          <a:noFill/>
          <a:ln w="19050" cap="flat">
            <a:gradFill flip="none" rotWithShape="1">
              <a:gsLst>
                <a:gs pos="0">
                  <a:schemeClr val="accent3">
                    <a:alpha val="24000"/>
                  </a:schemeClr>
                </a:gs>
                <a:gs pos="100000">
                  <a:srgbClr val="2F2A95">
                    <a:alpha val="3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11157" tIns="55579" rIns="111157" bIns="55579" numCol="1" spcCol="0" rtlCol="0" fromWordArt="0" anchor="ctr" anchorCtr="0" forceAA="0" compatLnSpc="1">
            <a:prstTxWarp prst="textNoShape">
              <a:avLst/>
            </a:prstTxWarp>
            <a:noAutofit/>
          </a:bodyPr>
          <a:lstStyle/>
          <a:p>
            <a:pPr marR="0" lvl="0" indent="0" defTabSz="1999439" fontAlgn="auto">
              <a:lnSpc>
                <a:spcPct val="90000"/>
              </a:lnSpc>
              <a:spcBef>
                <a:spcPts val="2189"/>
              </a:spcBef>
              <a:spcAft>
                <a:spcPts val="0"/>
              </a:spcAft>
              <a:buClr>
                <a:srgbClr val="F2F2F2"/>
              </a:buClr>
              <a:buSzPct val="120000"/>
              <a:buFont typeface="Verdana" panose="020F0502020204030204" pitchFamily="34" charset="0"/>
              <a:buNone/>
              <a:tabLst/>
            </a:pPr>
            <a:endParaRPr kumimoji="0" lang="en-US" sz="7093"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44" name="Freeform: Shape 43">
            <a:extLst>
              <a:ext uri="{FF2B5EF4-FFF2-40B4-BE49-F238E27FC236}">
                <a16:creationId xmlns:a16="http://schemas.microsoft.com/office/drawing/2014/main" id="{A27DE93E-0C04-D6AD-BDDD-1351663233BA}"/>
              </a:ext>
              <a:ext uri="{C183D7F6-B498-43B3-948B-1728B52AA6E4}">
                <adec:decorative xmlns:adec="http://schemas.microsoft.com/office/drawing/2017/decorative" val="1"/>
              </a:ext>
            </a:extLst>
          </p:cNvPr>
          <p:cNvSpPr>
            <a:spLocks noChangeAspect="1"/>
          </p:cNvSpPr>
          <p:nvPr userDrawn="1"/>
        </p:nvSpPr>
        <p:spPr>
          <a:xfrm>
            <a:off x="10066836" y="3551947"/>
            <a:ext cx="784673" cy="2986532"/>
          </a:xfrm>
          <a:custGeom>
            <a:avLst/>
            <a:gdLst>
              <a:gd name="connsiteX0" fmla="*/ 0 w 784673"/>
              <a:gd name="connsiteY0" fmla="*/ 0 h 2986532"/>
              <a:gd name="connsiteX1" fmla="*/ 784673 w 784673"/>
              <a:gd name="connsiteY1" fmla="*/ 389357 h 2986532"/>
              <a:gd name="connsiteX2" fmla="*/ 784673 w 784673"/>
              <a:gd name="connsiteY2" fmla="*/ 515309 h 2986532"/>
              <a:gd name="connsiteX3" fmla="*/ 784673 w 784673"/>
              <a:gd name="connsiteY3" fmla="*/ 2860580 h 2986532"/>
              <a:gd name="connsiteX4" fmla="*/ 784673 w 784673"/>
              <a:gd name="connsiteY4" fmla="*/ 2986532 h 2986532"/>
              <a:gd name="connsiteX5" fmla="*/ 0 w 784673"/>
              <a:gd name="connsiteY5" fmla="*/ 2597175 h 2986532"/>
              <a:gd name="connsiteX6" fmla="*/ 0 w 784673"/>
              <a:gd name="connsiteY6" fmla="*/ 2471223 h 2986532"/>
              <a:gd name="connsiteX7" fmla="*/ 0 w 784673"/>
              <a:gd name="connsiteY7" fmla="*/ 125952 h 298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4673" h="2986532">
                <a:moveTo>
                  <a:pt x="0" y="0"/>
                </a:moveTo>
                <a:lnTo>
                  <a:pt x="784673" y="389357"/>
                </a:lnTo>
                <a:lnTo>
                  <a:pt x="784673" y="515309"/>
                </a:lnTo>
                <a:lnTo>
                  <a:pt x="784673" y="2860580"/>
                </a:lnTo>
                <a:lnTo>
                  <a:pt x="784673" y="2986532"/>
                </a:lnTo>
                <a:lnTo>
                  <a:pt x="0" y="2597175"/>
                </a:lnTo>
                <a:lnTo>
                  <a:pt x="0" y="2471223"/>
                </a:lnTo>
                <a:lnTo>
                  <a:pt x="0" y="125952"/>
                </a:lnTo>
                <a:close/>
              </a:path>
            </a:pathLst>
          </a:custGeom>
          <a:noFill/>
          <a:ln w="19050" cap="flat">
            <a:gradFill flip="none" rotWithShape="1">
              <a:gsLst>
                <a:gs pos="2098">
                  <a:schemeClr val="tx2">
                    <a:alpha val="36000"/>
                  </a:schemeClr>
                </a:gs>
                <a:gs pos="26000">
                  <a:schemeClr val="accent2">
                    <a:alpha val="96000"/>
                  </a:schemeClr>
                </a:gs>
                <a:gs pos="85000">
                  <a:srgbClr val="2F2A95">
                    <a:alpha val="3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11157" tIns="55579" rIns="111157" bIns="55579" numCol="1" spcCol="0" rtlCol="0" fromWordArt="0" anchor="ctr" anchorCtr="0" forceAA="0" compatLnSpc="1">
            <a:prstTxWarp prst="textNoShape">
              <a:avLst/>
            </a:prstTxWarp>
            <a:noAutofit/>
          </a:bodyPr>
          <a:lstStyle/>
          <a:p>
            <a:pPr marR="0" lvl="0" indent="0" defTabSz="1999439" fontAlgn="auto">
              <a:lnSpc>
                <a:spcPct val="90000"/>
              </a:lnSpc>
              <a:spcBef>
                <a:spcPts val="2189"/>
              </a:spcBef>
              <a:spcAft>
                <a:spcPts val="0"/>
              </a:spcAft>
              <a:buClr>
                <a:srgbClr val="F2F2F2"/>
              </a:buClr>
              <a:buSzPct val="120000"/>
              <a:buFont typeface="Verdana" panose="020F0502020204030204" pitchFamily="34" charset="0"/>
              <a:buNone/>
              <a:tabLst/>
            </a:pPr>
            <a:endParaRPr kumimoji="0" lang="en-US" sz="7093"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45" name="Freeform: Shape 44">
            <a:extLst>
              <a:ext uri="{FF2B5EF4-FFF2-40B4-BE49-F238E27FC236}">
                <a16:creationId xmlns:a16="http://schemas.microsoft.com/office/drawing/2014/main" id="{E77EB9C6-AF09-FD81-8FC1-D6EFDEAADA57}"/>
              </a:ext>
              <a:ext uri="{C183D7F6-B498-43B3-948B-1728B52AA6E4}">
                <adec:decorative xmlns:adec="http://schemas.microsoft.com/office/drawing/2017/decorative" val="1"/>
              </a:ext>
            </a:extLst>
          </p:cNvPr>
          <p:cNvSpPr>
            <a:spLocks noChangeAspect="1"/>
          </p:cNvSpPr>
          <p:nvPr userDrawn="1"/>
        </p:nvSpPr>
        <p:spPr>
          <a:xfrm>
            <a:off x="9674498" y="3799816"/>
            <a:ext cx="784673" cy="2986532"/>
          </a:xfrm>
          <a:custGeom>
            <a:avLst/>
            <a:gdLst>
              <a:gd name="connsiteX0" fmla="*/ 0 w 784673"/>
              <a:gd name="connsiteY0" fmla="*/ 0 h 2986532"/>
              <a:gd name="connsiteX1" fmla="*/ 784673 w 784673"/>
              <a:gd name="connsiteY1" fmla="*/ 389357 h 2986532"/>
              <a:gd name="connsiteX2" fmla="*/ 784673 w 784673"/>
              <a:gd name="connsiteY2" fmla="*/ 515309 h 2986532"/>
              <a:gd name="connsiteX3" fmla="*/ 784673 w 784673"/>
              <a:gd name="connsiteY3" fmla="*/ 2860580 h 2986532"/>
              <a:gd name="connsiteX4" fmla="*/ 784673 w 784673"/>
              <a:gd name="connsiteY4" fmla="*/ 2986532 h 2986532"/>
              <a:gd name="connsiteX5" fmla="*/ 0 w 784673"/>
              <a:gd name="connsiteY5" fmla="*/ 2597175 h 2986532"/>
              <a:gd name="connsiteX6" fmla="*/ 0 w 784673"/>
              <a:gd name="connsiteY6" fmla="*/ 2471223 h 2986532"/>
              <a:gd name="connsiteX7" fmla="*/ 0 w 784673"/>
              <a:gd name="connsiteY7" fmla="*/ 125952 h 298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4673" h="2986532">
                <a:moveTo>
                  <a:pt x="0" y="0"/>
                </a:moveTo>
                <a:lnTo>
                  <a:pt x="784673" y="389357"/>
                </a:lnTo>
                <a:lnTo>
                  <a:pt x="784673" y="515309"/>
                </a:lnTo>
                <a:lnTo>
                  <a:pt x="784673" y="2860580"/>
                </a:lnTo>
                <a:lnTo>
                  <a:pt x="784673" y="2986532"/>
                </a:lnTo>
                <a:lnTo>
                  <a:pt x="0" y="2597175"/>
                </a:lnTo>
                <a:lnTo>
                  <a:pt x="0" y="2471223"/>
                </a:lnTo>
                <a:lnTo>
                  <a:pt x="0" y="125952"/>
                </a:lnTo>
                <a:close/>
              </a:path>
            </a:pathLst>
          </a:custGeom>
          <a:gradFill flip="none" rotWithShape="1">
            <a:gsLst>
              <a:gs pos="100000">
                <a:srgbClr val="2F2A95">
                  <a:alpha val="31000"/>
                </a:srgbClr>
              </a:gs>
              <a:gs pos="0">
                <a:srgbClr val="92C0E9">
                  <a:alpha val="77000"/>
                </a:srgbClr>
              </a:gs>
              <a:gs pos="64198">
                <a:srgbClr val="C5B4E2">
                  <a:alpha val="61000"/>
                </a:srgbClr>
              </a:gs>
              <a:gs pos="33000">
                <a:srgbClr val="92C0E9">
                  <a:alpha val="78000"/>
                </a:srgbClr>
              </a:gs>
            </a:gsLst>
            <a:lin ang="6900000" scaled="0"/>
            <a:tileRect/>
          </a:gradFill>
          <a:ln w="19050" cap="flat">
            <a:gradFill>
              <a:gsLst>
                <a:gs pos="0">
                  <a:srgbClr val="92C0E9">
                    <a:lumMod val="75000"/>
                    <a:alpha val="27000"/>
                  </a:srgbClr>
                </a:gs>
                <a:gs pos="100000">
                  <a:srgbClr val="2F2A95">
                    <a:alpha val="20000"/>
                  </a:srgbClr>
                </a:gs>
              </a:gsLst>
              <a:lin ang="5400000" scaled="1"/>
            </a:gradFill>
            <a:prstDash val="solid"/>
            <a:miter/>
          </a:ln>
          <a:effectLst>
            <a:outerShdw blurRad="190500" algn="ctr" rotWithShape="0">
              <a:prstClr val="black">
                <a:alpha val="25000"/>
              </a:prstClr>
            </a:outerShdw>
          </a:effectLst>
        </p:spPr>
        <p:txBody>
          <a:bodyPr wrap="square" rtlCol="0" anchor="ctr">
            <a:noAutofit/>
          </a:bodyPr>
          <a:lstStyle/>
          <a:p>
            <a:pPr marR="0" lvl="0" indent="0" defTabSz="1999439" fontAlgn="auto">
              <a:lnSpc>
                <a:spcPct val="100000"/>
              </a:lnSpc>
              <a:spcBef>
                <a:spcPts val="2189"/>
              </a:spcBef>
              <a:spcAft>
                <a:spcPts val="0"/>
              </a:spcAft>
              <a:buClr>
                <a:srgbClr val="F2F2F2"/>
              </a:buClr>
              <a:buSzTx/>
              <a:buFontTx/>
              <a:buNone/>
              <a:tabLst/>
            </a:pPr>
            <a:endParaRPr kumimoji="0" lang="en-US" sz="7093"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46" name="Freeform: Shape 45">
            <a:extLst>
              <a:ext uri="{FF2B5EF4-FFF2-40B4-BE49-F238E27FC236}">
                <a16:creationId xmlns:a16="http://schemas.microsoft.com/office/drawing/2014/main" id="{8658E627-937F-3F95-9BBB-2B6CCE073FA7}"/>
              </a:ext>
              <a:ext uri="{C183D7F6-B498-43B3-948B-1728B52AA6E4}">
                <adec:decorative xmlns:adec="http://schemas.microsoft.com/office/drawing/2017/decorative" val="1"/>
              </a:ext>
            </a:extLst>
          </p:cNvPr>
          <p:cNvSpPr>
            <a:spLocks noChangeAspect="1"/>
          </p:cNvSpPr>
          <p:nvPr userDrawn="1"/>
        </p:nvSpPr>
        <p:spPr>
          <a:xfrm>
            <a:off x="9282162" y="4038160"/>
            <a:ext cx="784673" cy="2986532"/>
          </a:xfrm>
          <a:custGeom>
            <a:avLst/>
            <a:gdLst>
              <a:gd name="connsiteX0" fmla="*/ 0 w 784673"/>
              <a:gd name="connsiteY0" fmla="*/ 0 h 2986532"/>
              <a:gd name="connsiteX1" fmla="*/ 784673 w 784673"/>
              <a:gd name="connsiteY1" fmla="*/ 389357 h 2986532"/>
              <a:gd name="connsiteX2" fmla="*/ 784673 w 784673"/>
              <a:gd name="connsiteY2" fmla="*/ 515309 h 2986532"/>
              <a:gd name="connsiteX3" fmla="*/ 784673 w 784673"/>
              <a:gd name="connsiteY3" fmla="*/ 2860580 h 2986532"/>
              <a:gd name="connsiteX4" fmla="*/ 784673 w 784673"/>
              <a:gd name="connsiteY4" fmla="*/ 2986532 h 2986532"/>
              <a:gd name="connsiteX5" fmla="*/ 0 w 784673"/>
              <a:gd name="connsiteY5" fmla="*/ 2597175 h 2986532"/>
              <a:gd name="connsiteX6" fmla="*/ 0 w 784673"/>
              <a:gd name="connsiteY6" fmla="*/ 2471223 h 2986532"/>
              <a:gd name="connsiteX7" fmla="*/ 0 w 784673"/>
              <a:gd name="connsiteY7" fmla="*/ 125952 h 298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4673" h="2986532">
                <a:moveTo>
                  <a:pt x="0" y="0"/>
                </a:moveTo>
                <a:lnTo>
                  <a:pt x="784673" y="389357"/>
                </a:lnTo>
                <a:lnTo>
                  <a:pt x="784673" y="515309"/>
                </a:lnTo>
                <a:lnTo>
                  <a:pt x="784673" y="2860580"/>
                </a:lnTo>
                <a:lnTo>
                  <a:pt x="784673" y="2986532"/>
                </a:lnTo>
                <a:lnTo>
                  <a:pt x="0" y="2597175"/>
                </a:lnTo>
                <a:lnTo>
                  <a:pt x="0" y="2471223"/>
                </a:lnTo>
                <a:lnTo>
                  <a:pt x="0" y="125952"/>
                </a:lnTo>
                <a:close/>
              </a:path>
            </a:pathLst>
          </a:custGeom>
          <a:noFill/>
          <a:ln w="19050" cap="flat">
            <a:gradFill flip="none" rotWithShape="1">
              <a:gsLst>
                <a:gs pos="0">
                  <a:schemeClr val="accent3">
                    <a:alpha val="23000"/>
                  </a:schemeClr>
                </a:gs>
                <a:gs pos="100000">
                  <a:srgbClr val="2F2A95">
                    <a:alpha val="11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11157" tIns="55579" rIns="111157" bIns="55579" numCol="1" spcCol="0" rtlCol="0" fromWordArt="0" anchor="ctr" anchorCtr="0" forceAA="0" compatLnSpc="1">
            <a:prstTxWarp prst="textNoShape">
              <a:avLst/>
            </a:prstTxWarp>
            <a:noAutofit/>
          </a:bodyPr>
          <a:lstStyle/>
          <a:p>
            <a:pPr marR="0" lvl="0" indent="0" defTabSz="1999439" fontAlgn="auto">
              <a:lnSpc>
                <a:spcPct val="90000"/>
              </a:lnSpc>
              <a:spcBef>
                <a:spcPts val="2189"/>
              </a:spcBef>
              <a:spcAft>
                <a:spcPts val="0"/>
              </a:spcAft>
              <a:buClr>
                <a:srgbClr val="F2F2F2"/>
              </a:buClr>
              <a:buSzPct val="120000"/>
              <a:buFont typeface="Verdana" panose="020F0502020204030204" pitchFamily="34" charset="0"/>
              <a:buNone/>
              <a:tabLst/>
            </a:pPr>
            <a:endParaRPr kumimoji="0" lang="en-US" sz="7093"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47" name="Freeform: Shape 46">
            <a:extLst>
              <a:ext uri="{FF2B5EF4-FFF2-40B4-BE49-F238E27FC236}">
                <a16:creationId xmlns:a16="http://schemas.microsoft.com/office/drawing/2014/main" id="{A805227E-1BD9-ED14-BD3B-98CB4272C6BB}"/>
              </a:ext>
              <a:ext uri="{C183D7F6-B498-43B3-948B-1728B52AA6E4}">
                <adec:decorative xmlns:adec="http://schemas.microsoft.com/office/drawing/2017/decorative" val="1"/>
              </a:ext>
            </a:extLst>
          </p:cNvPr>
          <p:cNvSpPr>
            <a:spLocks noChangeAspect="1"/>
          </p:cNvSpPr>
          <p:nvPr userDrawn="1"/>
        </p:nvSpPr>
        <p:spPr>
          <a:xfrm>
            <a:off x="8889825" y="4276504"/>
            <a:ext cx="784673" cy="2986532"/>
          </a:xfrm>
          <a:custGeom>
            <a:avLst/>
            <a:gdLst>
              <a:gd name="connsiteX0" fmla="*/ 0 w 784673"/>
              <a:gd name="connsiteY0" fmla="*/ 0 h 2986532"/>
              <a:gd name="connsiteX1" fmla="*/ 784673 w 784673"/>
              <a:gd name="connsiteY1" fmla="*/ 389357 h 2986532"/>
              <a:gd name="connsiteX2" fmla="*/ 784673 w 784673"/>
              <a:gd name="connsiteY2" fmla="*/ 515309 h 2986532"/>
              <a:gd name="connsiteX3" fmla="*/ 784673 w 784673"/>
              <a:gd name="connsiteY3" fmla="*/ 2860580 h 2986532"/>
              <a:gd name="connsiteX4" fmla="*/ 784673 w 784673"/>
              <a:gd name="connsiteY4" fmla="*/ 2986532 h 2986532"/>
              <a:gd name="connsiteX5" fmla="*/ 0 w 784673"/>
              <a:gd name="connsiteY5" fmla="*/ 2597175 h 2986532"/>
              <a:gd name="connsiteX6" fmla="*/ 0 w 784673"/>
              <a:gd name="connsiteY6" fmla="*/ 2471223 h 2986532"/>
              <a:gd name="connsiteX7" fmla="*/ 0 w 784673"/>
              <a:gd name="connsiteY7" fmla="*/ 125952 h 298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4673" h="2986532">
                <a:moveTo>
                  <a:pt x="0" y="0"/>
                </a:moveTo>
                <a:lnTo>
                  <a:pt x="784673" y="389357"/>
                </a:lnTo>
                <a:lnTo>
                  <a:pt x="784673" y="515309"/>
                </a:lnTo>
                <a:lnTo>
                  <a:pt x="784673" y="2860580"/>
                </a:lnTo>
                <a:lnTo>
                  <a:pt x="784673" y="2986532"/>
                </a:lnTo>
                <a:lnTo>
                  <a:pt x="0" y="2597175"/>
                </a:lnTo>
                <a:lnTo>
                  <a:pt x="0" y="2471223"/>
                </a:lnTo>
                <a:lnTo>
                  <a:pt x="0" y="125952"/>
                </a:lnTo>
                <a:close/>
              </a:path>
            </a:pathLst>
          </a:custGeom>
          <a:gradFill>
            <a:gsLst>
              <a:gs pos="49500">
                <a:srgbClr val="92C0E9">
                  <a:lumMod val="95000"/>
                  <a:alpha val="53000"/>
                </a:srgbClr>
              </a:gs>
              <a:gs pos="0">
                <a:srgbClr val="00B2A9">
                  <a:alpha val="25000"/>
                </a:srgbClr>
              </a:gs>
              <a:gs pos="100000">
                <a:srgbClr val="C5B4E2">
                  <a:alpha val="70000"/>
                </a:srgbClr>
              </a:gs>
            </a:gsLst>
            <a:lin ang="6900000" scaled="0"/>
          </a:gradFill>
          <a:ln w="19050" cap="flat">
            <a:gradFill flip="none" rotWithShape="1">
              <a:gsLst>
                <a:gs pos="27000">
                  <a:srgbClr val="00B2A9">
                    <a:alpha val="63000"/>
                  </a:srgbClr>
                </a:gs>
                <a:gs pos="100000">
                  <a:srgbClr val="C5B4E2">
                    <a:alpha val="44000"/>
                  </a:srgbClr>
                </a:gs>
                <a:gs pos="0">
                  <a:srgbClr val="006990">
                    <a:alpha val="1000"/>
                  </a:srgbClr>
                </a:gs>
              </a:gsLst>
              <a:lin ang="5400000" scaled="1"/>
              <a:tileRect/>
            </a:gradFill>
            <a:prstDash val="solid"/>
            <a:miter/>
          </a:ln>
          <a:effectLst>
            <a:outerShdw blurRad="190500" algn="ctr" rotWithShape="0">
              <a:prstClr val="black">
                <a:alpha val="25000"/>
              </a:prstClr>
            </a:outerShdw>
          </a:effectLst>
        </p:spPr>
        <p:txBody>
          <a:bodyPr wrap="square" rtlCol="0" anchor="ctr">
            <a:noAutofit/>
          </a:bodyPr>
          <a:lstStyle/>
          <a:p>
            <a:pPr marR="0" lvl="0" indent="0" defTabSz="1999439" fontAlgn="auto">
              <a:lnSpc>
                <a:spcPct val="100000"/>
              </a:lnSpc>
              <a:spcBef>
                <a:spcPts val="2189"/>
              </a:spcBef>
              <a:spcAft>
                <a:spcPts val="0"/>
              </a:spcAft>
              <a:buClr>
                <a:srgbClr val="F2F2F2"/>
              </a:buClr>
              <a:buSzTx/>
              <a:buFontTx/>
              <a:buNone/>
              <a:tabLst/>
            </a:pPr>
            <a:endParaRPr kumimoji="0" lang="en-US" sz="7093"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48" name="Freeform: Shape 47">
            <a:extLst>
              <a:ext uri="{FF2B5EF4-FFF2-40B4-BE49-F238E27FC236}">
                <a16:creationId xmlns:a16="http://schemas.microsoft.com/office/drawing/2014/main" id="{7D61E46A-C93D-DE76-B052-2FE584D6F871}"/>
              </a:ext>
              <a:ext uri="{C183D7F6-B498-43B3-948B-1728B52AA6E4}">
                <adec:decorative xmlns:adec="http://schemas.microsoft.com/office/drawing/2017/decorative" val="1"/>
              </a:ext>
            </a:extLst>
          </p:cNvPr>
          <p:cNvSpPr>
            <a:spLocks noChangeAspect="1"/>
          </p:cNvSpPr>
          <p:nvPr userDrawn="1"/>
        </p:nvSpPr>
        <p:spPr>
          <a:xfrm>
            <a:off x="8497489" y="4514848"/>
            <a:ext cx="784673" cy="2986532"/>
          </a:xfrm>
          <a:custGeom>
            <a:avLst/>
            <a:gdLst>
              <a:gd name="connsiteX0" fmla="*/ 0 w 784673"/>
              <a:gd name="connsiteY0" fmla="*/ 0 h 2986532"/>
              <a:gd name="connsiteX1" fmla="*/ 784673 w 784673"/>
              <a:gd name="connsiteY1" fmla="*/ 389357 h 2986532"/>
              <a:gd name="connsiteX2" fmla="*/ 784673 w 784673"/>
              <a:gd name="connsiteY2" fmla="*/ 515309 h 2986532"/>
              <a:gd name="connsiteX3" fmla="*/ 784673 w 784673"/>
              <a:gd name="connsiteY3" fmla="*/ 2860580 h 2986532"/>
              <a:gd name="connsiteX4" fmla="*/ 784673 w 784673"/>
              <a:gd name="connsiteY4" fmla="*/ 2986532 h 2986532"/>
              <a:gd name="connsiteX5" fmla="*/ 0 w 784673"/>
              <a:gd name="connsiteY5" fmla="*/ 2597175 h 2986532"/>
              <a:gd name="connsiteX6" fmla="*/ 0 w 784673"/>
              <a:gd name="connsiteY6" fmla="*/ 2471223 h 2986532"/>
              <a:gd name="connsiteX7" fmla="*/ 0 w 784673"/>
              <a:gd name="connsiteY7" fmla="*/ 125952 h 298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4673" h="2986532">
                <a:moveTo>
                  <a:pt x="0" y="0"/>
                </a:moveTo>
                <a:lnTo>
                  <a:pt x="784673" y="389357"/>
                </a:lnTo>
                <a:lnTo>
                  <a:pt x="784673" y="515309"/>
                </a:lnTo>
                <a:lnTo>
                  <a:pt x="784673" y="2860580"/>
                </a:lnTo>
                <a:lnTo>
                  <a:pt x="784673" y="2986532"/>
                </a:lnTo>
                <a:lnTo>
                  <a:pt x="0" y="2597175"/>
                </a:lnTo>
                <a:lnTo>
                  <a:pt x="0" y="2471223"/>
                </a:lnTo>
                <a:lnTo>
                  <a:pt x="0" y="125952"/>
                </a:lnTo>
                <a:close/>
              </a:path>
            </a:pathLst>
          </a:custGeom>
          <a:noFill/>
          <a:ln w="19050" cap="flat">
            <a:gradFill flip="none" rotWithShape="1">
              <a:gsLst>
                <a:gs pos="2098">
                  <a:schemeClr val="tx2">
                    <a:alpha val="36000"/>
                  </a:schemeClr>
                </a:gs>
                <a:gs pos="26000">
                  <a:schemeClr val="accent2">
                    <a:alpha val="96000"/>
                  </a:schemeClr>
                </a:gs>
                <a:gs pos="85000">
                  <a:srgbClr val="2F2A95">
                    <a:alpha val="3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11157" tIns="55579" rIns="111157" bIns="55579" numCol="1" spcCol="0" rtlCol="0" fromWordArt="0" anchor="ctr" anchorCtr="0" forceAA="0" compatLnSpc="1">
            <a:prstTxWarp prst="textNoShape">
              <a:avLst/>
            </a:prstTxWarp>
            <a:noAutofit/>
          </a:bodyPr>
          <a:lstStyle/>
          <a:p>
            <a:pPr marR="0" lvl="0" indent="0" defTabSz="1999439" fontAlgn="auto">
              <a:lnSpc>
                <a:spcPct val="90000"/>
              </a:lnSpc>
              <a:spcBef>
                <a:spcPts val="2189"/>
              </a:spcBef>
              <a:spcAft>
                <a:spcPts val="0"/>
              </a:spcAft>
              <a:buClr>
                <a:srgbClr val="F2F2F2"/>
              </a:buClr>
              <a:buSzPct val="120000"/>
              <a:buFont typeface="Verdana" panose="020F0502020204030204" pitchFamily="34" charset="0"/>
              <a:buNone/>
              <a:tabLst/>
            </a:pPr>
            <a:endParaRPr kumimoji="0" lang="en-US" sz="7093"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49" name="Freeform: Shape 48">
            <a:extLst>
              <a:ext uri="{FF2B5EF4-FFF2-40B4-BE49-F238E27FC236}">
                <a16:creationId xmlns:a16="http://schemas.microsoft.com/office/drawing/2014/main" id="{474F712E-83EE-46A5-0891-041C28DF1692}"/>
              </a:ext>
              <a:ext uri="{C183D7F6-B498-43B3-948B-1728B52AA6E4}">
                <adec:decorative xmlns:adec="http://schemas.microsoft.com/office/drawing/2017/decorative" val="1"/>
              </a:ext>
            </a:extLst>
          </p:cNvPr>
          <p:cNvSpPr/>
          <p:nvPr userDrawn="1"/>
        </p:nvSpPr>
        <p:spPr>
          <a:xfrm>
            <a:off x="8121224" y="4753195"/>
            <a:ext cx="768600" cy="2978557"/>
          </a:xfrm>
          <a:custGeom>
            <a:avLst/>
            <a:gdLst>
              <a:gd name="connsiteX0" fmla="*/ 0 w 768600"/>
              <a:gd name="connsiteY0" fmla="*/ 0 h 2978557"/>
              <a:gd name="connsiteX1" fmla="*/ 768600 w 768600"/>
              <a:gd name="connsiteY1" fmla="*/ 381382 h 2978557"/>
              <a:gd name="connsiteX2" fmla="*/ 768600 w 768600"/>
              <a:gd name="connsiteY2" fmla="*/ 507334 h 2978557"/>
              <a:gd name="connsiteX3" fmla="*/ 768600 w 768600"/>
              <a:gd name="connsiteY3" fmla="*/ 2852605 h 2978557"/>
              <a:gd name="connsiteX4" fmla="*/ 768600 w 768600"/>
              <a:gd name="connsiteY4" fmla="*/ 2978557 h 2978557"/>
              <a:gd name="connsiteX5" fmla="*/ 0 w 768600"/>
              <a:gd name="connsiteY5" fmla="*/ 2597175 h 2978557"/>
              <a:gd name="connsiteX6" fmla="*/ 0 w 768600"/>
              <a:gd name="connsiteY6" fmla="*/ 2471223 h 2978557"/>
              <a:gd name="connsiteX7" fmla="*/ 0 w 768600"/>
              <a:gd name="connsiteY7" fmla="*/ 125952 h 2978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8600" h="2978557">
                <a:moveTo>
                  <a:pt x="0" y="0"/>
                </a:moveTo>
                <a:lnTo>
                  <a:pt x="768600" y="381382"/>
                </a:lnTo>
                <a:lnTo>
                  <a:pt x="768600" y="507334"/>
                </a:lnTo>
                <a:lnTo>
                  <a:pt x="768600" y="2852605"/>
                </a:lnTo>
                <a:lnTo>
                  <a:pt x="768600" y="2978557"/>
                </a:lnTo>
                <a:lnTo>
                  <a:pt x="0" y="2597175"/>
                </a:lnTo>
                <a:lnTo>
                  <a:pt x="0" y="2471223"/>
                </a:lnTo>
                <a:lnTo>
                  <a:pt x="0" y="125952"/>
                </a:lnTo>
                <a:close/>
              </a:path>
            </a:pathLst>
          </a:custGeom>
          <a:noFill/>
          <a:ln w="19050" cap="flat">
            <a:gradFill flip="none" rotWithShape="1">
              <a:gsLst>
                <a:gs pos="0">
                  <a:schemeClr val="accent2">
                    <a:alpha val="48000"/>
                  </a:schemeClr>
                </a:gs>
                <a:gs pos="85000">
                  <a:srgbClr val="2F2A95">
                    <a:alpha val="3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11157" tIns="55579" rIns="111157" bIns="55579" numCol="1" spcCol="0" rtlCol="0" fromWordArt="0" anchor="ctr" anchorCtr="0" forceAA="0" compatLnSpc="1">
            <a:prstTxWarp prst="textNoShape">
              <a:avLst/>
            </a:prstTxWarp>
            <a:noAutofit/>
          </a:bodyPr>
          <a:lstStyle/>
          <a:p>
            <a:pPr marR="0" lvl="0" indent="0" defTabSz="1999439" fontAlgn="auto">
              <a:lnSpc>
                <a:spcPct val="90000"/>
              </a:lnSpc>
              <a:spcBef>
                <a:spcPts val="2189"/>
              </a:spcBef>
              <a:spcAft>
                <a:spcPts val="0"/>
              </a:spcAft>
              <a:buClr>
                <a:srgbClr val="F2F2F2"/>
              </a:buClr>
              <a:buSzPct val="120000"/>
              <a:buFont typeface="Verdana" panose="020F0502020204030204" pitchFamily="34" charset="0"/>
              <a:buNone/>
              <a:tabLst/>
            </a:pPr>
            <a:endParaRPr kumimoji="0" lang="en-US" sz="7093"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50" name="Freeform: Shape 49">
            <a:extLst>
              <a:ext uri="{FF2B5EF4-FFF2-40B4-BE49-F238E27FC236}">
                <a16:creationId xmlns:a16="http://schemas.microsoft.com/office/drawing/2014/main" id="{3B7E441C-51F1-7E00-07D5-4AC6B5695193}"/>
              </a:ext>
              <a:ext uri="{C183D7F6-B498-43B3-948B-1728B52AA6E4}">
                <adec:decorative xmlns:adec="http://schemas.microsoft.com/office/drawing/2017/decorative" val="1"/>
              </a:ext>
            </a:extLst>
          </p:cNvPr>
          <p:cNvSpPr>
            <a:spLocks noChangeAspect="1"/>
          </p:cNvSpPr>
          <p:nvPr userDrawn="1"/>
        </p:nvSpPr>
        <p:spPr>
          <a:xfrm>
            <a:off x="7714909" y="4987551"/>
            <a:ext cx="782579" cy="2978557"/>
          </a:xfrm>
          <a:custGeom>
            <a:avLst/>
            <a:gdLst>
              <a:gd name="connsiteX0" fmla="*/ 0 w 784673"/>
              <a:gd name="connsiteY0" fmla="*/ 0 h 2986532"/>
              <a:gd name="connsiteX1" fmla="*/ 784673 w 784673"/>
              <a:gd name="connsiteY1" fmla="*/ 389357 h 2986532"/>
              <a:gd name="connsiteX2" fmla="*/ 784673 w 784673"/>
              <a:gd name="connsiteY2" fmla="*/ 515309 h 2986532"/>
              <a:gd name="connsiteX3" fmla="*/ 784673 w 784673"/>
              <a:gd name="connsiteY3" fmla="*/ 2860580 h 2986532"/>
              <a:gd name="connsiteX4" fmla="*/ 784673 w 784673"/>
              <a:gd name="connsiteY4" fmla="*/ 2986532 h 2986532"/>
              <a:gd name="connsiteX5" fmla="*/ 0 w 784673"/>
              <a:gd name="connsiteY5" fmla="*/ 2597175 h 2986532"/>
              <a:gd name="connsiteX6" fmla="*/ 0 w 784673"/>
              <a:gd name="connsiteY6" fmla="*/ 2471223 h 2986532"/>
              <a:gd name="connsiteX7" fmla="*/ 0 w 784673"/>
              <a:gd name="connsiteY7" fmla="*/ 125952 h 298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4673" h="2986532">
                <a:moveTo>
                  <a:pt x="0" y="0"/>
                </a:moveTo>
                <a:lnTo>
                  <a:pt x="784673" y="389357"/>
                </a:lnTo>
                <a:lnTo>
                  <a:pt x="784673" y="515309"/>
                </a:lnTo>
                <a:lnTo>
                  <a:pt x="784673" y="2860580"/>
                </a:lnTo>
                <a:lnTo>
                  <a:pt x="784673" y="2986532"/>
                </a:lnTo>
                <a:lnTo>
                  <a:pt x="0" y="2597175"/>
                </a:lnTo>
                <a:lnTo>
                  <a:pt x="0" y="2471223"/>
                </a:lnTo>
                <a:lnTo>
                  <a:pt x="0" y="125952"/>
                </a:lnTo>
                <a:close/>
              </a:path>
            </a:pathLst>
          </a:custGeom>
          <a:gradFill>
            <a:gsLst>
              <a:gs pos="100000">
                <a:srgbClr val="C5B4E2">
                  <a:lumMod val="75000"/>
                  <a:alpha val="62000"/>
                </a:srgbClr>
              </a:gs>
              <a:gs pos="0">
                <a:srgbClr val="92C0E9">
                  <a:alpha val="40000"/>
                </a:srgbClr>
              </a:gs>
              <a:gs pos="61000">
                <a:srgbClr val="2F2A95">
                  <a:alpha val="42000"/>
                </a:srgbClr>
              </a:gs>
            </a:gsLst>
            <a:lin ang="6900000" scaled="0"/>
          </a:gradFill>
          <a:ln w="19050" cap="flat">
            <a:gradFill flip="none" rotWithShape="1">
              <a:gsLst>
                <a:gs pos="0">
                  <a:srgbClr val="92C0E9">
                    <a:alpha val="27000"/>
                  </a:srgbClr>
                </a:gs>
                <a:gs pos="100000">
                  <a:srgbClr val="C5B4E2">
                    <a:lumMod val="50000"/>
                    <a:alpha val="65000"/>
                  </a:srgbClr>
                </a:gs>
              </a:gsLst>
              <a:lin ang="5400000" scaled="1"/>
              <a:tileRect/>
            </a:gradFill>
            <a:prstDash val="solid"/>
            <a:miter/>
          </a:ln>
          <a:effectLst>
            <a:outerShdw blurRad="190500" algn="ctr" rotWithShape="0">
              <a:prstClr val="black">
                <a:alpha val="25000"/>
              </a:prstClr>
            </a:outerShdw>
          </a:effectLst>
        </p:spPr>
        <p:txBody>
          <a:bodyPr wrap="square" rtlCol="0" anchor="ctr">
            <a:noAutofit/>
          </a:bodyPr>
          <a:lstStyle/>
          <a:p>
            <a:pPr marR="0" lvl="0" indent="0" defTabSz="1999439" fontAlgn="auto">
              <a:lnSpc>
                <a:spcPct val="100000"/>
              </a:lnSpc>
              <a:spcBef>
                <a:spcPts val="2189"/>
              </a:spcBef>
              <a:spcAft>
                <a:spcPts val="0"/>
              </a:spcAft>
              <a:buClr>
                <a:srgbClr val="F2F2F2"/>
              </a:buClr>
              <a:buSzTx/>
              <a:buFontTx/>
              <a:buNone/>
              <a:tabLst/>
            </a:pPr>
            <a:endParaRPr kumimoji="0" lang="en-US" sz="7093"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51" name="Freeform: Shape 50">
            <a:extLst>
              <a:ext uri="{FF2B5EF4-FFF2-40B4-BE49-F238E27FC236}">
                <a16:creationId xmlns:a16="http://schemas.microsoft.com/office/drawing/2014/main" id="{1EE2E1F7-5171-B1DF-459C-B0BCE535DF1F}"/>
              </a:ext>
              <a:ext uri="{C183D7F6-B498-43B3-948B-1728B52AA6E4}">
                <adec:decorative xmlns:adec="http://schemas.microsoft.com/office/drawing/2017/decorative" val="1"/>
              </a:ext>
            </a:extLst>
          </p:cNvPr>
          <p:cNvSpPr>
            <a:spLocks noChangeAspect="1"/>
          </p:cNvSpPr>
          <p:nvPr userDrawn="1"/>
        </p:nvSpPr>
        <p:spPr>
          <a:xfrm>
            <a:off x="7338645" y="5225896"/>
            <a:ext cx="782579" cy="2978557"/>
          </a:xfrm>
          <a:custGeom>
            <a:avLst/>
            <a:gdLst>
              <a:gd name="connsiteX0" fmla="*/ 0 w 784673"/>
              <a:gd name="connsiteY0" fmla="*/ 0 h 2986532"/>
              <a:gd name="connsiteX1" fmla="*/ 784673 w 784673"/>
              <a:gd name="connsiteY1" fmla="*/ 389357 h 2986532"/>
              <a:gd name="connsiteX2" fmla="*/ 784673 w 784673"/>
              <a:gd name="connsiteY2" fmla="*/ 515309 h 2986532"/>
              <a:gd name="connsiteX3" fmla="*/ 784673 w 784673"/>
              <a:gd name="connsiteY3" fmla="*/ 2860580 h 2986532"/>
              <a:gd name="connsiteX4" fmla="*/ 784673 w 784673"/>
              <a:gd name="connsiteY4" fmla="*/ 2986532 h 2986532"/>
              <a:gd name="connsiteX5" fmla="*/ 0 w 784673"/>
              <a:gd name="connsiteY5" fmla="*/ 2597175 h 2986532"/>
              <a:gd name="connsiteX6" fmla="*/ 0 w 784673"/>
              <a:gd name="connsiteY6" fmla="*/ 2471223 h 2986532"/>
              <a:gd name="connsiteX7" fmla="*/ 0 w 784673"/>
              <a:gd name="connsiteY7" fmla="*/ 125952 h 298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4673" h="2986532">
                <a:moveTo>
                  <a:pt x="0" y="0"/>
                </a:moveTo>
                <a:lnTo>
                  <a:pt x="784673" y="389357"/>
                </a:lnTo>
                <a:lnTo>
                  <a:pt x="784673" y="515309"/>
                </a:lnTo>
                <a:lnTo>
                  <a:pt x="784673" y="2860580"/>
                </a:lnTo>
                <a:lnTo>
                  <a:pt x="784673" y="2986532"/>
                </a:lnTo>
                <a:lnTo>
                  <a:pt x="0" y="2597175"/>
                </a:lnTo>
                <a:lnTo>
                  <a:pt x="0" y="2471223"/>
                </a:lnTo>
                <a:lnTo>
                  <a:pt x="0" y="125952"/>
                </a:lnTo>
                <a:close/>
              </a:path>
            </a:pathLst>
          </a:custGeom>
          <a:noFill/>
          <a:ln w="19050" cap="flat">
            <a:gradFill flip="none" rotWithShape="1">
              <a:gsLst>
                <a:gs pos="0">
                  <a:schemeClr val="accent2">
                    <a:alpha val="48000"/>
                  </a:schemeClr>
                </a:gs>
                <a:gs pos="85000">
                  <a:srgbClr val="2F2A95">
                    <a:alpha val="3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11157" tIns="55579" rIns="111157" bIns="55579" numCol="1" spcCol="0" rtlCol="0" fromWordArt="0" anchor="ctr" anchorCtr="0" forceAA="0" compatLnSpc="1">
            <a:prstTxWarp prst="textNoShape">
              <a:avLst/>
            </a:prstTxWarp>
            <a:noAutofit/>
          </a:bodyPr>
          <a:lstStyle/>
          <a:p>
            <a:pPr marR="0" lvl="0" indent="0" defTabSz="1999439" fontAlgn="auto">
              <a:lnSpc>
                <a:spcPct val="90000"/>
              </a:lnSpc>
              <a:spcBef>
                <a:spcPts val="2189"/>
              </a:spcBef>
              <a:spcAft>
                <a:spcPts val="0"/>
              </a:spcAft>
              <a:buClr>
                <a:srgbClr val="F2F2F2"/>
              </a:buClr>
              <a:buSzPct val="120000"/>
              <a:buFont typeface="Verdana" panose="020F0502020204030204" pitchFamily="34" charset="0"/>
              <a:buNone/>
              <a:tabLst/>
            </a:pPr>
            <a:endParaRPr kumimoji="0" lang="en-US" sz="7093"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52" name="Freeform: Shape 51">
            <a:extLst>
              <a:ext uri="{FF2B5EF4-FFF2-40B4-BE49-F238E27FC236}">
                <a16:creationId xmlns:a16="http://schemas.microsoft.com/office/drawing/2014/main" id="{C40F6526-35CD-A5E9-72DC-F3E3AEA3A160}"/>
              </a:ext>
              <a:ext uri="{C183D7F6-B498-43B3-948B-1728B52AA6E4}">
                <adec:decorative xmlns:adec="http://schemas.microsoft.com/office/drawing/2017/decorative" val="1"/>
              </a:ext>
            </a:extLst>
          </p:cNvPr>
          <p:cNvSpPr>
            <a:spLocks noChangeAspect="1"/>
          </p:cNvSpPr>
          <p:nvPr userDrawn="1"/>
        </p:nvSpPr>
        <p:spPr>
          <a:xfrm>
            <a:off x="6932332" y="5464239"/>
            <a:ext cx="782579" cy="2978557"/>
          </a:xfrm>
          <a:custGeom>
            <a:avLst/>
            <a:gdLst>
              <a:gd name="connsiteX0" fmla="*/ 0 w 784673"/>
              <a:gd name="connsiteY0" fmla="*/ 0 h 2986532"/>
              <a:gd name="connsiteX1" fmla="*/ 784673 w 784673"/>
              <a:gd name="connsiteY1" fmla="*/ 389357 h 2986532"/>
              <a:gd name="connsiteX2" fmla="*/ 784673 w 784673"/>
              <a:gd name="connsiteY2" fmla="*/ 515309 h 2986532"/>
              <a:gd name="connsiteX3" fmla="*/ 784673 w 784673"/>
              <a:gd name="connsiteY3" fmla="*/ 2860580 h 2986532"/>
              <a:gd name="connsiteX4" fmla="*/ 784673 w 784673"/>
              <a:gd name="connsiteY4" fmla="*/ 2986532 h 2986532"/>
              <a:gd name="connsiteX5" fmla="*/ 0 w 784673"/>
              <a:gd name="connsiteY5" fmla="*/ 2597175 h 2986532"/>
              <a:gd name="connsiteX6" fmla="*/ 0 w 784673"/>
              <a:gd name="connsiteY6" fmla="*/ 2471223 h 2986532"/>
              <a:gd name="connsiteX7" fmla="*/ 0 w 784673"/>
              <a:gd name="connsiteY7" fmla="*/ 125952 h 298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4673" h="2986532">
                <a:moveTo>
                  <a:pt x="0" y="0"/>
                </a:moveTo>
                <a:lnTo>
                  <a:pt x="784673" y="389357"/>
                </a:lnTo>
                <a:lnTo>
                  <a:pt x="784673" y="515309"/>
                </a:lnTo>
                <a:lnTo>
                  <a:pt x="784673" y="2860580"/>
                </a:lnTo>
                <a:lnTo>
                  <a:pt x="784673" y="2986532"/>
                </a:lnTo>
                <a:lnTo>
                  <a:pt x="0" y="2597175"/>
                </a:lnTo>
                <a:lnTo>
                  <a:pt x="0" y="2471223"/>
                </a:lnTo>
                <a:lnTo>
                  <a:pt x="0" y="125952"/>
                </a:lnTo>
                <a:close/>
              </a:path>
            </a:pathLst>
          </a:custGeom>
          <a:noFill/>
          <a:ln w="19050" cap="flat">
            <a:gradFill flip="none" rotWithShape="1">
              <a:gsLst>
                <a:gs pos="0">
                  <a:schemeClr val="accent2">
                    <a:alpha val="25000"/>
                  </a:schemeClr>
                </a:gs>
                <a:gs pos="59600">
                  <a:srgbClr val="92C0E9">
                    <a:alpha val="28000"/>
                  </a:srgbClr>
                </a:gs>
                <a:gs pos="100000">
                  <a:srgbClr val="2F2A95">
                    <a:alpha val="3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11157" tIns="55579" rIns="111157" bIns="55579" numCol="1" spcCol="0" rtlCol="0" fromWordArt="0" anchor="ctr" anchorCtr="0" forceAA="0" compatLnSpc="1">
            <a:prstTxWarp prst="textNoShape">
              <a:avLst/>
            </a:prstTxWarp>
            <a:noAutofit/>
          </a:bodyPr>
          <a:lstStyle/>
          <a:p>
            <a:pPr marR="0" lvl="0" indent="0" defTabSz="1999439" fontAlgn="auto">
              <a:lnSpc>
                <a:spcPct val="90000"/>
              </a:lnSpc>
              <a:spcBef>
                <a:spcPts val="2189"/>
              </a:spcBef>
              <a:spcAft>
                <a:spcPts val="0"/>
              </a:spcAft>
              <a:buClr>
                <a:srgbClr val="F2F2F2"/>
              </a:buClr>
              <a:buSzPct val="120000"/>
              <a:buFont typeface="Verdana" panose="020F0502020204030204" pitchFamily="34" charset="0"/>
              <a:buNone/>
              <a:tabLst/>
            </a:pPr>
            <a:endParaRPr kumimoji="0" lang="en-US" sz="7093"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53" name="Freeform: Shape 52">
            <a:extLst>
              <a:ext uri="{FF2B5EF4-FFF2-40B4-BE49-F238E27FC236}">
                <a16:creationId xmlns:a16="http://schemas.microsoft.com/office/drawing/2014/main" id="{0865AB97-9EA3-83A9-935D-34180872812F}"/>
              </a:ext>
              <a:ext uri="{C183D7F6-B498-43B3-948B-1728B52AA6E4}">
                <adec:decorative xmlns:adec="http://schemas.microsoft.com/office/drawing/2017/decorative" val="1"/>
              </a:ext>
            </a:extLst>
          </p:cNvPr>
          <p:cNvSpPr/>
          <p:nvPr userDrawn="1"/>
        </p:nvSpPr>
        <p:spPr>
          <a:xfrm>
            <a:off x="6570045" y="5698597"/>
            <a:ext cx="768600" cy="2978557"/>
          </a:xfrm>
          <a:custGeom>
            <a:avLst/>
            <a:gdLst>
              <a:gd name="connsiteX0" fmla="*/ 0 w 768600"/>
              <a:gd name="connsiteY0" fmla="*/ 0 h 2978557"/>
              <a:gd name="connsiteX1" fmla="*/ 768600 w 768600"/>
              <a:gd name="connsiteY1" fmla="*/ 381382 h 2978557"/>
              <a:gd name="connsiteX2" fmla="*/ 768600 w 768600"/>
              <a:gd name="connsiteY2" fmla="*/ 507334 h 2978557"/>
              <a:gd name="connsiteX3" fmla="*/ 768600 w 768600"/>
              <a:gd name="connsiteY3" fmla="*/ 2852605 h 2978557"/>
              <a:gd name="connsiteX4" fmla="*/ 768600 w 768600"/>
              <a:gd name="connsiteY4" fmla="*/ 2978557 h 2978557"/>
              <a:gd name="connsiteX5" fmla="*/ 0 w 768600"/>
              <a:gd name="connsiteY5" fmla="*/ 2597175 h 2978557"/>
              <a:gd name="connsiteX6" fmla="*/ 0 w 768600"/>
              <a:gd name="connsiteY6" fmla="*/ 2471223 h 2978557"/>
              <a:gd name="connsiteX7" fmla="*/ 0 w 768600"/>
              <a:gd name="connsiteY7" fmla="*/ 125952 h 2978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8600" h="2978557">
                <a:moveTo>
                  <a:pt x="0" y="0"/>
                </a:moveTo>
                <a:lnTo>
                  <a:pt x="768600" y="381382"/>
                </a:lnTo>
                <a:lnTo>
                  <a:pt x="768600" y="507334"/>
                </a:lnTo>
                <a:lnTo>
                  <a:pt x="768600" y="2852605"/>
                </a:lnTo>
                <a:lnTo>
                  <a:pt x="768600" y="2978557"/>
                </a:lnTo>
                <a:lnTo>
                  <a:pt x="0" y="2597175"/>
                </a:lnTo>
                <a:lnTo>
                  <a:pt x="0" y="2471223"/>
                </a:lnTo>
                <a:lnTo>
                  <a:pt x="0" y="125952"/>
                </a:lnTo>
                <a:close/>
              </a:path>
            </a:pathLst>
          </a:custGeom>
          <a:gradFill flip="none" rotWithShape="1">
            <a:gsLst>
              <a:gs pos="64000">
                <a:srgbClr val="92C0E9">
                  <a:lumMod val="75000"/>
                  <a:alpha val="56000"/>
                </a:srgbClr>
              </a:gs>
              <a:gs pos="0">
                <a:srgbClr val="92C0E9">
                  <a:alpha val="15000"/>
                </a:srgbClr>
              </a:gs>
            </a:gsLst>
            <a:lin ang="6900000" scaled="0"/>
            <a:tileRect/>
          </a:gradFill>
          <a:ln w="19050" cap="flat">
            <a:gradFill>
              <a:gsLst>
                <a:gs pos="0">
                  <a:srgbClr val="92C0E9">
                    <a:alpha val="22000"/>
                  </a:srgbClr>
                </a:gs>
                <a:gs pos="100000">
                  <a:srgbClr val="92C0E9">
                    <a:lumMod val="50000"/>
                    <a:alpha val="25000"/>
                  </a:srgbClr>
                </a:gs>
              </a:gsLst>
              <a:lin ang="5400000" scaled="1"/>
            </a:gradFill>
            <a:prstDash val="solid"/>
            <a:miter/>
          </a:ln>
          <a:effectLst>
            <a:outerShdw blurRad="190500" algn="ctr" rotWithShape="0">
              <a:prstClr val="black">
                <a:alpha val="25000"/>
              </a:prstClr>
            </a:outerShdw>
          </a:effectLst>
        </p:spPr>
        <p:txBody>
          <a:bodyPr wrap="square" rtlCol="0" anchor="ctr">
            <a:noAutofit/>
          </a:bodyPr>
          <a:lstStyle/>
          <a:p>
            <a:pPr marL="0" marR="0" lvl="0" indent="0" defTabSz="1999439" eaLnBrk="1" fontAlgn="auto" latinLnBrk="0" hangingPunct="1">
              <a:lnSpc>
                <a:spcPct val="100000"/>
              </a:lnSpc>
              <a:spcBef>
                <a:spcPts val="2189"/>
              </a:spcBef>
              <a:spcAft>
                <a:spcPts val="0"/>
              </a:spcAft>
              <a:buClr>
                <a:srgbClr val="F2F2F2"/>
              </a:buClr>
              <a:buSzTx/>
              <a:buFontTx/>
              <a:buNone/>
              <a:tabLst/>
              <a:defRPr/>
            </a:pPr>
            <a:endParaRPr kumimoji="0" lang="en-US" sz="7093"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54" name="Freeform: Shape 53">
            <a:extLst>
              <a:ext uri="{FF2B5EF4-FFF2-40B4-BE49-F238E27FC236}">
                <a16:creationId xmlns:a16="http://schemas.microsoft.com/office/drawing/2014/main" id="{07213E18-1E8E-A7D7-F5B1-E9FD1E3CE2FC}"/>
              </a:ext>
              <a:ext uri="{C183D7F6-B498-43B3-948B-1728B52AA6E4}">
                <adec:decorative xmlns:adec="http://schemas.microsoft.com/office/drawing/2017/decorative" val="1"/>
              </a:ext>
            </a:extLst>
          </p:cNvPr>
          <p:cNvSpPr>
            <a:spLocks noChangeAspect="1"/>
          </p:cNvSpPr>
          <p:nvPr userDrawn="1"/>
        </p:nvSpPr>
        <p:spPr>
          <a:xfrm>
            <a:off x="6149753" y="5932953"/>
            <a:ext cx="782579" cy="2978557"/>
          </a:xfrm>
          <a:custGeom>
            <a:avLst/>
            <a:gdLst>
              <a:gd name="connsiteX0" fmla="*/ 0 w 784673"/>
              <a:gd name="connsiteY0" fmla="*/ 0 h 2986532"/>
              <a:gd name="connsiteX1" fmla="*/ 784673 w 784673"/>
              <a:gd name="connsiteY1" fmla="*/ 389357 h 2986532"/>
              <a:gd name="connsiteX2" fmla="*/ 784673 w 784673"/>
              <a:gd name="connsiteY2" fmla="*/ 515309 h 2986532"/>
              <a:gd name="connsiteX3" fmla="*/ 784673 w 784673"/>
              <a:gd name="connsiteY3" fmla="*/ 2860580 h 2986532"/>
              <a:gd name="connsiteX4" fmla="*/ 784673 w 784673"/>
              <a:gd name="connsiteY4" fmla="*/ 2986532 h 2986532"/>
              <a:gd name="connsiteX5" fmla="*/ 0 w 784673"/>
              <a:gd name="connsiteY5" fmla="*/ 2597175 h 2986532"/>
              <a:gd name="connsiteX6" fmla="*/ 0 w 784673"/>
              <a:gd name="connsiteY6" fmla="*/ 2471223 h 2986532"/>
              <a:gd name="connsiteX7" fmla="*/ 0 w 784673"/>
              <a:gd name="connsiteY7" fmla="*/ 125952 h 298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4673" h="2986532">
                <a:moveTo>
                  <a:pt x="0" y="0"/>
                </a:moveTo>
                <a:lnTo>
                  <a:pt x="784673" y="389357"/>
                </a:lnTo>
                <a:lnTo>
                  <a:pt x="784673" y="515309"/>
                </a:lnTo>
                <a:lnTo>
                  <a:pt x="784673" y="2860580"/>
                </a:lnTo>
                <a:lnTo>
                  <a:pt x="784673" y="2986532"/>
                </a:lnTo>
                <a:lnTo>
                  <a:pt x="0" y="2597175"/>
                </a:lnTo>
                <a:lnTo>
                  <a:pt x="0" y="2471223"/>
                </a:lnTo>
                <a:lnTo>
                  <a:pt x="0" y="125952"/>
                </a:lnTo>
                <a:close/>
              </a:path>
            </a:pathLst>
          </a:custGeom>
          <a:noFill/>
          <a:ln w="19050" cap="flat">
            <a:gradFill flip="none" rotWithShape="1">
              <a:gsLst>
                <a:gs pos="0">
                  <a:schemeClr val="accent2">
                    <a:alpha val="25000"/>
                  </a:schemeClr>
                </a:gs>
                <a:gs pos="59600">
                  <a:srgbClr val="92C0E9">
                    <a:alpha val="28000"/>
                  </a:srgbClr>
                </a:gs>
                <a:gs pos="100000">
                  <a:srgbClr val="2F2A95">
                    <a:alpha val="3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11157" tIns="55579" rIns="111157" bIns="55579" numCol="1" spcCol="0" rtlCol="0" fromWordArt="0" anchor="ctr" anchorCtr="0" forceAA="0" compatLnSpc="1">
            <a:prstTxWarp prst="textNoShape">
              <a:avLst/>
            </a:prstTxWarp>
            <a:noAutofit/>
          </a:bodyPr>
          <a:lstStyle/>
          <a:p>
            <a:pPr marR="0" lvl="0" indent="0" defTabSz="1999439" fontAlgn="auto">
              <a:lnSpc>
                <a:spcPct val="90000"/>
              </a:lnSpc>
              <a:spcBef>
                <a:spcPts val="2189"/>
              </a:spcBef>
              <a:spcAft>
                <a:spcPts val="0"/>
              </a:spcAft>
              <a:buClr>
                <a:srgbClr val="F2F2F2"/>
              </a:buClr>
              <a:buSzPct val="120000"/>
              <a:buFont typeface="Verdana" panose="020F0502020204030204" pitchFamily="34" charset="0"/>
              <a:buNone/>
              <a:tabLst/>
            </a:pPr>
            <a:endParaRPr kumimoji="0" lang="en-US" sz="7093"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55" name="Freeform: Shape 54">
            <a:extLst>
              <a:ext uri="{FF2B5EF4-FFF2-40B4-BE49-F238E27FC236}">
                <a16:creationId xmlns:a16="http://schemas.microsoft.com/office/drawing/2014/main" id="{56595100-5D1E-6911-4DA6-CF07BE9CE8E1}"/>
              </a:ext>
              <a:ext uri="{C183D7F6-B498-43B3-948B-1728B52AA6E4}">
                <adec:decorative xmlns:adec="http://schemas.microsoft.com/office/drawing/2017/decorative" val="1"/>
              </a:ext>
            </a:extLst>
          </p:cNvPr>
          <p:cNvSpPr/>
          <p:nvPr userDrawn="1"/>
        </p:nvSpPr>
        <p:spPr>
          <a:xfrm>
            <a:off x="11388053" y="297670"/>
            <a:ext cx="505497" cy="1876119"/>
          </a:xfrm>
          <a:custGeom>
            <a:avLst/>
            <a:gdLst>
              <a:gd name="connsiteX0" fmla="*/ 0 w 846259"/>
              <a:gd name="connsiteY0" fmla="*/ 0 h 3140827"/>
              <a:gd name="connsiteX1" fmla="*/ 846259 w 846259"/>
              <a:gd name="connsiteY1" fmla="*/ 419916 h 3140827"/>
              <a:gd name="connsiteX2" fmla="*/ 846259 w 846259"/>
              <a:gd name="connsiteY2" fmla="*/ 3140827 h 3140827"/>
              <a:gd name="connsiteX3" fmla="*/ 0 w 846259"/>
              <a:gd name="connsiteY3" fmla="*/ 2720911 h 3140827"/>
            </a:gdLst>
            <a:ahLst/>
            <a:cxnLst>
              <a:cxn ang="0">
                <a:pos x="connsiteX0" y="connsiteY0"/>
              </a:cxn>
              <a:cxn ang="0">
                <a:pos x="connsiteX1" y="connsiteY1"/>
              </a:cxn>
              <a:cxn ang="0">
                <a:pos x="connsiteX2" y="connsiteY2"/>
              </a:cxn>
              <a:cxn ang="0">
                <a:pos x="connsiteX3" y="connsiteY3"/>
              </a:cxn>
            </a:cxnLst>
            <a:rect l="l" t="t" r="r" b="b"/>
            <a:pathLst>
              <a:path w="846259" h="3140827">
                <a:moveTo>
                  <a:pt x="0" y="0"/>
                </a:moveTo>
                <a:lnTo>
                  <a:pt x="846259" y="419916"/>
                </a:lnTo>
                <a:lnTo>
                  <a:pt x="846259" y="3140827"/>
                </a:lnTo>
                <a:lnTo>
                  <a:pt x="0" y="2720911"/>
                </a:lnTo>
                <a:close/>
              </a:path>
            </a:pathLst>
          </a:custGeom>
          <a:noFill/>
          <a:ln w="19050" cap="flat">
            <a:gradFill flip="none" rotWithShape="1">
              <a:gsLst>
                <a:gs pos="0">
                  <a:schemeClr val="accent2">
                    <a:alpha val="25000"/>
                  </a:schemeClr>
                </a:gs>
                <a:gs pos="59600">
                  <a:srgbClr val="92C0E9">
                    <a:alpha val="28000"/>
                  </a:srgbClr>
                </a:gs>
                <a:gs pos="100000">
                  <a:srgbClr val="2F2A95">
                    <a:alpha val="3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11157" tIns="55579" rIns="111157" bIns="55579" numCol="1" spcCol="0" rtlCol="0" fromWordArt="0" anchor="ctr" anchorCtr="0" forceAA="0" compatLnSpc="1">
            <a:prstTxWarp prst="textNoShape">
              <a:avLst/>
            </a:prstTxWarp>
            <a:noAutofit/>
          </a:bodyPr>
          <a:lstStyle/>
          <a:p>
            <a:pPr marR="0" lvl="0" indent="0" defTabSz="1999439" fontAlgn="auto">
              <a:lnSpc>
                <a:spcPct val="90000"/>
              </a:lnSpc>
              <a:spcBef>
                <a:spcPts val="2189"/>
              </a:spcBef>
              <a:spcAft>
                <a:spcPts val="0"/>
              </a:spcAft>
              <a:buClr>
                <a:srgbClr val="F2F2F2"/>
              </a:buClr>
              <a:buSzPct val="120000"/>
              <a:buFont typeface="Verdana" panose="020F0502020204030204" pitchFamily="34" charset="0"/>
              <a:buNone/>
              <a:tabLst/>
            </a:pPr>
            <a:endParaRPr kumimoji="0" lang="en-US" sz="7093"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56" name="Freeform: Shape 55">
            <a:extLst>
              <a:ext uri="{FF2B5EF4-FFF2-40B4-BE49-F238E27FC236}">
                <a16:creationId xmlns:a16="http://schemas.microsoft.com/office/drawing/2014/main" id="{64714D12-C61B-B3FB-E14B-E42AA862AEC0}"/>
              </a:ext>
              <a:ext uri="{C183D7F6-B498-43B3-948B-1728B52AA6E4}">
                <adec:decorative xmlns:adec="http://schemas.microsoft.com/office/drawing/2017/decorative" val="1"/>
              </a:ext>
            </a:extLst>
          </p:cNvPr>
          <p:cNvSpPr/>
          <p:nvPr userDrawn="1"/>
        </p:nvSpPr>
        <p:spPr>
          <a:xfrm>
            <a:off x="11136185" y="431981"/>
            <a:ext cx="505497" cy="1876119"/>
          </a:xfrm>
          <a:custGeom>
            <a:avLst/>
            <a:gdLst>
              <a:gd name="connsiteX0" fmla="*/ 0 w 846259"/>
              <a:gd name="connsiteY0" fmla="*/ 0 h 3140827"/>
              <a:gd name="connsiteX1" fmla="*/ 846259 w 846259"/>
              <a:gd name="connsiteY1" fmla="*/ 419916 h 3140827"/>
              <a:gd name="connsiteX2" fmla="*/ 846259 w 846259"/>
              <a:gd name="connsiteY2" fmla="*/ 3140827 h 3140827"/>
              <a:gd name="connsiteX3" fmla="*/ 0 w 846259"/>
              <a:gd name="connsiteY3" fmla="*/ 2720911 h 3140827"/>
            </a:gdLst>
            <a:ahLst/>
            <a:cxnLst>
              <a:cxn ang="0">
                <a:pos x="connsiteX0" y="connsiteY0"/>
              </a:cxn>
              <a:cxn ang="0">
                <a:pos x="connsiteX1" y="connsiteY1"/>
              </a:cxn>
              <a:cxn ang="0">
                <a:pos x="connsiteX2" y="connsiteY2"/>
              </a:cxn>
              <a:cxn ang="0">
                <a:pos x="connsiteX3" y="connsiteY3"/>
              </a:cxn>
            </a:cxnLst>
            <a:rect l="l" t="t" r="r" b="b"/>
            <a:pathLst>
              <a:path w="846259" h="3140827">
                <a:moveTo>
                  <a:pt x="0" y="0"/>
                </a:moveTo>
                <a:lnTo>
                  <a:pt x="846259" y="419916"/>
                </a:lnTo>
                <a:lnTo>
                  <a:pt x="846259" y="3140827"/>
                </a:lnTo>
                <a:lnTo>
                  <a:pt x="0" y="2720911"/>
                </a:lnTo>
                <a:close/>
              </a:path>
            </a:pathLst>
          </a:custGeom>
          <a:gradFill flip="none" rotWithShape="1">
            <a:gsLst>
              <a:gs pos="0">
                <a:srgbClr val="78E3DE">
                  <a:lumMod val="94000"/>
                  <a:alpha val="13000"/>
                </a:srgbClr>
              </a:gs>
              <a:gs pos="100000">
                <a:srgbClr val="2F2A95">
                  <a:alpha val="35000"/>
                </a:srgbClr>
              </a:gs>
              <a:gs pos="72000">
                <a:srgbClr val="00B2A9">
                  <a:alpha val="31000"/>
                </a:srgbClr>
              </a:gs>
            </a:gsLst>
            <a:lin ang="6900000" scaled="0"/>
            <a:tileRect/>
          </a:gradFill>
          <a:ln w="19050" cap="flat">
            <a:gradFill>
              <a:gsLst>
                <a:gs pos="0">
                  <a:srgbClr val="00B2A9">
                    <a:alpha val="7000"/>
                  </a:srgbClr>
                </a:gs>
                <a:gs pos="100000">
                  <a:srgbClr val="2F2A95">
                    <a:alpha val="8000"/>
                  </a:srgbClr>
                </a:gs>
              </a:gsLst>
              <a:lin ang="5400000" scaled="1"/>
            </a:gradFill>
            <a:prstDash val="solid"/>
            <a:miter/>
          </a:ln>
          <a:effectLst>
            <a:outerShdw blurRad="190500" algn="ctr" rotWithShape="0">
              <a:prstClr val="black">
                <a:alpha val="25000"/>
              </a:prstClr>
            </a:outerShdw>
          </a:effectLst>
        </p:spPr>
        <p:txBody>
          <a:bodyPr wrap="square" rtlCol="0" anchor="ctr">
            <a:noAutofit/>
          </a:bodyPr>
          <a:lstStyle/>
          <a:p>
            <a:pPr marR="0" lvl="0" indent="0" defTabSz="1999439" fontAlgn="auto">
              <a:lnSpc>
                <a:spcPct val="100000"/>
              </a:lnSpc>
              <a:spcBef>
                <a:spcPts val="2189"/>
              </a:spcBef>
              <a:spcAft>
                <a:spcPts val="0"/>
              </a:spcAft>
              <a:buClr>
                <a:srgbClr val="F2F2F2"/>
              </a:buClr>
              <a:buSzTx/>
              <a:buFontTx/>
              <a:buNone/>
              <a:tabLst/>
            </a:pPr>
            <a:endParaRPr kumimoji="0" lang="en-US" sz="7093"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57" name="Freeform: Shape 56">
            <a:extLst>
              <a:ext uri="{FF2B5EF4-FFF2-40B4-BE49-F238E27FC236}">
                <a16:creationId xmlns:a16="http://schemas.microsoft.com/office/drawing/2014/main" id="{9EC375A1-BC13-0249-7E06-3EA92084689E}"/>
              </a:ext>
              <a:ext uri="{C183D7F6-B498-43B3-948B-1728B52AA6E4}">
                <adec:decorative xmlns:adec="http://schemas.microsoft.com/office/drawing/2017/decorative" val="1"/>
              </a:ext>
            </a:extLst>
          </p:cNvPr>
          <p:cNvSpPr/>
          <p:nvPr userDrawn="1"/>
        </p:nvSpPr>
        <p:spPr>
          <a:xfrm>
            <a:off x="10882557" y="583990"/>
            <a:ext cx="505497" cy="1876119"/>
          </a:xfrm>
          <a:custGeom>
            <a:avLst/>
            <a:gdLst>
              <a:gd name="connsiteX0" fmla="*/ 0 w 846259"/>
              <a:gd name="connsiteY0" fmla="*/ 0 h 3140827"/>
              <a:gd name="connsiteX1" fmla="*/ 846259 w 846259"/>
              <a:gd name="connsiteY1" fmla="*/ 419916 h 3140827"/>
              <a:gd name="connsiteX2" fmla="*/ 846259 w 846259"/>
              <a:gd name="connsiteY2" fmla="*/ 3140827 h 3140827"/>
              <a:gd name="connsiteX3" fmla="*/ 0 w 846259"/>
              <a:gd name="connsiteY3" fmla="*/ 2720911 h 3140827"/>
            </a:gdLst>
            <a:ahLst/>
            <a:cxnLst>
              <a:cxn ang="0">
                <a:pos x="connsiteX0" y="connsiteY0"/>
              </a:cxn>
              <a:cxn ang="0">
                <a:pos x="connsiteX1" y="connsiteY1"/>
              </a:cxn>
              <a:cxn ang="0">
                <a:pos x="connsiteX2" y="connsiteY2"/>
              </a:cxn>
              <a:cxn ang="0">
                <a:pos x="connsiteX3" y="connsiteY3"/>
              </a:cxn>
            </a:cxnLst>
            <a:rect l="l" t="t" r="r" b="b"/>
            <a:pathLst>
              <a:path w="846259" h="3140827">
                <a:moveTo>
                  <a:pt x="0" y="0"/>
                </a:moveTo>
                <a:lnTo>
                  <a:pt x="846259" y="419916"/>
                </a:lnTo>
                <a:lnTo>
                  <a:pt x="846259" y="3140827"/>
                </a:lnTo>
                <a:lnTo>
                  <a:pt x="0" y="2720911"/>
                </a:lnTo>
                <a:close/>
              </a:path>
            </a:pathLst>
          </a:custGeom>
          <a:gradFill flip="none" rotWithShape="1">
            <a:gsLst>
              <a:gs pos="0">
                <a:srgbClr val="78E3DE">
                  <a:alpha val="34000"/>
                </a:srgbClr>
              </a:gs>
              <a:gs pos="99000">
                <a:srgbClr val="00B2A9">
                  <a:alpha val="23000"/>
                  <a:lumMod val="99000"/>
                </a:srgbClr>
              </a:gs>
            </a:gsLst>
            <a:lin ang="6900000" scaled="0"/>
            <a:tileRect/>
          </a:gradFill>
          <a:ln w="19050" cap="flat">
            <a:gradFill>
              <a:gsLst>
                <a:gs pos="0">
                  <a:srgbClr val="00B2A9">
                    <a:lumMod val="99000"/>
                    <a:alpha val="20000"/>
                  </a:srgbClr>
                </a:gs>
                <a:gs pos="100000">
                  <a:srgbClr val="00B2A9">
                    <a:lumMod val="50000"/>
                    <a:alpha val="16000"/>
                  </a:srgbClr>
                </a:gs>
              </a:gsLst>
              <a:lin ang="5400000" scaled="1"/>
            </a:gradFill>
            <a:prstDash val="solid"/>
            <a:miter/>
          </a:ln>
          <a:effectLst>
            <a:outerShdw blurRad="190500" algn="ctr" rotWithShape="0">
              <a:prstClr val="black">
                <a:alpha val="25000"/>
              </a:prstClr>
            </a:outerShdw>
          </a:effectLst>
        </p:spPr>
        <p:txBody>
          <a:bodyPr wrap="square" rtlCol="0" anchor="ctr">
            <a:noAutofit/>
          </a:bodyPr>
          <a:lstStyle/>
          <a:p>
            <a:pPr marR="0" lvl="0" indent="0" defTabSz="1999439" fontAlgn="auto">
              <a:lnSpc>
                <a:spcPct val="100000"/>
              </a:lnSpc>
              <a:spcBef>
                <a:spcPts val="2189"/>
              </a:spcBef>
              <a:spcAft>
                <a:spcPts val="0"/>
              </a:spcAft>
              <a:buClr>
                <a:srgbClr val="F2F2F2"/>
              </a:buClr>
              <a:buSzTx/>
              <a:buFontTx/>
              <a:buNone/>
              <a:tabLst/>
            </a:pPr>
            <a:endParaRPr kumimoji="0" lang="en-US" sz="7093"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58" name="Freeform: Shape 57">
            <a:extLst>
              <a:ext uri="{FF2B5EF4-FFF2-40B4-BE49-F238E27FC236}">
                <a16:creationId xmlns:a16="http://schemas.microsoft.com/office/drawing/2014/main" id="{6828F9B8-13EA-E4B2-D960-EDA8AAA61327}"/>
              </a:ext>
              <a:ext uri="{C183D7F6-B498-43B3-948B-1728B52AA6E4}">
                <adec:decorative xmlns:adec="http://schemas.microsoft.com/office/drawing/2017/decorative" val="1"/>
              </a:ext>
            </a:extLst>
          </p:cNvPr>
          <p:cNvSpPr/>
          <p:nvPr userDrawn="1"/>
        </p:nvSpPr>
        <p:spPr>
          <a:xfrm>
            <a:off x="10630689" y="736000"/>
            <a:ext cx="505497" cy="1876119"/>
          </a:xfrm>
          <a:custGeom>
            <a:avLst/>
            <a:gdLst>
              <a:gd name="connsiteX0" fmla="*/ 0 w 846259"/>
              <a:gd name="connsiteY0" fmla="*/ 0 h 3140827"/>
              <a:gd name="connsiteX1" fmla="*/ 846259 w 846259"/>
              <a:gd name="connsiteY1" fmla="*/ 419916 h 3140827"/>
              <a:gd name="connsiteX2" fmla="*/ 846259 w 846259"/>
              <a:gd name="connsiteY2" fmla="*/ 3140827 h 3140827"/>
              <a:gd name="connsiteX3" fmla="*/ 0 w 846259"/>
              <a:gd name="connsiteY3" fmla="*/ 2720911 h 3140827"/>
            </a:gdLst>
            <a:ahLst/>
            <a:cxnLst>
              <a:cxn ang="0">
                <a:pos x="connsiteX0" y="connsiteY0"/>
              </a:cxn>
              <a:cxn ang="0">
                <a:pos x="connsiteX1" y="connsiteY1"/>
              </a:cxn>
              <a:cxn ang="0">
                <a:pos x="connsiteX2" y="connsiteY2"/>
              </a:cxn>
              <a:cxn ang="0">
                <a:pos x="connsiteX3" y="connsiteY3"/>
              </a:cxn>
            </a:cxnLst>
            <a:rect l="l" t="t" r="r" b="b"/>
            <a:pathLst>
              <a:path w="846259" h="3140827">
                <a:moveTo>
                  <a:pt x="0" y="0"/>
                </a:moveTo>
                <a:lnTo>
                  <a:pt x="846259" y="419916"/>
                </a:lnTo>
                <a:lnTo>
                  <a:pt x="846259" y="3140827"/>
                </a:lnTo>
                <a:lnTo>
                  <a:pt x="0" y="2720911"/>
                </a:lnTo>
                <a:close/>
              </a:path>
            </a:pathLst>
          </a:custGeom>
          <a:gradFill flip="none" rotWithShape="1">
            <a:gsLst>
              <a:gs pos="100000">
                <a:srgbClr val="92C0E9">
                  <a:lumMod val="75000"/>
                  <a:alpha val="37000"/>
                </a:srgbClr>
              </a:gs>
              <a:gs pos="0">
                <a:srgbClr val="92C0E9">
                  <a:alpha val="14000"/>
                </a:srgbClr>
              </a:gs>
            </a:gsLst>
            <a:lin ang="6900000" scaled="0"/>
            <a:tileRect/>
          </a:gradFill>
          <a:ln w="19050" cap="flat">
            <a:gradFill>
              <a:gsLst>
                <a:gs pos="0">
                  <a:srgbClr val="92C0E9">
                    <a:alpha val="20000"/>
                  </a:srgbClr>
                </a:gs>
                <a:gs pos="100000">
                  <a:srgbClr val="92C0E9">
                    <a:lumMod val="50000"/>
                    <a:alpha val="30000"/>
                  </a:srgbClr>
                </a:gs>
              </a:gsLst>
              <a:lin ang="5400000" scaled="1"/>
            </a:gradFill>
            <a:prstDash val="solid"/>
            <a:miter/>
          </a:ln>
          <a:effectLst>
            <a:outerShdw blurRad="190500" algn="ctr" rotWithShape="0">
              <a:prstClr val="black">
                <a:alpha val="25000"/>
              </a:prstClr>
            </a:outerShdw>
          </a:effectLst>
        </p:spPr>
        <p:txBody>
          <a:bodyPr wrap="square" rtlCol="0" anchor="ctr">
            <a:noAutofit/>
          </a:bodyPr>
          <a:lstStyle/>
          <a:p>
            <a:pPr marR="0" lvl="0" indent="0" defTabSz="1999439" fontAlgn="auto">
              <a:lnSpc>
                <a:spcPct val="100000"/>
              </a:lnSpc>
              <a:spcBef>
                <a:spcPts val="2189"/>
              </a:spcBef>
              <a:spcAft>
                <a:spcPts val="0"/>
              </a:spcAft>
              <a:buClr>
                <a:srgbClr val="F2F2F2"/>
              </a:buClr>
              <a:buSzTx/>
              <a:buFontTx/>
              <a:buNone/>
              <a:tabLst/>
            </a:pPr>
            <a:endParaRPr kumimoji="0" lang="en-US" sz="7093"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59" name="Freeform: Shape 58">
            <a:extLst>
              <a:ext uri="{FF2B5EF4-FFF2-40B4-BE49-F238E27FC236}">
                <a16:creationId xmlns:a16="http://schemas.microsoft.com/office/drawing/2014/main" id="{BC0A8A4F-DE49-627C-11D0-05B9FF27B5A4}"/>
              </a:ext>
              <a:ext uri="{C183D7F6-B498-43B3-948B-1728B52AA6E4}">
                <adec:decorative xmlns:adec="http://schemas.microsoft.com/office/drawing/2017/decorative" val="1"/>
              </a:ext>
            </a:extLst>
          </p:cNvPr>
          <p:cNvSpPr/>
          <p:nvPr userDrawn="1"/>
        </p:nvSpPr>
        <p:spPr>
          <a:xfrm>
            <a:off x="10377060" y="888009"/>
            <a:ext cx="505497" cy="1876119"/>
          </a:xfrm>
          <a:custGeom>
            <a:avLst/>
            <a:gdLst>
              <a:gd name="connsiteX0" fmla="*/ 0 w 846259"/>
              <a:gd name="connsiteY0" fmla="*/ 0 h 3140827"/>
              <a:gd name="connsiteX1" fmla="*/ 846259 w 846259"/>
              <a:gd name="connsiteY1" fmla="*/ 419916 h 3140827"/>
              <a:gd name="connsiteX2" fmla="*/ 846259 w 846259"/>
              <a:gd name="connsiteY2" fmla="*/ 3140827 h 3140827"/>
              <a:gd name="connsiteX3" fmla="*/ 0 w 846259"/>
              <a:gd name="connsiteY3" fmla="*/ 2720911 h 3140827"/>
            </a:gdLst>
            <a:ahLst/>
            <a:cxnLst>
              <a:cxn ang="0">
                <a:pos x="connsiteX0" y="connsiteY0"/>
              </a:cxn>
              <a:cxn ang="0">
                <a:pos x="connsiteX1" y="connsiteY1"/>
              </a:cxn>
              <a:cxn ang="0">
                <a:pos x="connsiteX2" y="connsiteY2"/>
              </a:cxn>
              <a:cxn ang="0">
                <a:pos x="connsiteX3" y="connsiteY3"/>
              </a:cxn>
            </a:cxnLst>
            <a:rect l="l" t="t" r="r" b="b"/>
            <a:pathLst>
              <a:path w="846259" h="3140827">
                <a:moveTo>
                  <a:pt x="0" y="0"/>
                </a:moveTo>
                <a:lnTo>
                  <a:pt x="846259" y="419916"/>
                </a:lnTo>
                <a:lnTo>
                  <a:pt x="846259" y="3140827"/>
                </a:lnTo>
                <a:lnTo>
                  <a:pt x="0" y="2720911"/>
                </a:lnTo>
                <a:close/>
              </a:path>
            </a:pathLst>
          </a:custGeom>
          <a:noFill/>
          <a:ln w="19050" cap="flat">
            <a:gradFill flip="none" rotWithShape="1">
              <a:gsLst>
                <a:gs pos="0">
                  <a:schemeClr val="accent2">
                    <a:alpha val="25000"/>
                  </a:schemeClr>
                </a:gs>
                <a:gs pos="59600">
                  <a:srgbClr val="92C0E9">
                    <a:alpha val="28000"/>
                  </a:srgbClr>
                </a:gs>
                <a:gs pos="100000">
                  <a:srgbClr val="2F2A95">
                    <a:alpha val="3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11157" tIns="55579" rIns="111157" bIns="55579" numCol="1" spcCol="0" rtlCol="0" fromWordArt="0" anchor="ctr" anchorCtr="0" forceAA="0" compatLnSpc="1">
            <a:prstTxWarp prst="textNoShape">
              <a:avLst/>
            </a:prstTxWarp>
            <a:noAutofit/>
          </a:bodyPr>
          <a:lstStyle/>
          <a:p>
            <a:pPr marR="0" lvl="0" indent="0" defTabSz="1999439" fontAlgn="auto">
              <a:lnSpc>
                <a:spcPct val="90000"/>
              </a:lnSpc>
              <a:spcBef>
                <a:spcPts val="2189"/>
              </a:spcBef>
              <a:spcAft>
                <a:spcPts val="0"/>
              </a:spcAft>
              <a:buClr>
                <a:srgbClr val="F2F2F2"/>
              </a:buClr>
              <a:buSzPct val="120000"/>
              <a:buFont typeface="Verdana" panose="020F0502020204030204" pitchFamily="34" charset="0"/>
              <a:buNone/>
              <a:tabLst/>
            </a:pPr>
            <a:endParaRPr kumimoji="0" lang="en-US" sz="7093"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60" name="Freeform: Shape 59">
            <a:extLst>
              <a:ext uri="{FF2B5EF4-FFF2-40B4-BE49-F238E27FC236}">
                <a16:creationId xmlns:a16="http://schemas.microsoft.com/office/drawing/2014/main" id="{AA930432-3D92-263D-6B77-16502C12FCFC}"/>
              </a:ext>
              <a:ext uri="{C183D7F6-B498-43B3-948B-1728B52AA6E4}">
                <adec:decorative xmlns:adec="http://schemas.microsoft.com/office/drawing/2017/decorative" val="1"/>
              </a:ext>
            </a:extLst>
          </p:cNvPr>
          <p:cNvSpPr/>
          <p:nvPr userDrawn="1"/>
        </p:nvSpPr>
        <p:spPr>
          <a:xfrm>
            <a:off x="10125192" y="1040016"/>
            <a:ext cx="505497" cy="1876119"/>
          </a:xfrm>
          <a:custGeom>
            <a:avLst/>
            <a:gdLst>
              <a:gd name="connsiteX0" fmla="*/ 0 w 846259"/>
              <a:gd name="connsiteY0" fmla="*/ 0 h 3140827"/>
              <a:gd name="connsiteX1" fmla="*/ 846259 w 846259"/>
              <a:gd name="connsiteY1" fmla="*/ 419916 h 3140827"/>
              <a:gd name="connsiteX2" fmla="*/ 846259 w 846259"/>
              <a:gd name="connsiteY2" fmla="*/ 3140827 h 3140827"/>
              <a:gd name="connsiteX3" fmla="*/ 0 w 846259"/>
              <a:gd name="connsiteY3" fmla="*/ 2720911 h 3140827"/>
            </a:gdLst>
            <a:ahLst/>
            <a:cxnLst>
              <a:cxn ang="0">
                <a:pos x="connsiteX0" y="connsiteY0"/>
              </a:cxn>
              <a:cxn ang="0">
                <a:pos x="connsiteX1" y="connsiteY1"/>
              </a:cxn>
              <a:cxn ang="0">
                <a:pos x="connsiteX2" y="connsiteY2"/>
              </a:cxn>
              <a:cxn ang="0">
                <a:pos x="connsiteX3" y="connsiteY3"/>
              </a:cxn>
            </a:cxnLst>
            <a:rect l="l" t="t" r="r" b="b"/>
            <a:pathLst>
              <a:path w="846259" h="3140827">
                <a:moveTo>
                  <a:pt x="0" y="0"/>
                </a:moveTo>
                <a:lnTo>
                  <a:pt x="846259" y="419916"/>
                </a:lnTo>
                <a:lnTo>
                  <a:pt x="846259" y="3140827"/>
                </a:lnTo>
                <a:lnTo>
                  <a:pt x="0" y="2720911"/>
                </a:lnTo>
                <a:close/>
              </a:path>
            </a:pathLst>
          </a:custGeom>
          <a:noFill/>
          <a:ln w="19050" cap="flat">
            <a:gradFill flip="none" rotWithShape="1">
              <a:gsLst>
                <a:gs pos="0">
                  <a:schemeClr val="accent2">
                    <a:alpha val="25000"/>
                  </a:schemeClr>
                </a:gs>
                <a:gs pos="59600">
                  <a:srgbClr val="92C0E9">
                    <a:alpha val="28000"/>
                  </a:srgbClr>
                </a:gs>
                <a:gs pos="100000">
                  <a:srgbClr val="2F2A95">
                    <a:alpha val="3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11157" tIns="55579" rIns="111157" bIns="55579" numCol="1" spcCol="0" rtlCol="0" fromWordArt="0" anchor="ctr" anchorCtr="0" forceAA="0" compatLnSpc="1">
            <a:prstTxWarp prst="textNoShape">
              <a:avLst/>
            </a:prstTxWarp>
            <a:noAutofit/>
          </a:bodyPr>
          <a:lstStyle/>
          <a:p>
            <a:pPr marR="0" lvl="0" indent="0" defTabSz="1999439" fontAlgn="auto">
              <a:lnSpc>
                <a:spcPct val="90000"/>
              </a:lnSpc>
              <a:spcBef>
                <a:spcPts val="2189"/>
              </a:spcBef>
              <a:spcAft>
                <a:spcPts val="0"/>
              </a:spcAft>
              <a:buClr>
                <a:srgbClr val="F2F2F2"/>
              </a:buClr>
              <a:buSzPct val="120000"/>
              <a:buFont typeface="Verdana" panose="020F0502020204030204" pitchFamily="34" charset="0"/>
              <a:buNone/>
              <a:tabLst/>
            </a:pPr>
            <a:endParaRPr kumimoji="0" lang="en-US" sz="7093"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61" name="Freeform: Shape 60">
            <a:extLst>
              <a:ext uri="{FF2B5EF4-FFF2-40B4-BE49-F238E27FC236}">
                <a16:creationId xmlns:a16="http://schemas.microsoft.com/office/drawing/2014/main" id="{0D97A97D-244B-DD2A-8D9B-66A4BF3564A4}"/>
              </a:ext>
              <a:ext uri="{C183D7F6-B498-43B3-948B-1728B52AA6E4}">
                <adec:decorative xmlns:adec="http://schemas.microsoft.com/office/drawing/2017/decorative" val="1"/>
              </a:ext>
            </a:extLst>
          </p:cNvPr>
          <p:cNvSpPr/>
          <p:nvPr userDrawn="1"/>
        </p:nvSpPr>
        <p:spPr>
          <a:xfrm>
            <a:off x="9871562" y="1192026"/>
            <a:ext cx="505497" cy="1876119"/>
          </a:xfrm>
          <a:custGeom>
            <a:avLst/>
            <a:gdLst>
              <a:gd name="connsiteX0" fmla="*/ 0 w 846259"/>
              <a:gd name="connsiteY0" fmla="*/ 0 h 3140827"/>
              <a:gd name="connsiteX1" fmla="*/ 846259 w 846259"/>
              <a:gd name="connsiteY1" fmla="*/ 419916 h 3140827"/>
              <a:gd name="connsiteX2" fmla="*/ 846259 w 846259"/>
              <a:gd name="connsiteY2" fmla="*/ 3140827 h 3140827"/>
              <a:gd name="connsiteX3" fmla="*/ 0 w 846259"/>
              <a:gd name="connsiteY3" fmla="*/ 2720911 h 3140827"/>
            </a:gdLst>
            <a:ahLst/>
            <a:cxnLst>
              <a:cxn ang="0">
                <a:pos x="connsiteX0" y="connsiteY0"/>
              </a:cxn>
              <a:cxn ang="0">
                <a:pos x="connsiteX1" y="connsiteY1"/>
              </a:cxn>
              <a:cxn ang="0">
                <a:pos x="connsiteX2" y="connsiteY2"/>
              </a:cxn>
              <a:cxn ang="0">
                <a:pos x="connsiteX3" y="connsiteY3"/>
              </a:cxn>
            </a:cxnLst>
            <a:rect l="l" t="t" r="r" b="b"/>
            <a:pathLst>
              <a:path w="846259" h="3140827">
                <a:moveTo>
                  <a:pt x="0" y="0"/>
                </a:moveTo>
                <a:lnTo>
                  <a:pt x="846259" y="419916"/>
                </a:lnTo>
                <a:lnTo>
                  <a:pt x="846259" y="3140827"/>
                </a:lnTo>
                <a:lnTo>
                  <a:pt x="0" y="2720911"/>
                </a:lnTo>
                <a:close/>
              </a:path>
            </a:pathLst>
          </a:custGeom>
          <a:noFill/>
          <a:ln w="19050" cap="flat">
            <a:gradFill flip="none" rotWithShape="1">
              <a:gsLst>
                <a:gs pos="5000">
                  <a:schemeClr val="accent2">
                    <a:alpha val="84000"/>
                    <a:lumMod val="98000"/>
                  </a:schemeClr>
                </a:gs>
                <a:gs pos="0">
                  <a:schemeClr val="tx2">
                    <a:alpha val="30000"/>
                  </a:schemeClr>
                </a:gs>
                <a:gs pos="59600">
                  <a:srgbClr val="92C0E9">
                    <a:alpha val="28000"/>
                  </a:srgbClr>
                </a:gs>
                <a:gs pos="100000">
                  <a:srgbClr val="2F2A95">
                    <a:alpha val="3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11157" tIns="55579" rIns="111157" bIns="55579" numCol="1" spcCol="0" rtlCol="0" fromWordArt="0" anchor="ctr" anchorCtr="0" forceAA="0" compatLnSpc="1">
            <a:prstTxWarp prst="textNoShape">
              <a:avLst/>
            </a:prstTxWarp>
            <a:noAutofit/>
          </a:bodyPr>
          <a:lstStyle/>
          <a:p>
            <a:pPr marR="0" lvl="0" indent="0" defTabSz="1999439" fontAlgn="auto">
              <a:lnSpc>
                <a:spcPct val="90000"/>
              </a:lnSpc>
              <a:spcBef>
                <a:spcPts val="2189"/>
              </a:spcBef>
              <a:spcAft>
                <a:spcPts val="0"/>
              </a:spcAft>
              <a:buClr>
                <a:srgbClr val="F2F2F2"/>
              </a:buClr>
              <a:buSzPct val="120000"/>
              <a:buFont typeface="Verdana" panose="020F0502020204030204" pitchFamily="34" charset="0"/>
              <a:buNone/>
              <a:tabLst/>
            </a:pPr>
            <a:endParaRPr kumimoji="0" lang="en-US" sz="7093"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62" name="Freeform: Shape 61">
            <a:extLst>
              <a:ext uri="{FF2B5EF4-FFF2-40B4-BE49-F238E27FC236}">
                <a16:creationId xmlns:a16="http://schemas.microsoft.com/office/drawing/2014/main" id="{FCC9441E-4477-4E9A-D1FA-9FFB082CBA36}"/>
              </a:ext>
              <a:ext uri="{C183D7F6-B498-43B3-948B-1728B52AA6E4}">
                <adec:decorative xmlns:adec="http://schemas.microsoft.com/office/drawing/2017/decorative" val="1"/>
              </a:ext>
            </a:extLst>
          </p:cNvPr>
          <p:cNvSpPr/>
          <p:nvPr userDrawn="1"/>
        </p:nvSpPr>
        <p:spPr>
          <a:xfrm>
            <a:off x="9619694" y="1344035"/>
            <a:ext cx="505497" cy="1876119"/>
          </a:xfrm>
          <a:custGeom>
            <a:avLst/>
            <a:gdLst>
              <a:gd name="connsiteX0" fmla="*/ 0 w 846259"/>
              <a:gd name="connsiteY0" fmla="*/ 0 h 3140827"/>
              <a:gd name="connsiteX1" fmla="*/ 846259 w 846259"/>
              <a:gd name="connsiteY1" fmla="*/ 419916 h 3140827"/>
              <a:gd name="connsiteX2" fmla="*/ 846259 w 846259"/>
              <a:gd name="connsiteY2" fmla="*/ 3140827 h 3140827"/>
              <a:gd name="connsiteX3" fmla="*/ 0 w 846259"/>
              <a:gd name="connsiteY3" fmla="*/ 2720911 h 3140827"/>
            </a:gdLst>
            <a:ahLst/>
            <a:cxnLst>
              <a:cxn ang="0">
                <a:pos x="connsiteX0" y="connsiteY0"/>
              </a:cxn>
              <a:cxn ang="0">
                <a:pos x="connsiteX1" y="connsiteY1"/>
              </a:cxn>
              <a:cxn ang="0">
                <a:pos x="connsiteX2" y="connsiteY2"/>
              </a:cxn>
              <a:cxn ang="0">
                <a:pos x="connsiteX3" y="connsiteY3"/>
              </a:cxn>
            </a:cxnLst>
            <a:rect l="l" t="t" r="r" b="b"/>
            <a:pathLst>
              <a:path w="846259" h="3140827">
                <a:moveTo>
                  <a:pt x="0" y="0"/>
                </a:moveTo>
                <a:lnTo>
                  <a:pt x="846259" y="419916"/>
                </a:lnTo>
                <a:lnTo>
                  <a:pt x="846259" y="3140827"/>
                </a:lnTo>
                <a:lnTo>
                  <a:pt x="0" y="2720911"/>
                </a:lnTo>
                <a:close/>
              </a:path>
            </a:pathLst>
          </a:custGeom>
          <a:gradFill flip="none" rotWithShape="1">
            <a:gsLst>
              <a:gs pos="0">
                <a:srgbClr val="C5B4E2">
                  <a:alpha val="35000"/>
                </a:srgbClr>
              </a:gs>
              <a:gs pos="100000">
                <a:srgbClr val="2F2A95">
                  <a:alpha val="31000"/>
                </a:srgbClr>
              </a:gs>
            </a:gsLst>
            <a:lin ang="6900000" scaled="0"/>
            <a:tileRect/>
          </a:gradFill>
          <a:ln w="19050" cap="flat">
            <a:gradFill>
              <a:gsLst>
                <a:gs pos="0">
                  <a:srgbClr val="C5B4E2">
                    <a:alpha val="20000"/>
                  </a:srgbClr>
                </a:gs>
                <a:gs pos="99000">
                  <a:srgbClr val="2F2A95">
                    <a:alpha val="18000"/>
                  </a:srgbClr>
                </a:gs>
              </a:gsLst>
              <a:lin ang="5400000" scaled="1"/>
            </a:gradFill>
            <a:prstDash val="solid"/>
            <a:miter/>
          </a:ln>
          <a:effectLst>
            <a:outerShdw blurRad="190500" algn="ctr" rotWithShape="0">
              <a:prstClr val="black">
                <a:alpha val="25000"/>
              </a:prstClr>
            </a:outerShdw>
          </a:effectLst>
        </p:spPr>
        <p:txBody>
          <a:bodyPr wrap="square" rtlCol="0" anchor="ctr">
            <a:noAutofit/>
          </a:bodyPr>
          <a:lstStyle/>
          <a:p>
            <a:pPr marR="0" lvl="0" indent="0" defTabSz="1999439" fontAlgn="auto">
              <a:lnSpc>
                <a:spcPct val="100000"/>
              </a:lnSpc>
              <a:spcBef>
                <a:spcPts val="2189"/>
              </a:spcBef>
              <a:spcAft>
                <a:spcPts val="0"/>
              </a:spcAft>
              <a:buClr>
                <a:srgbClr val="F2F2F2"/>
              </a:buClr>
              <a:buSzTx/>
              <a:buFontTx/>
              <a:buNone/>
              <a:tabLst/>
            </a:pPr>
            <a:endParaRPr kumimoji="0" lang="en-US" sz="7093"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63" name="Freeform: Shape 62">
            <a:extLst>
              <a:ext uri="{FF2B5EF4-FFF2-40B4-BE49-F238E27FC236}">
                <a16:creationId xmlns:a16="http://schemas.microsoft.com/office/drawing/2014/main" id="{F044F45C-225C-CAEA-5680-945EF3685944}"/>
              </a:ext>
              <a:ext uri="{C183D7F6-B498-43B3-948B-1728B52AA6E4}">
                <adec:decorative xmlns:adec="http://schemas.microsoft.com/office/drawing/2017/decorative" val="1"/>
              </a:ext>
            </a:extLst>
          </p:cNvPr>
          <p:cNvSpPr/>
          <p:nvPr userDrawn="1"/>
        </p:nvSpPr>
        <p:spPr>
          <a:xfrm>
            <a:off x="9366065" y="1496044"/>
            <a:ext cx="505497" cy="1876119"/>
          </a:xfrm>
          <a:custGeom>
            <a:avLst/>
            <a:gdLst>
              <a:gd name="connsiteX0" fmla="*/ 0 w 846259"/>
              <a:gd name="connsiteY0" fmla="*/ 0 h 3140827"/>
              <a:gd name="connsiteX1" fmla="*/ 846259 w 846259"/>
              <a:gd name="connsiteY1" fmla="*/ 419916 h 3140827"/>
              <a:gd name="connsiteX2" fmla="*/ 846259 w 846259"/>
              <a:gd name="connsiteY2" fmla="*/ 3140827 h 3140827"/>
              <a:gd name="connsiteX3" fmla="*/ 0 w 846259"/>
              <a:gd name="connsiteY3" fmla="*/ 2720911 h 3140827"/>
            </a:gdLst>
            <a:ahLst/>
            <a:cxnLst>
              <a:cxn ang="0">
                <a:pos x="connsiteX0" y="connsiteY0"/>
              </a:cxn>
              <a:cxn ang="0">
                <a:pos x="connsiteX1" y="connsiteY1"/>
              </a:cxn>
              <a:cxn ang="0">
                <a:pos x="connsiteX2" y="connsiteY2"/>
              </a:cxn>
              <a:cxn ang="0">
                <a:pos x="connsiteX3" y="connsiteY3"/>
              </a:cxn>
            </a:cxnLst>
            <a:rect l="l" t="t" r="r" b="b"/>
            <a:pathLst>
              <a:path w="846259" h="3140827">
                <a:moveTo>
                  <a:pt x="0" y="0"/>
                </a:moveTo>
                <a:lnTo>
                  <a:pt x="846259" y="419916"/>
                </a:lnTo>
                <a:lnTo>
                  <a:pt x="846259" y="3140827"/>
                </a:lnTo>
                <a:lnTo>
                  <a:pt x="0" y="2720911"/>
                </a:lnTo>
                <a:close/>
              </a:path>
            </a:pathLst>
          </a:custGeom>
          <a:noFill/>
          <a:ln w="19050" cap="flat">
            <a:gradFill flip="none" rotWithShape="1">
              <a:gsLst>
                <a:gs pos="0">
                  <a:schemeClr val="accent2">
                    <a:alpha val="25000"/>
                  </a:schemeClr>
                </a:gs>
                <a:gs pos="59600">
                  <a:srgbClr val="92C0E9">
                    <a:alpha val="28000"/>
                  </a:srgbClr>
                </a:gs>
                <a:gs pos="100000">
                  <a:srgbClr val="2F2A95">
                    <a:alpha val="3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11157" tIns="55579" rIns="111157" bIns="55579" numCol="1" spcCol="0" rtlCol="0" fromWordArt="0" anchor="ctr" anchorCtr="0" forceAA="0" compatLnSpc="1">
            <a:prstTxWarp prst="textNoShape">
              <a:avLst/>
            </a:prstTxWarp>
            <a:noAutofit/>
          </a:bodyPr>
          <a:lstStyle/>
          <a:p>
            <a:pPr marR="0" lvl="0" indent="0" defTabSz="1999439" fontAlgn="auto">
              <a:lnSpc>
                <a:spcPct val="90000"/>
              </a:lnSpc>
              <a:spcBef>
                <a:spcPts val="2189"/>
              </a:spcBef>
              <a:spcAft>
                <a:spcPts val="0"/>
              </a:spcAft>
              <a:buClr>
                <a:srgbClr val="F2F2F2"/>
              </a:buClr>
              <a:buSzPct val="120000"/>
              <a:buFont typeface="Verdana" panose="020F0502020204030204" pitchFamily="34" charset="0"/>
              <a:buNone/>
              <a:tabLst/>
            </a:pPr>
            <a:endParaRPr kumimoji="0" lang="en-US" sz="7093"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64" name="Freeform: Shape 63">
            <a:extLst>
              <a:ext uri="{FF2B5EF4-FFF2-40B4-BE49-F238E27FC236}">
                <a16:creationId xmlns:a16="http://schemas.microsoft.com/office/drawing/2014/main" id="{E44F283C-E07E-2435-0C49-2DB2F38DCCD3}"/>
              </a:ext>
              <a:ext uri="{C183D7F6-B498-43B3-948B-1728B52AA6E4}">
                <adec:decorative xmlns:adec="http://schemas.microsoft.com/office/drawing/2017/decorative" val="1"/>
              </a:ext>
            </a:extLst>
          </p:cNvPr>
          <p:cNvSpPr/>
          <p:nvPr userDrawn="1"/>
        </p:nvSpPr>
        <p:spPr>
          <a:xfrm>
            <a:off x="9114197" y="1648054"/>
            <a:ext cx="505497" cy="1876119"/>
          </a:xfrm>
          <a:custGeom>
            <a:avLst/>
            <a:gdLst>
              <a:gd name="connsiteX0" fmla="*/ 0 w 846259"/>
              <a:gd name="connsiteY0" fmla="*/ 0 h 3140827"/>
              <a:gd name="connsiteX1" fmla="*/ 846259 w 846259"/>
              <a:gd name="connsiteY1" fmla="*/ 419916 h 3140827"/>
              <a:gd name="connsiteX2" fmla="*/ 846259 w 846259"/>
              <a:gd name="connsiteY2" fmla="*/ 3140827 h 3140827"/>
              <a:gd name="connsiteX3" fmla="*/ 0 w 846259"/>
              <a:gd name="connsiteY3" fmla="*/ 2720911 h 3140827"/>
            </a:gdLst>
            <a:ahLst/>
            <a:cxnLst>
              <a:cxn ang="0">
                <a:pos x="connsiteX0" y="connsiteY0"/>
              </a:cxn>
              <a:cxn ang="0">
                <a:pos x="connsiteX1" y="connsiteY1"/>
              </a:cxn>
              <a:cxn ang="0">
                <a:pos x="connsiteX2" y="connsiteY2"/>
              </a:cxn>
              <a:cxn ang="0">
                <a:pos x="connsiteX3" y="connsiteY3"/>
              </a:cxn>
            </a:cxnLst>
            <a:rect l="l" t="t" r="r" b="b"/>
            <a:pathLst>
              <a:path w="846259" h="3140827">
                <a:moveTo>
                  <a:pt x="0" y="0"/>
                </a:moveTo>
                <a:lnTo>
                  <a:pt x="846259" y="419916"/>
                </a:lnTo>
                <a:lnTo>
                  <a:pt x="846259" y="3140827"/>
                </a:lnTo>
                <a:lnTo>
                  <a:pt x="0" y="2720911"/>
                </a:lnTo>
                <a:close/>
              </a:path>
            </a:pathLst>
          </a:custGeom>
          <a:noFill/>
          <a:ln w="19050" cap="flat">
            <a:gradFill flip="none" rotWithShape="1">
              <a:gsLst>
                <a:gs pos="0">
                  <a:schemeClr val="accent2">
                    <a:alpha val="25000"/>
                  </a:schemeClr>
                </a:gs>
                <a:gs pos="59600">
                  <a:srgbClr val="92C0E9">
                    <a:alpha val="28000"/>
                  </a:srgbClr>
                </a:gs>
                <a:gs pos="100000">
                  <a:srgbClr val="2F2A95">
                    <a:alpha val="3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11157" tIns="55579" rIns="111157" bIns="55579" numCol="1" spcCol="0" rtlCol="0" fromWordArt="0" anchor="ctr" anchorCtr="0" forceAA="0" compatLnSpc="1">
            <a:prstTxWarp prst="textNoShape">
              <a:avLst/>
            </a:prstTxWarp>
            <a:noAutofit/>
          </a:bodyPr>
          <a:lstStyle/>
          <a:p>
            <a:pPr marR="0" lvl="0" indent="0" defTabSz="1999439" fontAlgn="auto">
              <a:lnSpc>
                <a:spcPct val="90000"/>
              </a:lnSpc>
              <a:spcBef>
                <a:spcPts val="2189"/>
              </a:spcBef>
              <a:spcAft>
                <a:spcPts val="0"/>
              </a:spcAft>
              <a:buClr>
                <a:srgbClr val="F2F2F2"/>
              </a:buClr>
              <a:buSzPct val="120000"/>
              <a:buFont typeface="Verdana" panose="020F0502020204030204" pitchFamily="34" charset="0"/>
              <a:buNone/>
              <a:tabLst/>
            </a:pPr>
            <a:endParaRPr kumimoji="0" lang="en-US" sz="7093"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65" name="Freeform: Shape 64">
            <a:extLst>
              <a:ext uri="{FF2B5EF4-FFF2-40B4-BE49-F238E27FC236}">
                <a16:creationId xmlns:a16="http://schemas.microsoft.com/office/drawing/2014/main" id="{EAC1BC38-CFA9-527C-8C31-1885BFA78E11}"/>
              </a:ext>
              <a:ext uri="{C183D7F6-B498-43B3-948B-1728B52AA6E4}">
                <adec:decorative xmlns:adec="http://schemas.microsoft.com/office/drawing/2017/decorative" val="1"/>
              </a:ext>
            </a:extLst>
          </p:cNvPr>
          <p:cNvSpPr/>
          <p:nvPr userDrawn="1"/>
        </p:nvSpPr>
        <p:spPr>
          <a:xfrm>
            <a:off x="8860569" y="1800063"/>
            <a:ext cx="505497" cy="1876119"/>
          </a:xfrm>
          <a:custGeom>
            <a:avLst/>
            <a:gdLst>
              <a:gd name="connsiteX0" fmla="*/ 0 w 846259"/>
              <a:gd name="connsiteY0" fmla="*/ 0 h 3140827"/>
              <a:gd name="connsiteX1" fmla="*/ 846259 w 846259"/>
              <a:gd name="connsiteY1" fmla="*/ 419916 h 3140827"/>
              <a:gd name="connsiteX2" fmla="*/ 846259 w 846259"/>
              <a:gd name="connsiteY2" fmla="*/ 3140827 h 3140827"/>
              <a:gd name="connsiteX3" fmla="*/ 0 w 846259"/>
              <a:gd name="connsiteY3" fmla="*/ 2720911 h 3140827"/>
            </a:gdLst>
            <a:ahLst/>
            <a:cxnLst>
              <a:cxn ang="0">
                <a:pos x="connsiteX0" y="connsiteY0"/>
              </a:cxn>
              <a:cxn ang="0">
                <a:pos x="connsiteX1" y="connsiteY1"/>
              </a:cxn>
              <a:cxn ang="0">
                <a:pos x="connsiteX2" y="connsiteY2"/>
              </a:cxn>
              <a:cxn ang="0">
                <a:pos x="connsiteX3" y="connsiteY3"/>
              </a:cxn>
            </a:cxnLst>
            <a:rect l="l" t="t" r="r" b="b"/>
            <a:pathLst>
              <a:path w="846259" h="3140827">
                <a:moveTo>
                  <a:pt x="0" y="0"/>
                </a:moveTo>
                <a:lnTo>
                  <a:pt x="846259" y="419916"/>
                </a:lnTo>
                <a:lnTo>
                  <a:pt x="846259" y="3140827"/>
                </a:lnTo>
                <a:lnTo>
                  <a:pt x="0" y="2720911"/>
                </a:lnTo>
                <a:close/>
              </a:path>
            </a:pathLst>
          </a:custGeom>
          <a:gradFill flip="none" rotWithShape="1">
            <a:gsLst>
              <a:gs pos="99083">
                <a:srgbClr val="006990">
                  <a:alpha val="25000"/>
                </a:srgbClr>
              </a:gs>
              <a:gs pos="41000">
                <a:srgbClr val="92C0E9">
                  <a:alpha val="42000"/>
                </a:srgbClr>
              </a:gs>
              <a:gs pos="59000">
                <a:srgbClr val="92C0E9">
                  <a:alpha val="63000"/>
                </a:srgbClr>
              </a:gs>
              <a:gs pos="0">
                <a:srgbClr val="C5B4E2">
                  <a:lumMod val="75000"/>
                  <a:alpha val="28000"/>
                </a:srgbClr>
              </a:gs>
            </a:gsLst>
            <a:lin ang="6900000" scaled="0"/>
            <a:tileRect/>
          </a:gradFill>
          <a:ln w="19050" cap="flat">
            <a:gradFill>
              <a:gsLst>
                <a:gs pos="0">
                  <a:srgbClr val="C5B4E2">
                    <a:alpha val="36000"/>
                  </a:srgbClr>
                </a:gs>
                <a:gs pos="100000">
                  <a:srgbClr val="92C0E9">
                    <a:alpha val="29000"/>
                  </a:srgbClr>
                </a:gs>
              </a:gsLst>
              <a:lin ang="5400000" scaled="1"/>
            </a:gradFill>
            <a:prstDash val="solid"/>
            <a:miter/>
          </a:ln>
          <a:effectLst>
            <a:outerShdw blurRad="190500" algn="ctr" rotWithShape="0">
              <a:prstClr val="black">
                <a:alpha val="25000"/>
              </a:prstClr>
            </a:outerShdw>
          </a:effectLst>
        </p:spPr>
        <p:txBody>
          <a:bodyPr wrap="square" rtlCol="0" anchor="ctr">
            <a:noAutofit/>
          </a:bodyPr>
          <a:lstStyle/>
          <a:p>
            <a:pPr marR="0" lvl="0" indent="0" defTabSz="1999439" rtl="0" fontAlgn="auto">
              <a:lnSpc>
                <a:spcPct val="100000"/>
              </a:lnSpc>
              <a:spcBef>
                <a:spcPts val="2189"/>
              </a:spcBef>
              <a:spcAft>
                <a:spcPts val="0"/>
              </a:spcAft>
              <a:buClr>
                <a:srgbClr val="F2F2F2"/>
              </a:buClr>
              <a:buSzTx/>
              <a:buFontTx/>
              <a:buNone/>
              <a:tabLst/>
            </a:pPr>
            <a:endParaRPr kumimoji="0" lang="en-US" sz="7093"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66" name="Graphic 10">
            <a:extLst>
              <a:ext uri="{FF2B5EF4-FFF2-40B4-BE49-F238E27FC236}">
                <a16:creationId xmlns:a16="http://schemas.microsoft.com/office/drawing/2014/main" id="{65CBE98D-B615-065A-B2B2-E4D4CDD5FA6F}"/>
              </a:ext>
              <a:ext uri="{C183D7F6-B498-43B3-948B-1728B52AA6E4}">
                <adec:decorative xmlns:adec="http://schemas.microsoft.com/office/drawing/2017/decorative" val="1"/>
              </a:ext>
            </a:extLst>
          </p:cNvPr>
          <p:cNvSpPr>
            <a:spLocks noChangeAspect="1"/>
          </p:cNvSpPr>
          <p:nvPr userDrawn="1"/>
        </p:nvSpPr>
        <p:spPr>
          <a:xfrm>
            <a:off x="8598129" y="1952072"/>
            <a:ext cx="516068" cy="1881363"/>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5000">
                  <a:schemeClr val="accent2">
                    <a:alpha val="84000"/>
                    <a:lumMod val="98000"/>
                  </a:schemeClr>
                </a:gs>
                <a:gs pos="0">
                  <a:schemeClr val="tx2">
                    <a:alpha val="41000"/>
                  </a:schemeClr>
                </a:gs>
                <a:gs pos="59600">
                  <a:srgbClr val="92C0E9">
                    <a:alpha val="28000"/>
                  </a:srgbClr>
                </a:gs>
                <a:gs pos="100000">
                  <a:srgbClr val="2F2A95">
                    <a:alpha val="3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11157" tIns="55579" rIns="111157" bIns="55579" numCol="1" spcCol="0" rtlCol="0" fromWordArt="0" anchor="ctr" anchorCtr="0" forceAA="0" compatLnSpc="1">
            <a:prstTxWarp prst="textNoShape">
              <a:avLst/>
            </a:prstTxWarp>
            <a:noAutofit/>
          </a:bodyPr>
          <a:lstStyle/>
          <a:p>
            <a:pPr marR="0" lvl="0" indent="0" defTabSz="1999439" fontAlgn="auto">
              <a:lnSpc>
                <a:spcPct val="90000"/>
              </a:lnSpc>
              <a:spcBef>
                <a:spcPts val="2189"/>
              </a:spcBef>
              <a:spcAft>
                <a:spcPts val="0"/>
              </a:spcAft>
              <a:buClr>
                <a:srgbClr val="F2F2F2"/>
              </a:buClr>
              <a:buSzPct val="120000"/>
              <a:buFont typeface="Verdana" panose="020F0502020204030204" pitchFamily="34" charset="0"/>
              <a:buNone/>
              <a:tabLst/>
            </a:pPr>
            <a:endParaRPr kumimoji="0" lang="en-US" sz="7093"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67" name="Freeform: Shape 66">
            <a:extLst>
              <a:ext uri="{FF2B5EF4-FFF2-40B4-BE49-F238E27FC236}">
                <a16:creationId xmlns:a16="http://schemas.microsoft.com/office/drawing/2014/main" id="{5F2DA4C3-FEE7-7C4B-A2DD-73615384552E}"/>
              </a:ext>
              <a:ext uri="{C183D7F6-B498-43B3-948B-1728B52AA6E4}">
                <adec:decorative xmlns:adec="http://schemas.microsoft.com/office/drawing/2017/decorative" val="1"/>
              </a:ext>
            </a:extLst>
          </p:cNvPr>
          <p:cNvSpPr/>
          <p:nvPr userDrawn="1"/>
        </p:nvSpPr>
        <p:spPr>
          <a:xfrm>
            <a:off x="8355072" y="2109325"/>
            <a:ext cx="505497" cy="1876119"/>
          </a:xfrm>
          <a:custGeom>
            <a:avLst/>
            <a:gdLst>
              <a:gd name="connsiteX0" fmla="*/ 0 w 846259"/>
              <a:gd name="connsiteY0" fmla="*/ 0 h 3140827"/>
              <a:gd name="connsiteX1" fmla="*/ 846259 w 846259"/>
              <a:gd name="connsiteY1" fmla="*/ 419916 h 3140827"/>
              <a:gd name="connsiteX2" fmla="*/ 846259 w 846259"/>
              <a:gd name="connsiteY2" fmla="*/ 3140827 h 3140827"/>
              <a:gd name="connsiteX3" fmla="*/ 0 w 846259"/>
              <a:gd name="connsiteY3" fmla="*/ 2720911 h 3140827"/>
            </a:gdLst>
            <a:ahLst/>
            <a:cxnLst>
              <a:cxn ang="0">
                <a:pos x="connsiteX0" y="connsiteY0"/>
              </a:cxn>
              <a:cxn ang="0">
                <a:pos x="connsiteX1" y="connsiteY1"/>
              </a:cxn>
              <a:cxn ang="0">
                <a:pos x="connsiteX2" y="connsiteY2"/>
              </a:cxn>
              <a:cxn ang="0">
                <a:pos x="connsiteX3" y="connsiteY3"/>
              </a:cxn>
            </a:cxnLst>
            <a:rect l="l" t="t" r="r" b="b"/>
            <a:pathLst>
              <a:path w="846259" h="3140827">
                <a:moveTo>
                  <a:pt x="0" y="0"/>
                </a:moveTo>
                <a:lnTo>
                  <a:pt x="846259" y="419916"/>
                </a:lnTo>
                <a:lnTo>
                  <a:pt x="846259" y="3140827"/>
                </a:lnTo>
                <a:lnTo>
                  <a:pt x="0" y="2720911"/>
                </a:lnTo>
                <a:close/>
              </a:path>
            </a:pathLst>
          </a:custGeom>
          <a:gradFill>
            <a:gsLst>
              <a:gs pos="100000">
                <a:srgbClr val="2F2A95">
                  <a:lumMod val="96000"/>
                  <a:alpha val="32000"/>
                </a:srgbClr>
              </a:gs>
              <a:gs pos="0">
                <a:srgbClr val="92C0E9">
                  <a:alpha val="30000"/>
                </a:srgbClr>
              </a:gs>
            </a:gsLst>
            <a:lin ang="6900000" scaled="0"/>
          </a:gradFill>
          <a:ln w="19050" cap="flat">
            <a:gradFill flip="none" rotWithShape="1">
              <a:gsLst>
                <a:gs pos="0">
                  <a:srgbClr val="92C0E9">
                    <a:lumMod val="98000"/>
                    <a:alpha val="27000"/>
                  </a:srgbClr>
                </a:gs>
                <a:gs pos="100000">
                  <a:srgbClr val="2F2A95">
                    <a:alpha val="24000"/>
                  </a:srgbClr>
                </a:gs>
              </a:gsLst>
              <a:lin ang="5400000" scaled="1"/>
              <a:tileRect/>
            </a:gradFill>
            <a:prstDash val="solid"/>
            <a:miter/>
          </a:ln>
          <a:effectLst>
            <a:outerShdw blurRad="190500" algn="ctr" rotWithShape="0">
              <a:prstClr val="black">
                <a:alpha val="25000"/>
              </a:prstClr>
            </a:outerShdw>
          </a:effectLst>
        </p:spPr>
        <p:txBody>
          <a:bodyPr rtlCol="0" anchor="ctr"/>
          <a:lstStyle/>
          <a:p>
            <a:pPr marR="0" lvl="0" indent="0" defTabSz="1999439" rtl="0" fontAlgn="auto">
              <a:lnSpc>
                <a:spcPct val="100000"/>
              </a:lnSpc>
              <a:spcBef>
                <a:spcPts val="2189"/>
              </a:spcBef>
              <a:spcAft>
                <a:spcPts val="0"/>
              </a:spcAft>
              <a:buClr>
                <a:srgbClr val="F2F2F2"/>
              </a:buClr>
              <a:buSzTx/>
              <a:buFontTx/>
              <a:buNone/>
              <a:tabLst/>
            </a:pPr>
            <a:endParaRPr kumimoji="0" lang="en-US" sz="7093"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68" name="Freeform: Shape 67">
            <a:extLst>
              <a:ext uri="{FF2B5EF4-FFF2-40B4-BE49-F238E27FC236}">
                <a16:creationId xmlns:a16="http://schemas.microsoft.com/office/drawing/2014/main" id="{59B42061-0EB3-7FEA-7059-1562D269C811}"/>
              </a:ext>
              <a:ext uri="{C183D7F6-B498-43B3-948B-1728B52AA6E4}">
                <adec:decorative xmlns:adec="http://schemas.microsoft.com/office/drawing/2017/decorative" val="1"/>
              </a:ext>
            </a:extLst>
          </p:cNvPr>
          <p:cNvSpPr/>
          <p:nvPr userDrawn="1"/>
        </p:nvSpPr>
        <p:spPr>
          <a:xfrm>
            <a:off x="5801445" y="6167314"/>
            <a:ext cx="768600" cy="2978557"/>
          </a:xfrm>
          <a:custGeom>
            <a:avLst/>
            <a:gdLst>
              <a:gd name="connsiteX0" fmla="*/ 0 w 768600"/>
              <a:gd name="connsiteY0" fmla="*/ 0 h 2978557"/>
              <a:gd name="connsiteX1" fmla="*/ 768600 w 768600"/>
              <a:gd name="connsiteY1" fmla="*/ 381382 h 2978557"/>
              <a:gd name="connsiteX2" fmla="*/ 768600 w 768600"/>
              <a:gd name="connsiteY2" fmla="*/ 507334 h 2978557"/>
              <a:gd name="connsiteX3" fmla="*/ 768600 w 768600"/>
              <a:gd name="connsiteY3" fmla="*/ 2852605 h 2978557"/>
              <a:gd name="connsiteX4" fmla="*/ 768600 w 768600"/>
              <a:gd name="connsiteY4" fmla="*/ 2978557 h 2978557"/>
              <a:gd name="connsiteX5" fmla="*/ 0 w 768600"/>
              <a:gd name="connsiteY5" fmla="*/ 2597175 h 2978557"/>
              <a:gd name="connsiteX6" fmla="*/ 0 w 768600"/>
              <a:gd name="connsiteY6" fmla="*/ 2471223 h 2978557"/>
              <a:gd name="connsiteX7" fmla="*/ 0 w 768600"/>
              <a:gd name="connsiteY7" fmla="*/ 125952 h 2978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8600" h="2978557">
                <a:moveTo>
                  <a:pt x="0" y="0"/>
                </a:moveTo>
                <a:lnTo>
                  <a:pt x="768600" y="381382"/>
                </a:lnTo>
                <a:lnTo>
                  <a:pt x="768600" y="507334"/>
                </a:lnTo>
                <a:lnTo>
                  <a:pt x="768600" y="2852605"/>
                </a:lnTo>
                <a:lnTo>
                  <a:pt x="768600" y="2978557"/>
                </a:lnTo>
                <a:lnTo>
                  <a:pt x="0" y="2597175"/>
                </a:lnTo>
                <a:lnTo>
                  <a:pt x="0" y="2471223"/>
                </a:lnTo>
                <a:lnTo>
                  <a:pt x="0" y="125952"/>
                </a:lnTo>
                <a:close/>
              </a:path>
            </a:pathLst>
          </a:custGeom>
          <a:gradFill flip="none" rotWithShape="1">
            <a:gsLst>
              <a:gs pos="100000">
                <a:srgbClr val="92C0E9">
                  <a:lumMod val="75000"/>
                  <a:alpha val="9000"/>
                </a:srgbClr>
              </a:gs>
              <a:gs pos="0">
                <a:srgbClr val="92C0E9">
                  <a:alpha val="18000"/>
                </a:srgbClr>
              </a:gs>
            </a:gsLst>
            <a:lin ang="6900000" scaled="0"/>
            <a:tileRect/>
          </a:gradFill>
          <a:ln w="19050" cap="flat">
            <a:gradFill>
              <a:gsLst>
                <a:gs pos="0">
                  <a:srgbClr val="92C0E9">
                    <a:alpha val="2000"/>
                  </a:srgbClr>
                </a:gs>
                <a:gs pos="100000">
                  <a:srgbClr val="92C0E9">
                    <a:lumMod val="50000"/>
                    <a:alpha val="27000"/>
                  </a:srgbClr>
                </a:gs>
              </a:gsLst>
              <a:lin ang="5400000" scaled="1"/>
            </a:gradFill>
            <a:prstDash val="solid"/>
            <a:miter/>
          </a:ln>
          <a:effectLst>
            <a:outerShdw blurRad="190500" algn="ctr" rotWithShape="0">
              <a:prstClr val="black">
                <a:alpha val="25000"/>
              </a:prstClr>
            </a:outerShdw>
          </a:effectLst>
        </p:spPr>
        <p:txBody>
          <a:bodyPr wrap="square" rtlCol="0" anchor="ctr">
            <a:noAutofit/>
          </a:bodyPr>
          <a:lstStyle/>
          <a:p>
            <a:pPr marR="0" lvl="0" indent="0" defTabSz="1999439" fontAlgn="auto">
              <a:lnSpc>
                <a:spcPct val="100000"/>
              </a:lnSpc>
              <a:spcBef>
                <a:spcPts val="2189"/>
              </a:spcBef>
              <a:spcAft>
                <a:spcPts val="0"/>
              </a:spcAft>
              <a:buClr>
                <a:srgbClr val="F2F2F2"/>
              </a:buClr>
              <a:buSzTx/>
              <a:buFontTx/>
              <a:buNone/>
              <a:tabLst/>
            </a:pPr>
            <a:endParaRPr kumimoji="0" lang="en-US" sz="7093"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69" name="Freeform: Shape 68">
            <a:extLst>
              <a:ext uri="{FF2B5EF4-FFF2-40B4-BE49-F238E27FC236}">
                <a16:creationId xmlns:a16="http://schemas.microsoft.com/office/drawing/2014/main" id="{AF4E5AD4-D55B-4C43-211A-C77B0558D451}"/>
              </a:ext>
              <a:ext uri="{C183D7F6-B498-43B3-948B-1728B52AA6E4}">
                <adec:decorative xmlns:adec="http://schemas.microsoft.com/office/drawing/2017/decorative" val="1"/>
              </a:ext>
            </a:extLst>
          </p:cNvPr>
          <p:cNvSpPr/>
          <p:nvPr userDrawn="1"/>
        </p:nvSpPr>
        <p:spPr>
          <a:xfrm>
            <a:off x="8092633" y="2261333"/>
            <a:ext cx="505497" cy="1876119"/>
          </a:xfrm>
          <a:custGeom>
            <a:avLst/>
            <a:gdLst>
              <a:gd name="connsiteX0" fmla="*/ 0 w 846259"/>
              <a:gd name="connsiteY0" fmla="*/ 0 h 3140827"/>
              <a:gd name="connsiteX1" fmla="*/ 846259 w 846259"/>
              <a:gd name="connsiteY1" fmla="*/ 419916 h 3140827"/>
              <a:gd name="connsiteX2" fmla="*/ 846259 w 846259"/>
              <a:gd name="connsiteY2" fmla="*/ 3140827 h 3140827"/>
              <a:gd name="connsiteX3" fmla="*/ 0 w 846259"/>
              <a:gd name="connsiteY3" fmla="*/ 2720911 h 3140827"/>
            </a:gdLst>
            <a:ahLst/>
            <a:cxnLst>
              <a:cxn ang="0">
                <a:pos x="connsiteX0" y="connsiteY0"/>
              </a:cxn>
              <a:cxn ang="0">
                <a:pos x="connsiteX1" y="connsiteY1"/>
              </a:cxn>
              <a:cxn ang="0">
                <a:pos x="connsiteX2" y="connsiteY2"/>
              </a:cxn>
              <a:cxn ang="0">
                <a:pos x="connsiteX3" y="connsiteY3"/>
              </a:cxn>
            </a:cxnLst>
            <a:rect l="l" t="t" r="r" b="b"/>
            <a:pathLst>
              <a:path w="846259" h="3140827">
                <a:moveTo>
                  <a:pt x="0" y="0"/>
                </a:moveTo>
                <a:lnTo>
                  <a:pt x="846259" y="419916"/>
                </a:lnTo>
                <a:lnTo>
                  <a:pt x="846259" y="3140827"/>
                </a:lnTo>
                <a:lnTo>
                  <a:pt x="0" y="2720911"/>
                </a:lnTo>
                <a:close/>
              </a:path>
            </a:pathLst>
          </a:custGeom>
          <a:noFill/>
          <a:ln w="19050" cap="flat">
            <a:gradFill flip="none" rotWithShape="1">
              <a:gsLst>
                <a:gs pos="13000">
                  <a:schemeClr val="accent2">
                    <a:alpha val="84000"/>
                    <a:lumMod val="98000"/>
                  </a:schemeClr>
                </a:gs>
                <a:gs pos="0">
                  <a:schemeClr val="tx2">
                    <a:alpha val="41000"/>
                  </a:schemeClr>
                </a:gs>
                <a:gs pos="59600">
                  <a:srgbClr val="92C0E9">
                    <a:alpha val="28000"/>
                  </a:srgbClr>
                </a:gs>
                <a:gs pos="100000">
                  <a:srgbClr val="2F2A95">
                    <a:alpha val="3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11157" tIns="55579" rIns="111157" bIns="55579" numCol="1" spcCol="0" rtlCol="0" fromWordArt="0" anchor="ctr" anchorCtr="0" forceAA="0" compatLnSpc="1">
            <a:prstTxWarp prst="textNoShape">
              <a:avLst/>
            </a:prstTxWarp>
            <a:noAutofit/>
          </a:bodyPr>
          <a:lstStyle/>
          <a:p>
            <a:pPr marR="0" lvl="0" indent="0" defTabSz="1999439" fontAlgn="auto">
              <a:lnSpc>
                <a:spcPct val="90000"/>
              </a:lnSpc>
              <a:spcBef>
                <a:spcPts val="2189"/>
              </a:spcBef>
              <a:spcAft>
                <a:spcPts val="0"/>
              </a:spcAft>
              <a:buClr>
                <a:srgbClr val="F2F2F2"/>
              </a:buClr>
              <a:buSzPct val="120000"/>
              <a:buFont typeface="Verdana" panose="020F0502020204030204" pitchFamily="34" charset="0"/>
              <a:buNone/>
              <a:tabLst/>
            </a:pPr>
            <a:endParaRPr kumimoji="0" lang="en-US" sz="7093"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5" name="Footer Placeholder 4">
            <a:extLst>
              <a:ext uri="{FF2B5EF4-FFF2-40B4-BE49-F238E27FC236}">
                <a16:creationId xmlns:a16="http://schemas.microsoft.com/office/drawing/2014/main" id="{42DEFE08-00A6-55F9-5732-FD5336FE3637}"/>
              </a:ext>
            </a:extLst>
          </p:cNvPr>
          <p:cNvSpPr>
            <a:spLocks noGrp="1"/>
          </p:cNvSpPr>
          <p:nvPr>
            <p:ph type="ftr" sz="quarter" idx="12"/>
          </p:nvPr>
        </p:nvSpPr>
        <p:spPr/>
        <p:txBody>
          <a:bodyPr/>
          <a:lstStyle/>
          <a:p>
            <a:pPr>
              <a:buClr>
                <a:schemeClr val="tx2"/>
              </a:buClr>
              <a:buSzPct val="120000"/>
              <a:buFont typeface="Verdana" panose="020F0502020204030204" pitchFamily="34" charset="0"/>
              <a:buNone/>
            </a:pPr>
            <a:endParaRPr lang="en-US"/>
          </a:p>
        </p:txBody>
      </p:sp>
      <p:sp>
        <p:nvSpPr>
          <p:cNvPr id="4" name="Date Placeholder 3">
            <a:extLst>
              <a:ext uri="{FF2B5EF4-FFF2-40B4-BE49-F238E27FC236}">
                <a16:creationId xmlns:a16="http://schemas.microsoft.com/office/drawing/2014/main" id="{55FA3245-AD40-EEBE-F50E-1413AF197F92}"/>
              </a:ext>
            </a:extLst>
          </p:cNvPr>
          <p:cNvSpPr>
            <a:spLocks noGrp="1"/>
          </p:cNvSpPr>
          <p:nvPr>
            <p:ph type="dt" sz="half" idx="11"/>
          </p:nvPr>
        </p:nvSpPr>
        <p:spPr/>
        <p:txBody>
          <a:bodyPr/>
          <a:lstStyle/>
          <a:p>
            <a:pPr algn="r">
              <a:buClr>
                <a:schemeClr val="tx2"/>
              </a:buClr>
              <a:buSzPct val="120000"/>
              <a:buFont typeface="Verdana" panose="020F0502020204030204" pitchFamily="34" charset="0"/>
              <a:buNone/>
            </a:pPr>
            <a:fld id="{7E41EA80-3ECC-4E9E-BDED-596FA76E9088}" type="datetimeFigureOut">
              <a:rPr lang="en-US" smtClean="0"/>
              <a:pPr algn="r">
                <a:buClr>
                  <a:schemeClr val="tx2"/>
                </a:buClr>
                <a:buSzPct val="120000"/>
                <a:buFont typeface="Verdana" panose="020F0502020204030204" pitchFamily="34" charset="0"/>
                <a:buNone/>
              </a:pPr>
              <a:t>1/14/2026</a:t>
            </a:fld>
            <a:endParaRPr lang="en-US"/>
          </a:p>
        </p:txBody>
      </p:sp>
      <p:sp>
        <p:nvSpPr>
          <p:cNvPr id="7" name="Slide Number Placeholder 6">
            <a:extLst>
              <a:ext uri="{FF2B5EF4-FFF2-40B4-BE49-F238E27FC236}">
                <a16:creationId xmlns:a16="http://schemas.microsoft.com/office/drawing/2014/main" id="{9B911603-80E8-510B-6678-4A3F6BEE523E}"/>
              </a:ext>
            </a:extLst>
          </p:cNvPr>
          <p:cNvSpPr>
            <a:spLocks noGrp="1"/>
          </p:cNvSpPr>
          <p:nvPr>
            <p:ph type="sldNum" sz="quarter" idx="13"/>
          </p:nvPr>
        </p:nvSpPr>
        <p:spPr>
          <a:xfrm>
            <a:off x="8610600" y="6567588"/>
            <a:ext cx="2743200" cy="153888"/>
          </a:xfrm>
        </p:spPr>
        <p:txBody>
          <a:bodyPr vert="horz" wrap="square" lIns="0" tIns="0" rIns="0" bIns="0" rtlCol="0" anchor="b" anchorCtr="0">
            <a:spAutoFit/>
          </a:bodyPr>
          <a:lstStyle>
            <a:lvl1pPr>
              <a:defRPr lang="en-GB" smtClean="0"/>
            </a:lvl1pPr>
          </a:lstStyle>
          <a:p>
            <a:pPr>
              <a:buClr>
                <a:schemeClr val="tx2"/>
              </a:buClr>
              <a:buSzPct val="120000"/>
              <a:buFont typeface="Verdana" panose="020F0502020204030204" pitchFamily="34" charset="0"/>
              <a:buNone/>
            </a:pPr>
            <a:fld id="{68C08D16-C227-489D-8B10-B6EE065660A6}" type="slidenum">
              <a:rPr lang="en-GB" smtClean="0"/>
              <a:pPr>
                <a:buClr>
                  <a:schemeClr val="tx2"/>
                </a:buClr>
                <a:buSzPct val="120000"/>
                <a:buFont typeface="Verdana" panose="020F0502020204030204" pitchFamily="34" charset="0"/>
                <a:buNone/>
              </a:pPr>
              <a:t>‹#›</a:t>
            </a:fld>
            <a:endParaRPr lang="en-GB"/>
          </a:p>
        </p:txBody>
      </p:sp>
    </p:spTree>
    <p:extLst>
      <p:ext uri="{BB962C8B-B14F-4D97-AF65-F5344CB8AC3E}">
        <p14:creationId xmlns:p14="http://schemas.microsoft.com/office/powerpoint/2010/main" val="24362927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8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42" presetClass="path" presetSubtype="0" decel="100000" fill="hold" grpId="1" nodeType="withEffect">
                                  <p:stCondLst>
                                    <p:cond delay="800"/>
                                  </p:stCondLst>
                                  <p:childTnLst>
                                    <p:animMotion origin="layout" path="M -2.5E-6 0.03889 L -2.5E-6 -3.7037E-6 " pathEditMode="relative" rAng="0" ptsTypes="AA">
                                      <p:cBhvr>
                                        <p:cTn id="9" dur="1000" fill="hold"/>
                                        <p:tgtEl>
                                          <p:spTgt spid="2"/>
                                        </p:tgtEl>
                                        <p:attrNameLst>
                                          <p:attrName>ppt_x</p:attrName>
                                          <p:attrName>ppt_y</p:attrName>
                                        </p:attrNameLst>
                                      </p:cBhvr>
                                      <p:rCtr x="0" y="-1944"/>
                                    </p:animMotion>
                                  </p:childTnLst>
                                </p:cTn>
                              </p:par>
                              <p:par>
                                <p:cTn id="10" presetID="10" presetClass="entr" presetSubtype="0" fill="hold" grpId="0" nodeType="withEffect">
                                  <p:stCondLst>
                                    <p:cond delay="80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par>
                                <p:cTn id="13" presetID="42" presetClass="path" presetSubtype="0" decel="100000" fill="hold" grpId="1" nodeType="withEffect">
                                  <p:stCondLst>
                                    <p:cond delay="800"/>
                                  </p:stCondLst>
                                  <p:childTnLst>
                                    <p:animMotion origin="layout" path="M -2.5E-6 -0.03472 L -2.5E-6 -2.59259E-6 " pathEditMode="relative" rAng="0" ptsTypes="AA">
                                      <p:cBhvr>
                                        <p:cTn id="14" dur="1000" fill="hold"/>
                                        <p:tgtEl>
                                          <p:spTgt spid="8"/>
                                        </p:tgtEl>
                                        <p:attrNameLst>
                                          <p:attrName>ppt_x</p:attrName>
                                          <p:attrName>ppt_y</p:attrName>
                                        </p:attrNameLst>
                                      </p:cBhvr>
                                      <p:rCtr x="0" y="1736"/>
                                    </p:animMotion>
                                  </p:childTnLst>
                                </p:cTn>
                              </p:par>
                              <p:par>
                                <p:cTn id="15" presetID="2" presetClass="entr" presetSubtype="1" decel="100000" fill="hold" grpId="0" nodeType="withEffect">
                                  <p:stCondLst>
                                    <p:cond delay="120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800" fill="hold"/>
                                        <p:tgtEl>
                                          <p:spTgt spid="3"/>
                                        </p:tgtEl>
                                        <p:attrNameLst>
                                          <p:attrName>ppt_x</p:attrName>
                                        </p:attrNameLst>
                                      </p:cBhvr>
                                      <p:tavLst>
                                        <p:tav tm="0">
                                          <p:val>
                                            <p:strVal val="#ppt_x"/>
                                          </p:val>
                                        </p:tav>
                                        <p:tav tm="100000">
                                          <p:val>
                                            <p:strVal val="#ppt_x"/>
                                          </p:val>
                                        </p:tav>
                                      </p:tavLst>
                                    </p:anim>
                                    <p:anim calcmode="lin" valueType="num">
                                      <p:cBhvr additive="base">
                                        <p:cTn id="18" dur="800" fill="hold"/>
                                        <p:tgtEl>
                                          <p:spTgt spid="3"/>
                                        </p:tgtEl>
                                        <p:attrNameLst>
                                          <p:attrName>ppt_y</p:attrName>
                                        </p:attrNameLst>
                                      </p:cBhvr>
                                      <p:tavLst>
                                        <p:tav tm="0">
                                          <p:val>
                                            <p:strVal val="0-#ppt_h/2"/>
                                          </p:val>
                                        </p:tav>
                                        <p:tav tm="100000">
                                          <p:val>
                                            <p:strVal val="#ppt_y"/>
                                          </p:val>
                                        </p:tav>
                                      </p:tavLst>
                                    </p:anim>
                                  </p:childTnLst>
                                </p:cTn>
                              </p:par>
                              <p:par>
                                <p:cTn id="19" presetID="2" presetClass="entr" presetSubtype="1" decel="100000" fill="hold" nodeType="withEffect">
                                  <p:stCondLst>
                                    <p:cond delay="600"/>
                                  </p:stCondLst>
                                  <p:childTnLst>
                                    <p:set>
                                      <p:cBhvr>
                                        <p:cTn id="20" dur="1" fill="hold">
                                          <p:stCondLst>
                                            <p:cond delay="0"/>
                                          </p:stCondLst>
                                        </p:cTn>
                                        <p:tgtEl>
                                          <p:spTgt spid="10"/>
                                        </p:tgtEl>
                                        <p:attrNameLst>
                                          <p:attrName>style.visibility</p:attrName>
                                        </p:attrNameLst>
                                      </p:cBhvr>
                                      <p:to>
                                        <p:strVal val="visible"/>
                                      </p:to>
                                    </p:set>
                                    <p:anim calcmode="lin" valueType="num">
                                      <p:cBhvr additive="base">
                                        <p:cTn id="21" dur="800" fill="hold"/>
                                        <p:tgtEl>
                                          <p:spTgt spid="10"/>
                                        </p:tgtEl>
                                        <p:attrNameLst>
                                          <p:attrName>ppt_x</p:attrName>
                                        </p:attrNameLst>
                                      </p:cBhvr>
                                      <p:tavLst>
                                        <p:tav tm="0">
                                          <p:val>
                                            <p:strVal val="#ppt_x"/>
                                          </p:val>
                                        </p:tav>
                                        <p:tav tm="100000">
                                          <p:val>
                                            <p:strVal val="#ppt_x"/>
                                          </p:val>
                                        </p:tav>
                                      </p:tavLst>
                                    </p:anim>
                                    <p:anim calcmode="lin" valueType="num">
                                      <p:cBhvr additive="base">
                                        <p:cTn id="22" dur="800" fill="hold"/>
                                        <p:tgtEl>
                                          <p:spTgt spid="10"/>
                                        </p:tgtEl>
                                        <p:attrNameLst>
                                          <p:attrName>ppt_y</p:attrName>
                                        </p:attrNameLst>
                                      </p:cBhvr>
                                      <p:tavLst>
                                        <p:tav tm="0">
                                          <p:val>
                                            <p:strVal val="0-#ppt_h/2"/>
                                          </p:val>
                                        </p:tav>
                                        <p:tav tm="100000">
                                          <p:val>
                                            <p:strVal val="#ppt_y"/>
                                          </p:val>
                                        </p:tav>
                                      </p:tavLst>
                                    </p:anim>
                                  </p:childTnLst>
                                </p:cTn>
                              </p:par>
                              <p:par>
                                <p:cTn id="23" presetID="10" presetClass="entr" presetSubtype="0" fill="hold" grpId="1"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250"/>
                                        <p:tgtEl>
                                          <p:spTgt spid="12"/>
                                        </p:tgtEl>
                                      </p:cBhvr>
                                    </p:animEffect>
                                  </p:childTnLst>
                                </p:cTn>
                              </p:par>
                              <p:par>
                                <p:cTn id="26" presetID="10" presetClass="entr" presetSubtype="0" fill="hold" grpId="1" nodeType="withEffect">
                                  <p:stCondLst>
                                    <p:cond delay="0"/>
                                  </p:stCondLst>
                                  <p:childTnLst>
                                    <p:set>
                                      <p:cBhvr>
                                        <p:cTn id="27" dur="1" fill="hold">
                                          <p:stCondLst>
                                            <p:cond delay="0"/>
                                          </p:stCondLst>
                                        </p:cTn>
                                        <p:tgtEl>
                                          <p:spTgt spid="41"/>
                                        </p:tgtEl>
                                        <p:attrNameLst>
                                          <p:attrName>style.visibility</p:attrName>
                                        </p:attrNameLst>
                                      </p:cBhvr>
                                      <p:to>
                                        <p:strVal val="visible"/>
                                      </p:to>
                                    </p:set>
                                    <p:animEffect transition="in" filter="fade">
                                      <p:cBhvr>
                                        <p:cTn id="28" dur="250"/>
                                        <p:tgtEl>
                                          <p:spTgt spid="41"/>
                                        </p:tgtEl>
                                      </p:cBhvr>
                                    </p:animEffect>
                                  </p:childTnLst>
                                </p:cTn>
                              </p:par>
                              <p:par>
                                <p:cTn id="29" presetID="10" presetClass="entr" presetSubtype="0" fill="hold" grpId="1" nodeType="withEffect">
                                  <p:stCondLst>
                                    <p:cond delay="0"/>
                                  </p:stCondLst>
                                  <p:childTnLst>
                                    <p:set>
                                      <p:cBhvr>
                                        <p:cTn id="30" dur="1" fill="hold">
                                          <p:stCondLst>
                                            <p:cond delay="0"/>
                                          </p:stCondLst>
                                        </p:cTn>
                                        <p:tgtEl>
                                          <p:spTgt spid="42"/>
                                        </p:tgtEl>
                                        <p:attrNameLst>
                                          <p:attrName>style.visibility</p:attrName>
                                        </p:attrNameLst>
                                      </p:cBhvr>
                                      <p:to>
                                        <p:strVal val="visible"/>
                                      </p:to>
                                    </p:set>
                                    <p:animEffect transition="in" filter="fade">
                                      <p:cBhvr>
                                        <p:cTn id="31" dur="250"/>
                                        <p:tgtEl>
                                          <p:spTgt spid="42"/>
                                        </p:tgtEl>
                                      </p:cBhvr>
                                    </p:animEffect>
                                  </p:childTnLst>
                                </p:cTn>
                              </p:par>
                              <p:par>
                                <p:cTn id="32" presetID="10" presetClass="entr" presetSubtype="0" fill="hold" grpId="1" nodeType="withEffect">
                                  <p:stCondLst>
                                    <p:cond delay="0"/>
                                  </p:stCondLst>
                                  <p:childTnLst>
                                    <p:set>
                                      <p:cBhvr>
                                        <p:cTn id="33" dur="1" fill="hold">
                                          <p:stCondLst>
                                            <p:cond delay="0"/>
                                          </p:stCondLst>
                                        </p:cTn>
                                        <p:tgtEl>
                                          <p:spTgt spid="43"/>
                                        </p:tgtEl>
                                        <p:attrNameLst>
                                          <p:attrName>style.visibility</p:attrName>
                                        </p:attrNameLst>
                                      </p:cBhvr>
                                      <p:to>
                                        <p:strVal val="visible"/>
                                      </p:to>
                                    </p:set>
                                    <p:animEffect transition="in" filter="fade">
                                      <p:cBhvr>
                                        <p:cTn id="34" dur="250"/>
                                        <p:tgtEl>
                                          <p:spTgt spid="43"/>
                                        </p:tgtEl>
                                      </p:cBhvr>
                                    </p:animEffect>
                                  </p:childTnLst>
                                </p:cTn>
                              </p:par>
                              <p:par>
                                <p:cTn id="35" presetID="10" presetClass="entr" presetSubtype="0" fill="hold" grpId="1" nodeType="withEffect">
                                  <p:stCondLst>
                                    <p:cond delay="0"/>
                                  </p:stCondLst>
                                  <p:childTnLst>
                                    <p:set>
                                      <p:cBhvr>
                                        <p:cTn id="36" dur="1" fill="hold">
                                          <p:stCondLst>
                                            <p:cond delay="0"/>
                                          </p:stCondLst>
                                        </p:cTn>
                                        <p:tgtEl>
                                          <p:spTgt spid="45"/>
                                        </p:tgtEl>
                                        <p:attrNameLst>
                                          <p:attrName>style.visibility</p:attrName>
                                        </p:attrNameLst>
                                      </p:cBhvr>
                                      <p:to>
                                        <p:strVal val="visible"/>
                                      </p:to>
                                    </p:set>
                                    <p:animEffect transition="in" filter="fade">
                                      <p:cBhvr>
                                        <p:cTn id="37" dur="250"/>
                                        <p:tgtEl>
                                          <p:spTgt spid="45"/>
                                        </p:tgtEl>
                                      </p:cBhvr>
                                    </p:animEffect>
                                  </p:childTnLst>
                                </p:cTn>
                              </p:par>
                              <p:par>
                                <p:cTn id="38" presetID="10" presetClass="entr" presetSubtype="0" fill="hold" grpId="1" nodeType="withEffect">
                                  <p:stCondLst>
                                    <p:cond delay="0"/>
                                  </p:stCondLst>
                                  <p:childTnLst>
                                    <p:set>
                                      <p:cBhvr>
                                        <p:cTn id="39" dur="1" fill="hold">
                                          <p:stCondLst>
                                            <p:cond delay="0"/>
                                          </p:stCondLst>
                                        </p:cTn>
                                        <p:tgtEl>
                                          <p:spTgt spid="46"/>
                                        </p:tgtEl>
                                        <p:attrNameLst>
                                          <p:attrName>style.visibility</p:attrName>
                                        </p:attrNameLst>
                                      </p:cBhvr>
                                      <p:to>
                                        <p:strVal val="visible"/>
                                      </p:to>
                                    </p:set>
                                    <p:animEffect transition="in" filter="fade">
                                      <p:cBhvr>
                                        <p:cTn id="40" dur="250"/>
                                        <p:tgtEl>
                                          <p:spTgt spid="46"/>
                                        </p:tgtEl>
                                      </p:cBhvr>
                                    </p:animEffect>
                                  </p:childTnLst>
                                </p:cTn>
                              </p:par>
                              <p:par>
                                <p:cTn id="41" presetID="10" presetClass="entr" presetSubtype="0" fill="hold" grpId="1" nodeType="withEffect">
                                  <p:stCondLst>
                                    <p:cond delay="0"/>
                                  </p:stCondLst>
                                  <p:childTnLst>
                                    <p:set>
                                      <p:cBhvr>
                                        <p:cTn id="42" dur="1" fill="hold">
                                          <p:stCondLst>
                                            <p:cond delay="0"/>
                                          </p:stCondLst>
                                        </p:cTn>
                                        <p:tgtEl>
                                          <p:spTgt spid="47"/>
                                        </p:tgtEl>
                                        <p:attrNameLst>
                                          <p:attrName>style.visibility</p:attrName>
                                        </p:attrNameLst>
                                      </p:cBhvr>
                                      <p:to>
                                        <p:strVal val="visible"/>
                                      </p:to>
                                    </p:set>
                                    <p:animEffect transition="in" filter="fade">
                                      <p:cBhvr>
                                        <p:cTn id="43" dur="250"/>
                                        <p:tgtEl>
                                          <p:spTgt spid="47"/>
                                        </p:tgtEl>
                                      </p:cBhvr>
                                    </p:animEffect>
                                  </p:childTnLst>
                                </p:cTn>
                              </p:par>
                              <p:par>
                                <p:cTn id="44" presetID="10" presetClass="entr" presetSubtype="0" fill="hold" grpId="1" nodeType="withEffect">
                                  <p:stCondLst>
                                    <p:cond delay="0"/>
                                  </p:stCondLst>
                                  <p:childTnLst>
                                    <p:set>
                                      <p:cBhvr>
                                        <p:cTn id="45" dur="1" fill="hold">
                                          <p:stCondLst>
                                            <p:cond delay="0"/>
                                          </p:stCondLst>
                                        </p:cTn>
                                        <p:tgtEl>
                                          <p:spTgt spid="48"/>
                                        </p:tgtEl>
                                        <p:attrNameLst>
                                          <p:attrName>style.visibility</p:attrName>
                                        </p:attrNameLst>
                                      </p:cBhvr>
                                      <p:to>
                                        <p:strVal val="visible"/>
                                      </p:to>
                                    </p:set>
                                    <p:animEffect transition="in" filter="fade">
                                      <p:cBhvr>
                                        <p:cTn id="46" dur="250"/>
                                        <p:tgtEl>
                                          <p:spTgt spid="48"/>
                                        </p:tgtEl>
                                      </p:cBhvr>
                                    </p:animEffect>
                                  </p:childTnLst>
                                </p:cTn>
                              </p:par>
                              <p:par>
                                <p:cTn id="47" presetID="10" presetClass="entr" presetSubtype="0" fill="hold" grpId="1" nodeType="withEffect">
                                  <p:stCondLst>
                                    <p:cond delay="0"/>
                                  </p:stCondLst>
                                  <p:childTnLst>
                                    <p:set>
                                      <p:cBhvr>
                                        <p:cTn id="48" dur="1" fill="hold">
                                          <p:stCondLst>
                                            <p:cond delay="0"/>
                                          </p:stCondLst>
                                        </p:cTn>
                                        <p:tgtEl>
                                          <p:spTgt spid="49"/>
                                        </p:tgtEl>
                                        <p:attrNameLst>
                                          <p:attrName>style.visibility</p:attrName>
                                        </p:attrNameLst>
                                      </p:cBhvr>
                                      <p:to>
                                        <p:strVal val="visible"/>
                                      </p:to>
                                    </p:set>
                                    <p:animEffect transition="in" filter="fade">
                                      <p:cBhvr>
                                        <p:cTn id="49" dur="250"/>
                                        <p:tgtEl>
                                          <p:spTgt spid="49"/>
                                        </p:tgtEl>
                                      </p:cBhvr>
                                    </p:animEffect>
                                  </p:childTnLst>
                                </p:cTn>
                              </p:par>
                              <p:par>
                                <p:cTn id="50" presetID="10" presetClass="entr" presetSubtype="0" fill="hold" grpId="1" nodeType="withEffect">
                                  <p:stCondLst>
                                    <p:cond delay="0"/>
                                  </p:stCondLst>
                                  <p:childTnLst>
                                    <p:set>
                                      <p:cBhvr>
                                        <p:cTn id="51" dur="1" fill="hold">
                                          <p:stCondLst>
                                            <p:cond delay="0"/>
                                          </p:stCondLst>
                                        </p:cTn>
                                        <p:tgtEl>
                                          <p:spTgt spid="50"/>
                                        </p:tgtEl>
                                        <p:attrNameLst>
                                          <p:attrName>style.visibility</p:attrName>
                                        </p:attrNameLst>
                                      </p:cBhvr>
                                      <p:to>
                                        <p:strVal val="visible"/>
                                      </p:to>
                                    </p:set>
                                    <p:animEffect transition="in" filter="fade">
                                      <p:cBhvr>
                                        <p:cTn id="52" dur="250"/>
                                        <p:tgtEl>
                                          <p:spTgt spid="50"/>
                                        </p:tgtEl>
                                      </p:cBhvr>
                                    </p:animEffect>
                                  </p:childTnLst>
                                </p:cTn>
                              </p:par>
                              <p:par>
                                <p:cTn id="53" presetID="10" presetClass="entr" presetSubtype="0" fill="hold" grpId="1" nodeType="withEffect">
                                  <p:stCondLst>
                                    <p:cond delay="0"/>
                                  </p:stCondLst>
                                  <p:childTnLst>
                                    <p:set>
                                      <p:cBhvr>
                                        <p:cTn id="54" dur="1" fill="hold">
                                          <p:stCondLst>
                                            <p:cond delay="0"/>
                                          </p:stCondLst>
                                        </p:cTn>
                                        <p:tgtEl>
                                          <p:spTgt spid="52"/>
                                        </p:tgtEl>
                                        <p:attrNameLst>
                                          <p:attrName>style.visibility</p:attrName>
                                        </p:attrNameLst>
                                      </p:cBhvr>
                                      <p:to>
                                        <p:strVal val="visible"/>
                                      </p:to>
                                    </p:set>
                                    <p:animEffect transition="in" filter="fade">
                                      <p:cBhvr>
                                        <p:cTn id="55" dur="250"/>
                                        <p:tgtEl>
                                          <p:spTgt spid="52"/>
                                        </p:tgtEl>
                                      </p:cBhvr>
                                    </p:animEffect>
                                  </p:childTnLst>
                                </p:cTn>
                              </p:par>
                              <p:par>
                                <p:cTn id="56" presetID="10" presetClass="entr" presetSubtype="0" fill="hold" grpId="1" nodeType="withEffect">
                                  <p:stCondLst>
                                    <p:cond delay="0"/>
                                  </p:stCondLst>
                                  <p:childTnLst>
                                    <p:set>
                                      <p:cBhvr>
                                        <p:cTn id="57" dur="1" fill="hold">
                                          <p:stCondLst>
                                            <p:cond delay="0"/>
                                          </p:stCondLst>
                                        </p:cTn>
                                        <p:tgtEl>
                                          <p:spTgt spid="53"/>
                                        </p:tgtEl>
                                        <p:attrNameLst>
                                          <p:attrName>style.visibility</p:attrName>
                                        </p:attrNameLst>
                                      </p:cBhvr>
                                      <p:to>
                                        <p:strVal val="visible"/>
                                      </p:to>
                                    </p:set>
                                    <p:animEffect transition="in" filter="fade">
                                      <p:cBhvr>
                                        <p:cTn id="58" dur="250"/>
                                        <p:tgtEl>
                                          <p:spTgt spid="53"/>
                                        </p:tgtEl>
                                      </p:cBhvr>
                                    </p:animEffect>
                                  </p:childTnLst>
                                </p:cTn>
                              </p:par>
                              <p:par>
                                <p:cTn id="59" presetID="10" presetClass="entr" presetSubtype="0" fill="hold" grpId="1" nodeType="withEffect">
                                  <p:stCondLst>
                                    <p:cond delay="0"/>
                                  </p:stCondLst>
                                  <p:childTnLst>
                                    <p:set>
                                      <p:cBhvr>
                                        <p:cTn id="60" dur="1" fill="hold">
                                          <p:stCondLst>
                                            <p:cond delay="0"/>
                                          </p:stCondLst>
                                        </p:cTn>
                                        <p:tgtEl>
                                          <p:spTgt spid="68"/>
                                        </p:tgtEl>
                                        <p:attrNameLst>
                                          <p:attrName>style.visibility</p:attrName>
                                        </p:attrNameLst>
                                      </p:cBhvr>
                                      <p:to>
                                        <p:strVal val="visible"/>
                                      </p:to>
                                    </p:set>
                                    <p:animEffect transition="in" filter="fade">
                                      <p:cBhvr>
                                        <p:cTn id="61" dur="250"/>
                                        <p:tgtEl>
                                          <p:spTgt spid="68"/>
                                        </p:tgtEl>
                                      </p:cBhvr>
                                    </p:animEffect>
                                  </p:childTnLst>
                                </p:cTn>
                              </p:par>
                              <p:par>
                                <p:cTn id="62" presetID="10" presetClass="entr" presetSubtype="0" fill="hold" grpId="1" nodeType="withEffect">
                                  <p:stCondLst>
                                    <p:cond delay="0"/>
                                  </p:stCondLst>
                                  <p:childTnLst>
                                    <p:set>
                                      <p:cBhvr>
                                        <p:cTn id="63" dur="1" fill="hold">
                                          <p:stCondLst>
                                            <p:cond delay="0"/>
                                          </p:stCondLst>
                                        </p:cTn>
                                        <p:tgtEl>
                                          <p:spTgt spid="44"/>
                                        </p:tgtEl>
                                        <p:attrNameLst>
                                          <p:attrName>style.visibility</p:attrName>
                                        </p:attrNameLst>
                                      </p:cBhvr>
                                      <p:to>
                                        <p:strVal val="visible"/>
                                      </p:to>
                                    </p:set>
                                    <p:animEffect transition="in" filter="fade">
                                      <p:cBhvr>
                                        <p:cTn id="64" dur="250"/>
                                        <p:tgtEl>
                                          <p:spTgt spid="44"/>
                                        </p:tgtEl>
                                      </p:cBhvr>
                                    </p:animEffect>
                                  </p:childTnLst>
                                </p:cTn>
                              </p:par>
                              <p:par>
                                <p:cTn id="65" presetID="10" presetClass="entr" presetSubtype="0" fill="hold" grpId="1" nodeType="withEffect">
                                  <p:stCondLst>
                                    <p:cond delay="0"/>
                                  </p:stCondLst>
                                  <p:childTnLst>
                                    <p:set>
                                      <p:cBhvr>
                                        <p:cTn id="66" dur="1" fill="hold">
                                          <p:stCondLst>
                                            <p:cond delay="0"/>
                                          </p:stCondLst>
                                        </p:cTn>
                                        <p:tgtEl>
                                          <p:spTgt spid="51"/>
                                        </p:tgtEl>
                                        <p:attrNameLst>
                                          <p:attrName>style.visibility</p:attrName>
                                        </p:attrNameLst>
                                      </p:cBhvr>
                                      <p:to>
                                        <p:strVal val="visible"/>
                                      </p:to>
                                    </p:set>
                                    <p:animEffect transition="in" filter="fade">
                                      <p:cBhvr>
                                        <p:cTn id="67" dur="250"/>
                                        <p:tgtEl>
                                          <p:spTgt spid="51"/>
                                        </p:tgtEl>
                                      </p:cBhvr>
                                    </p:animEffect>
                                  </p:childTnLst>
                                </p:cTn>
                              </p:par>
                              <p:par>
                                <p:cTn id="68" presetID="10" presetClass="entr" presetSubtype="0" fill="hold" grpId="1" nodeType="withEffect">
                                  <p:stCondLst>
                                    <p:cond delay="0"/>
                                  </p:stCondLst>
                                  <p:childTnLst>
                                    <p:set>
                                      <p:cBhvr>
                                        <p:cTn id="69" dur="1" fill="hold">
                                          <p:stCondLst>
                                            <p:cond delay="0"/>
                                          </p:stCondLst>
                                        </p:cTn>
                                        <p:tgtEl>
                                          <p:spTgt spid="54"/>
                                        </p:tgtEl>
                                        <p:attrNameLst>
                                          <p:attrName>style.visibility</p:attrName>
                                        </p:attrNameLst>
                                      </p:cBhvr>
                                      <p:to>
                                        <p:strVal val="visible"/>
                                      </p:to>
                                    </p:set>
                                    <p:animEffect transition="in" filter="fade">
                                      <p:cBhvr>
                                        <p:cTn id="70" dur="250"/>
                                        <p:tgtEl>
                                          <p:spTgt spid="54"/>
                                        </p:tgtEl>
                                      </p:cBhvr>
                                    </p:animEffect>
                                  </p:childTnLst>
                                </p:cTn>
                              </p:par>
                              <p:par>
                                <p:cTn id="71" presetID="10" presetClass="entr" presetSubtype="0" fill="hold" grpId="1" nodeType="withEffect">
                                  <p:stCondLst>
                                    <p:cond delay="0"/>
                                  </p:stCondLst>
                                  <p:childTnLst>
                                    <p:set>
                                      <p:cBhvr>
                                        <p:cTn id="72" dur="1" fill="hold">
                                          <p:stCondLst>
                                            <p:cond delay="0"/>
                                          </p:stCondLst>
                                        </p:cTn>
                                        <p:tgtEl>
                                          <p:spTgt spid="55"/>
                                        </p:tgtEl>
                                        <p:attrNameLst>
                                          <p:attrName>style.visibility</p:attrName>
                                        </p:attrNameLst>
                                      </p:cBhvr>
                                      <p:to>
                                        <p:strVal val="visible"/>
                                      </p:to>
                                    </p:set>
                                    <p:animEffect transition="in" filter="fade">
                                      <p:cBhvr>
                                        <p:cTn id="73" dur="250"/>
                                        <p:tgtEl>
                                          <p:spTgt spid="55"/>
                                        </p:tgtEl>
                                      </p:cBhvr>
                                    </p:animEffect>
                                  </p:childTnLst>
                                </p:cTn>
                              </p:par>
                              <p:par>
                                <p:cTn id="74" presetID="10" presetClass="entr" presetSubtype="0" fill="hold" grpId="1" nodeType="withEffect">
                                  <p:stCondLst>
                                    <p:cond delay="0"/>
                                  </p:stCondLst>
                                  <p:childTnLst>
                                    <p:set>
                                      <p:cBhvr>
                                        <p:cTn id="75" dur="1" fill="hold">
                                          <p:stCondLst>
                                            <p:cond delay="0"/>
                                          </p:stCondLst>
                                        </p:cTn>
                                        <p:tgtEl>
                                          <p:spTgt spid="56"/>
                                        </p:tgtEl>
                                        <p:attrNameLst>
                                          <p:attrName>style.visibility</p:attrName>
                                        </p:attrNameLst>
                                      </p:cBhvr>
                                      <p:to>
                                        <p:strVal val="visible"/>
                                      </p:to>
                                    </p:set>
                                    <p:animEffect transition="in" filter="fade">
                                      <p:cBhvr>
                                        <p:cTn id="76" dur="250"/>
                                        <p:tgtEl>
                                          <p:spTgt spid="56"/>
                                        </p:tgtEl>
                                      </p:cBhvr>
                                    </p:animEffect>
                                  </p:childTnLst>
                                </p:cTn>
                              </p:par>
                              <p:par>
                                <p:cTn id="77" presetID="10" presetClass="entr" presetSubtype="0" fill="hold" grpId="1" nodeType="withEffect">
                                  <p:stCondLst>
                                    <p:cond delay="0"/>
                                  </p:stCondLst>
                                  <p:childTnLst>
                                    <p:set>
                                      <p:cBhvr>
                                        <p:cTn id="78" dur="1" fill="hold">
                                          <p:stCondLst>
                                            <p:cond delay="0"/>
                                          </p:stCondLst>
                                        </p:cTn>
                                        <p:tgtEl>
                                          <p:spTgt spid="57"/>
                                        </p:tgtEl>
                                        <p:attrNameLst>
                                          <p:attrName>style.visibility</p:attrName>
                                        </p:attrNameLst>
                                      </p:cBhvr>
                                      <p:to>
                                        <p:strVal val="visible"/>
                                      </p:to>
                                    </p:set>
                                    <p:animEffect transition="in" filter="fade">
                                      <p:cBhvr>
                                        <p:cTn id="79" dur="250"/>
                                        <p:tgtEl>
                                          <p:spTgt spid="57"/>
                                        </p:tgtEl>
                                      </p:cBhvr>
                                    </p:animEffect>
                                  </p:childTnLst>
                                </p:cTn>
                              </p:par>
                              <p:par>
                                <p:cTn id="80" presetID="10" presetClass="entr" presetSubtype="0" fill="hold" grpId="1" nodeType="withEffect">
                                  <p:stCondLst>
                                    <p:cond delay="0"/>
                                  </p:stCondLst>
                                  <p:childTnLst>
                                    <p:set>
                                      <p:cBhvr>
                                        <p:cTn id="81" dur="1" fill="hold">
                                          <p:stCondLst>
                                            <p:cond delay="0"/>
                                          </p:stCondLst>
                                        </p:cTn>
                                        <p:tgtEl>
                                          <p:spTgt spid="58"/>
                                        </p:tgtEl>
                                        <p:attrNameLst>
                                          <p:attrName>style.visibility</p:attrName>
                                        </p:attrNameLst>
                                      </p:cBhvr>
                                      <p:to>
                                        <p:strVal val="visible"/>
                                      </p:to>
                                    </p:set>
                                    <p:animEffect transition="in" filter="fade">
                                      <p:cBhvr>
                                        <p:cTn id="82" dur="250"/>
                                        <p:tgtEl>
                                          <p:spTgt spid="58"/>
                                        </p:tgtEl>
                                      </p:cBhvr>
                                    </p:animEffect>
                                  </p:childTnLst>
                                </p:cTn>
                              </p:par>
                              <p:par>
                                <p:cTn id="83" presetID="10" presetClass="entr" presetSubtype="0" fill="hold" grpId="1" nodeType="withEffect">
                                  <p:stCondLst>
                                    <p:cond delay="0"/>
                                  </p:stCondLst>
                                  <p:childTnLst>
                                    <p:set>
                                      <p:cBhvr>
                                        <p:cTn id="84" dur="1" fill="hold">
                                          <p:stCondLst>
                                            <p:cond delay="0"/>
                                          </p:stCondLst>
                                        </p:cTn>
                                        <p:tgtEl>
                                          <p:spTgt spid="61"/>
                                        </p:tgtEl>
                                        <p:attrNameLst>
                                          <p:attrName>style.visibility</p:attrName>
                                        </p:attrNameLst>
                                      </p:cBhvr>
                                      <p:to>
                                        <p:strVal val="visible"/>
                                      </p:to>
                                    </p:set>
                                    <p:animEffect transition="in" filter="fade">
                                      <p:cBhvr>
                                        <p:cTn id="85" dur="250"/>
                                        <p:tgtEl>
                                          <p:spTgt spid="61"/>
                                        </p:tgtEl>
                                      </p:cBhvr>
                                    </p:animEffect>
                                  </p:childTnLst>
                                </p:cTn>
                              </p:par>
                              <p:par>
                                <p:cTn id="86" presetID="10" presetClass="entr" presetSubtype="0" fill="hold" grpId="1" nodeType="withEffect">
                                  <p:stCondLst>
                                    <p:cond delay="0"/>
                                  </p:stCondLst>
                                  <p:childTnLst>
                                    <p:set>
                                      <p:cBhvr>
                                        <p:cTn id="87" dur="1" fill="hold">
                                          <p:stCondLst>
                                            <p:cond delay="0"/>
                                          </p:stCondLst>
                                        </p:cTn>
                                        <p:tgtEl>
                                          <p:spTgt spid="60"/>
                                        </p:tgtEl>
                                        <p:attrNameLst>
                                          <p:attrName>style.visibility</p:attrName>
                                        </p:attrNameLst>
                                      </p:cBhvr>
                                      <p:to>
                                        <p:strVal val="visible"/>
                                      </p:to>
                                    </p:set>
                                    <p:animEffect transition="in" filter="fade">
                                      <p:cBhvr>
                                        <p:cTn id="88" dur="250"/>
                                        <p:tgtEl>
                                          <p:spTgt spid="60"/>
                                        </p:tgtEl>
                                      </p:cBhvr>
                                    </p:animEffect>
                                  </p:childTnLst>
                                </p:cTn>
                              </p:par>
                              <p:par>
                                <p:cTn id="89" presetID="10" presetClass="entr" presetSubtype="0" fill="hold" grpId="1" nodeType="withEffect">
                                  <p:stCondLst>
                                    <p:cond delay="0"/>
                                  </p:stCondLst>
                                  <p:childTnLst>
                                    <p:set>
                                      <p:cBhvr>
                                        <p:cTn id="90" dur="1" fill="hold">
                                          <p:stCondLst>
                                            <p:cond delay="0"/>
                                          </p:stCondLst>
                                        </p:cTn>
                                        <p:tgtEl>
                                          <p:spTgt spid="59"/>
                                        </p:tgtEl>
                                        <p:attrNameLst>
                                          <p:attrName>style.visibility</p:attrName>
                                        </p:attrNameLst>
                                      </p:cBhvr>
                                      <p:to>
                                        <p:strVal val="visible"/>
                                      </p:to>
                                    </p:set>
                                    <p:animEffect transition="in" filter="fade">
                                      <p:cBhvr>
                                        <p:cTn id="91" dur="250"/>
                                        <p:tgtEl>
                                          <p:spTgt spid="59"/>
                                        </p:tgtEl>
                                      </p:cBhvr>
                                    </p:animEffect>
                                  </p:childTnLst>
                                </p:cTn>
                              </p:par>
                              <p:par>
                                <p:cTn id="92" presetID="10" presetClass="entr" presetSubtype="0" fill="hold" grpId="1" nodeType="withEffect">
                                  <p:stCondLst>
                                    <p:cond delay="0"/>
                                  </p:stCondLst>
                                  <p:childTnLst>
                                    <p:set>
                                      <p:cBhvr>
                                        <p:cTn id="93" dur="1" fill="hold">
                                          <p:stCondLst>
                                            <p:cond delay="0"/>
                                          </p:stCondLst>
                                        </p:cTn>
                                        <p:tgtEl>
                                          <p:spTgt spid="62"/>
                                        </p:tgtEl>
                                        <p:attrNameLst>
                                          <p:attrName>style.visibility</p:attrName>
                                        </p:attrNameLst>
                                      </p:cBhvr>
                                      <p:to>
                                        <p:strVal val="visible"/>
                                      </p:to>
                                    </p:set>
                                    <p:animEffect transition="in" filter="fade">
                                      <p:cBhvr>
                                        <p:cTn id="94" dur="250"/>
                                        <p:tgtEl>
                                          <p:spTgt spid="62"/>
                                        </p:tgtEl>
                                      </p:cBhvr>
                                    </p:animEffect>
                                  </p:childTnLst>
                                </p:cTn>
                              </p:par>
                              <p:par>
                                <p:cTn id="95" presetID="10" presetClass="entr" presetSubtype="0" fill="hold" grpId="1" nodeType="withEffect">
                                  <p:stCondLst>
                                    <p:cond delay="0"/>
                                  </p:stCondLst>
                                  <p:childTnLst>
                                    <p:set>
                                      <p:cBhvr>
                                        <p:cTn id="96" dur="1" fill="hold">
                                          <p:stCondLst>
                                            <p:cond delay="0"/>
                                          </p:stCondLst>
                                        </p:cTn>
                                        <p:tgtEl>
                                          <p:spTgt spid="63"/>
                                        </p:tgtEl>
                                        <p:attrNameLst>
                                          <p:attrName>style.visibility</p:attrName>
                                        </p:attrNameLst>
                                      </p:cBhvr>
                                      <p:to>
                                        <p:strVal val="visible"/>
                                      </p:to>
                                    </p:set>
                                    <p:animEffect transition="in" filter="fade">
                                      <p:cBhvr>
                                        <p:cTn id="97" dur="250"/>
                                        <p:tgtEl>
                                          <p:spTgt spid="63"/>
                                        </p:tgtEl>
                                      </p:cBhvr>
                                    </p:animEffect>
                                  </p:childTnLst>
                                </p:cTn>
                              </p:par>
                              <p:par>
                                <p:cTn id="98" presetID="10" presetClass="entr" presetSubtype="0" fill="hold" grpId="1" nodeType="withEffect">
                                  <p:stCondLst>
                                    <p:cond delay="0"/>
                                  </p:stCondLst>
                                  <p:childTnLst>
                                    <p:set>
                                      <p:cBhvr>
                                        <p:cTn id="99" dur="1" fill="hold">
                                          <p:stCondLst>
                                            <p:cond delay="0"/>
                                          </p:stCondLst>
                                        </p:cTn>
                                        <p:tgtEl>
                                          <p:spTgt spid="64"/>
                                        </p:tgtEl>
                                        <p:attrNameLst>
                                          <p:attrName>style.visibility</p:attrName>
                                        </p:attrNameLst>
                                      </p:cBhvr>
                                      <p:to>
                                        <p:strVal val="visible"/>
                                      </p:to>
                                    </p:set>
                                    <p:animEffect transition="in" filter="fade">
                                      <p:cBhvr>
                                        <p:cTn id="100" dur="250"/>
                                        <p:tgtEl>
                                          <p:spTgt spid="64"/>
                                        </p:tgtEl>
                                      </p:cBhvr>
                                    </p:animEffect>
                                  </p:childTnLst>
                                </p:cTn>
                              </p:par>
                              <p:par>
                                <p:cTn id="101" presetID="10" presetClass="entr" presetSubtype="0" fill="hold" grpId="1" nodeType="withEffect">
                                  <p:stCondLst>
                                    <p:cond delay="0"/>
                                  </p:stCondLst>
                                  <p:childTnLst>
                                    <p:set>
                                      <p:cBhvr>
                                        <p:cTn id="102" dur="1" fill="hold">
                                          <p:stCondLst>
                                            <p:cond delay="0"/>
                                          </p:stCondLst>
                                        </p:cTn>
                                        <p:tgtEl>
                                          <p:spTgt spid="65"/>
                                        </p:tgtEl>
                                        <p:attrNameLst>
                                          <p:attrName>style.visibility</p:attrName>
                                        </p:attrNameLst>
                                      </p:cBhvr>
                                      <p:to>
                                        <p:strVal val="visible"/>
                                      </p:to>
                                    </p:set>
                                    <p:animEffect transition="in" filter="fade">
                                      <p:cBhvr>
                                        <p:cTn id="103" dur="250"/>
                                        <p:tgtEl>
                                          <p:spTgt spid="65"/>
                                        </p:tgtEl>
                                      </p:cBhvr>
                                    </p:animEffect>
                                  </p:childTnLst>
                                </p:cTn>
                              </p:par>
                              <p:par>
                                <p:cTn id="104" presetID="10" presetClass="entr" presetSubtype="0" fill="hold" grpId="1" nodeType="withEffect">
                                  <p:stCondLst>
                                    <p:cond delay="0"/>
                                  </p:stCondLst>
                                  <p:childTnLst>
                                    <p:set>
                                      <p:cBhvr>
                                        <p:cTn id="105" dur="1" fill="hold">
                                          <p:stCondLst>
                                            <p:cond delay="0"/>
                                          </p:stCondLst>
                                        </p:cTn>
                                        <p:tgtEl>
                                          <p:spTgt spid="66"/>
                                        </p:tgtEl>
                                        <p:attrNameLst>
                                          <p:attrName>style.visibility</p:attrName>
                                        </p:attrNameLst>
                                      </p:cBhvr>
                                      <p:to>
                                        <p:strVal val="visible"/>
                                      </p:to>
                                    </p:set>
                                    <p:animEffect transition="in" filter="fade">
                                      <p:cBhvr>
                                        <p:cTn id="106" dur="250"/>
                                        <p:tgtEl>
                                          <p:spTgt spid="66"/>
                                        </p:tgtEl>
                                      </p:cBhvr>
                                    </p:animEffect>
                                  </p:childTnLst>
                                </p:cTn>
                              </p:par>
                              <p:par>
                                <p:cTn id="107" presetID="10" presetClass="entr" presetSubtype="0" fill="hold" grpId="1" nodeType="withEffect">
                                  <p:stCondLst>
                                    <p:cond delay="0"/>
                                  </p:stCondLst>
                                  <p:childTnLst>
                                    <p:set>
                                      <p:cBhvr>
                                        <p:cTn id="108" dur="1" fill="hold">
                                          <p:stCondLst>
                                            <p:cond delay="0"/>
                                          </p:stCondLst>
                                        </p:cTn>
                                        <p:tgtEl>
                                          <p:spTgt spid="67"/>
                                        </p:tgtEl>
                                        <p:attrNameLst>
                                          <p:attrName>style.visibility</p:attrName>
                                        </p:attrNameLst>
                                      </p:cBhvr>
                                      <p:to>
                                        <p:strVal val="visible"/>
                                      </p:to>
                                    </p:set>
                                    <p:animEffect transition="in" filter="fade">
                                      <p:cBhvr>
                                        <p:cTn id="109" dur="250"/>
                                        <p:tgtEl>
                                          <p:spTgt spid="67"/>
                                        </p:tgtEl>
                                      </p:cBhvr>
                                    </p:animEffect>
                                  </p:childTnLst>
                                </p:cTn>
                              </p:par>
                              <p:par>
                                <p:cTn id="110" presetID="10" presetClass="entr" presetSubtype="0" fill="hold" grpId="1" nodeType="withEffect">
                                  <p:stCondLst>
                                    <p:cond delay="0"/>
                                  </p:stCondLst>
                                  <p:childTnLst>
                                    <p:set>
                                      <p:cBhvr>
                                        <p:cTn id="111" dur="1" fill="hold">
                                          <p:stCondLst>
                                            <p:cond delay="0"/>
                                          </p:stCondLst>
                                        </p:cTn>
                                        <p:tgtEl>
                                          <p:spTgt spid="69"/>
                                        </p:tgtEl>
                                        <p:attrNameLst>
                                          <p:attrName>style.visibility</p:attrName>
                                        </p:attrNameLst>
                                      </p:cBhvr>
                                      <p:to>
                                        <p:strVal val="visible"/>
                                      </p:to>
                                    </p:set>
                                    <p:animEffect transition="in" filter="fade">
                                      <p:cBhvr>
                                        <p:cTn id="112" dur="250"/>
                                        <p:tgtEl>
                                          <p:spTgt spid="69"/>
                                        </p:tgtEl>
                                      </p:cBhvr>
                                    </p:animEffect>
                                  </p:childTnLst>
                                </p:cTn>
                              </p:par>
                              <p:par>
                                <p:cTn id="113" presetID="64" presetClass="path" presetSubtype="0" accel="50000" decel="50000" fill="hold" grpId="0" nodeType="withEffect">
                                  <p:stCondLst>
                                    <p:cond delay="0"/>
                                  </p:stCondLst>
                                  <p:childTnLst>
                                    <p:animMotion origin="layout" path="M 0 0 L 6.435947E-02 -6.976991E-02 E" pathEditMode="relative" ptsTypes="">
                                      <p:cBhvr>
                                        <p:cTn id="114" dur="1500" spd="-100000" fill="hold"/>
                                        <p:tgtEl>
                                          <p:spTgt spid="12"/>
                                        </p:tgtEl>
                                        <p:attrNameLst>
                                          <p:attrName>ppt_x</p:attrName>
                                          <p:attrName>ppt_y</p:attrName>
                                        </p:attrNameLst>
                                      </p:cBhvr>
                                    </p:animMotion>
                                  </p:childTnLst>
                                </p:cTn>
                              </p:par>
                              <p:par>
                                <p:cTn id="115" presetID="64" presetClass="path" presetSubtype="0" accel="50000" decel="50000" fill="hold" grpId="0" nodeType="withEffect">
                                  <p:stCondLst>
                                    <p:cond delay="0"/>
                                  </p:stCondLst>
                                  <p:childTnLst>
                                    <p:animMotion origin="layout" path="M 0 0 L 9.653924E-02 -0.1045241 E" pathEditMode="relative" ptsTypes="">
                                      <p:cBhvr>
                                        <p:cTn id="116" dur="1500" spd="-100000" fill="hold"/>
                                        <p:tgtEl>
                                          <p:spTgt spid="41"/>
                                        </p:tgtEl>
                                        <p:attrNameLst>
                                          <p:attrName>ppt_x</p:attrName>
                                          <p:attrName>ppt_y</p:attrName>
                                        </p:attrNameLst>
                                      </p:cBhvr>
                                    </p:animMotion>
                                  </p:childTnLst>
                                </p:cTn>
                              </p:par>
                              <p:par>
                                <p:cTn id="117" presetID="64" presetClass="path" presetSubtype="0" accel="50000" decel="50000" fill="hold" grpId="0" nodeType="withEffect">
                                  <p:stCondLst>
                                    <p:cond delay="0"/>
                                  </p:stCondLst>
                                  <p:childTnLst>
                                    <p:animMotion origin="layout" path="M 0 0 L 0.128719 -0.1392782 E" pathEditMode="relative" ptsTypes="">
                                      <p:cBhvr>
                                        <p:cTn id="118" dur="1500" spd="-100000" fill="hold"/>
                                        <p:tgtEl>
                                          <p:spTgt spid="42"/>
                                        </p:tgtEl>
                                        <p:attrNameLst>
                                          <p:attrName>ppt_x</p:attrName>
                                          <p:attrName>ppt_y</p:attrName>
                                        </p:attrNameLst>
                                      </p:cBhvr>
                                    </p:animMotion>
                                  </p:childTnLst>
                                </p:cTn>
                              </p:par>
                              <p:par>
                                <p:cTn id="119" presetID="64" presetClass="path" presetSubtype="0" accel="50000" decel="50000" fill="hold" grpId="0" nodeType="withEffect">
                                  <p:stCondLst>
                                    <p:cond delay="0"/>
                                  </p:stCondLst>
                                  <p:childTnLst>
                                    <p:animMotion origin="layout" path="M 0 0 L 0.1608988 -0.1740324 E" pathEditMode="relative" ptsTypes="">
                                      <p:cBhvr>
                                        <p:cTn id="120" dur="1500" spd="-100000" fill="hold"/>
                                        <p:tgtEl>
                                          <p:spTgt spid="43"/>
                                        </p:tgtEl>
                                        <p:attrNameLst>
                                          <p:attrName>ppt_x</p:attrName>
                                          <p:attrName>ppt_y</p:attrName>
                                        </p:attrNameLst>
                                      </p:cBhvr>
                                    </p:animMotion>
                                  </p:childTnLst>
                                </p:cTn>
                              </p:par>
                              <p:par>
                                <p:cTn id="121" presetID="64" presetClass="path" presetSubtype="0" accel="50000" decel="50000" fill="hold" grpId="0" nodeType="withEffect">
                                  <p:stCondLst>
                                    <p:cond delay="0"/>
                                  </p:stCondLst>
                                  <p:childTnLst>
                                    <p:animMotion origin="layout" path="M 0 0 L 0.2252584 -0.2435407 E" pathEditMode="relative" ptsTypes="">
                                      <p:cBhvr>
                                        <p:cTn id="122" dur="1500" spd="-100000" fill="hold"/>
                                        <p:tgtEl>
                                          <p:spTgt spid="45"/>
                                        </p:tgtEl>
                                        <p:attrNameLst>
                                          <p:attrName>ppt_x</p:attrName>
                                          <p:attrName>ppt_y</p:attrName>
                                        </p:attrNameLst>
                                      </p:cBhvr>
                                    </p:animMotion>
                                  </p:childTnLst>
                                </p:cTn>
                              </p:par>
                              <p:par>
                                <p:cTn id="123" presetID="64" presetClass="path" presetSubtype="0" accel="50000" decel="50000" fill="hold" grpId="0" nodeType="withEffect">
                                  <p:stCondLst>
                                    <p:cond delay="0"/>
                                  </p:stCondLst>
                                  <p:childTnLst>
                                    <p:animMotion origin="layout" path="M 0 0 L 0.2574382 -0.2782948 E" pathEditMode="relative" ptsTypes="">
                                      <p:cBhvr>
                                        <p:cTn id="124" dur="1500" spd="-100000" fill="hold"/>
                                        <p:tgtEl>
                                          <p:spTgt spid="46"/>
                                        </p:tgtEl>
                                        <p:attrNameLst>
                                          <p:attrName>ppt_x</p:attrName>
                                          <p:attrName>ppt_y</p:attrName>
                                        </p:attrNameLst>
                                      </p:cBhvr>
                                    </p:animMotion>
                                  </p:childTnLst>
                                </p:cTn>
                              </p:par>
                              <p:par>
                                <p:cTn id="125" presetID="64" presetClass="path" presetSubtype="0" accel="50000" decel="50000" fill="hold" grpId="0" nodeType="withEffect">
                                  <p:stCondLst>
                                    <p:cond delay="0"/>
                                  </p:stCondLst>
                                  <p:childTnLst>
                                    <p:animMotion origin="layout" path="M 0 0 L 0.289618 -0.313049 E" pathEditMode="relative" ptsTypes="">
                                      <p:cBhvr>
                                        <p:cTn id="126" dur="1500" spd="-100000" fill="hold"/>
                                        <p:tgtEl>
                                          <p:spTgt spid="47"/>
                                        </p:tgtEl>
                                        <p:attrNameLst>
                                          <p:attrName>ppt_x</p:attrName>
                                          <p:attrName>ppt_y</p:attrName>
                                        </p:attrNameLst>
                                      </p:cBhvr>
                                    </p:animMotion>
                                  </p:childTnLst>
                                </p:cTn>
                              </p:par>
                              <p:par>
                                <p:cTn id="127" presetID="64" presetClass="path" presetSubtype="0" accel="50000" decel="50000" fill="hold" grpId="0" nodeType="withEffect">
                                  <p:stCondLst>
                                    <p:cond delay="0"/>
                                  </p:stCondLst>
                                  <p:childTnLst>
                                    <p:animMotion origin="layout" path="M 0 0 L 0.3217978 -0.3478031 E" pathEditMode="relative" ptsTypes="">
                                      <p:cBhvr>
                                        <p:cTn id="128" dur="1500" spd="-100000" fill="hold"/>
                                        <p:tgtEl>
                                          <p:spTgt spid="48"/>
                                        </p:tgtEl>
                                        <p:attrNameLst>
                                          <p:attrName>ppt_x</p:attrName>
                                          <p:attrName>ppt_y</p:attrName>
                                        </p:attrNameLst>
                                      </p:cBhvr>
                                    </p:animMotion>
                                  </p:childTnLst>
                                </p:cTn>
                              </p:par>
                              <p:par>
                                <p:cTn id="129" presetID="64" presetClass="path" presetSubtype="0" accel="50000" decel="50000" fill="hold" grpId="0" nodeType="withEffect">
                                  <p:stCondLst>
                                    <p:cond delay="0"/>
                                  </p:stCondLst>
                                  <p:childTnLst>
                                    <p:animMotion origin="layout" path="M 0 0 L 0.3533185 -0.381976 E" pathEditMode="relative" ptsTypes="">
                                      <p:cBhvr>
                                        <p:cTn id="130" dur="1500" spd="-100000" fill="hold"/>
                                        <p:tgtEl>
                                          <p:spTgt spid="49"/>
                                        </p:tgtEl>
                                        <p:attrNameLst>
                                          <p:attrName>ppt_x</p:attrName>
                                          <p:attrName>ppt_y</p:attrName>
                                        </p:attrNameLst>
                                      </p:cBhvr>
                                    </p:animMotion>
                                  </p:childTnLst>
                                </p:cTn>
                              </p:par>
                              <p:par>
                                <p:cTn id="131" presetID="64" presetClass="path" presetSubtype="0" accel="50000" decel="50000" fill="hold" grpId="0" nodeType="withEffect">
                                  <p:stCondLst>
                                    <p:cond delay="0"/>
                                  </p:stCondLst>
                                  <p:childTnLst>
                                    <p:animMotion origin="layout" path="M -3.75E-6 -4.44444E-6 L 0.3849 -0.4162 " pathEditMode="relative" rAng="0" ptsTypes="AA">
                                      <p:cBhvr>
                                        <p:cTn id="132" dur="1500" spd="-100000" fill="hold"/>
                                        <p:tgtEl>
                                          <p:spTgt spid="50"/>
                                        </p:tgtEl>
                                        <p:attrNameLst>
                                          <p:attrName>ppt_x</p:attrName>
                                          <p:attrName>ppt_y</p:attrName>
                                        </p:attrNameLst>
                                      </p:cBhvr>
                                      <p:rCtr x="19245" y="-20810"/>
                                    </p:animMotion>
                                  </p:childTnLst>
                                </p:cTn>
                              </p:par>
                              <p:par>
                                <p:cTn id="133" presetID="64" presetClass="path" presetSubtype="0" accel="50000" decel="50000" fill="hold" grpId="0" nodeType="withEffect">
                                  <p:stCondLst>
                                    <p:cond delay="0"/>
                                  </p:stCondLst>
                                  <p:childTnLst>
                                    <p:animMotion origin="layout" path="M -1.04167E-6 1.11111E-6 L 0.44922 -0.48565 " pathEditMode="relative" rAng="0" ptsTypes="AA">
                                      <p:cBhvr>
                                        <p:cTn id="134" dur="1500" spd="-100000" fill="hold"/>
                                        <p:tgtEl>
                                          <p:spTgt spid="52"/>
                                        </p:tgtEl>
                                        <p:attrNameLst>
                                          <p:attrName>ppt_x</p:attrName>
                                          <p:attrName>ppt_y</p:attrName>
                                        </p:attrNameLst>
                                      </p:cBhvr>
                                      <p:rCtr x="22461" y="-24282"/>
                                    </p:animMotion>
                                  </p:childTnLst>
                                </p:cTn>
                              </p:par>
                              <p:par>
                                <p:cTn id="135" presetID="64" presetClass="path" presetSubtype="0" accel="50000" decel="50000" fill="hold" grpId="0" nodeType="withEffect">
                                  <p:stCondLst>
                                    <p:cond delay="0"/>
                                  </p:stCondLst>
                                  <p:childTnLst>
                                    <p:animMotion origin="layout" path="M -2.70833E-6 1.85185E-6 L 0.48073 -0.51991 " pathEditMode="relative" rAng="0" ptsTypes="AA">
                                      <p:cBhvr>
                                        <p:cTn id="136" dur="1500" spd="-100000" fill="hold"/>
                                        <p:tgtEl>
                                          <p:spTgt spid="53"/>
                                        </p:tgtEl>
                                        <p:attrNameLst>
                                          <p:attrName>ppt_x</p:attrName>
                                          <p:attrName>ppt_y</p:attrName>
                                        </p:attrNameLst>
                                      </p:cBhvr>
                                      <p:rCtr x="24036" y="-25995"/>
                                    </p:animMotion>
                                  </p:childTnLst>
                                </p:cTn>
                              </p:par>
                              <p:par>
                                <p:cTn id="137" presetID="64" presetClass="path" presetSubtype="0" accel="50000" decel="50000" fill="hold" grpId="0" nodeType="withEffect">
                                  <p:stCondLst>
                                    <p:cond delay="0"/>
                                  </p:stCondLst>
                                  <p:childTnLst>
                                    <p:animMotion origin="layout" path="M -1.66667E-6 4.81481E-6 L 0.54375 -0.5882 " pathEditMode="relative" rAng="0" ptsTypes="AA">
                                      <p:cBhvr>
                                        <p:cTn id="138" dur="1500" spd="-100000" fill="hold"/>
                                        <p:tgtEl>
                                          <p:spTgt spid="68"/>
                                        </p:tgtEl>
                                        <p:attrNameLst>
                                          <p:attrName>ppt_x</p:attrName>
                                          <p:attrName>ppt_y</p:attrName>
                                        </p:attrNameLst>
                                      </p:cBhvr>
                                      <p:rCtr x="27187" y="-29421"/>
                                    </p:animMotion>
                                  </p:childTnLst>
                                </p:cTn>
                              </p:par>
                              <p:par>
                                <p:cTn id="139" presetID="64" presetClass="path" presetSubtype="0" accel="50000" decel="50000" fill="hold" grpId="0" nodeType="withEffect">
                                  <p:stCondLst>
                                    <p:cond delay="0"/>
                                  </p:stCondLst>
                                  <p:childTnLst>
                                    <p:animMotion origin="layout" path="M -2.5E-6 1.85185E-6 L 0.1931 -0.2088 " pathEditMode="relative" rAng="0" ptsTypes="AA">
                                      <p:cBhvr>
                                        <p:cTn id="140" dur="1500" spd="-100000" fill="hold"/>
                                        <p:tgtEl>
                                          <p:spTgt spid="44"/>
                                        </p:tgtEl>
                                        <p:attrNameLst>
                                          <p:attrName>ppt_x</p:attrName>
                                          <p:attrName>ppt_y</p:attrName>
                                        </p:attrNameLst>
                                      </p:cBhvr>
                                      <p:rCtr x="9648" y="-10440"/>
                                    </p:animMotion>
                                  </p:childTnLst>
                                </p:cTn>
                              </p:par>
                              <p:par>
                                <p:cTn id="141" presetID="64" presetClass="path" presetSubtype="0" accel="50000" decel="50000" fill="hold" grpId="0" nodeType="withEffect">
                                  <p:stCondLst>
                                    <p:cond delay="0"/>
                                  </p:stCondLst>
                                  <p:childTnLst>
                                    <p:animMotion origin="layout" path="M -4.375E-6 3.33333E-6 L 0.41706 -0.45093 " pathEditMode="relative" rAng="0" ptsTypes="AA">
                                      <p:cBhvr>
                                        <p:cTn id="142" dur="1500" spd="-100000" fill="hold"/>
                                        <p:tgtEl>
                                          <p:spTgt spid="51"/>
                                        </p:tgtEl>
                                        <p:attrNameLst>
                                          <p:attrName>ppt_x</p:attrName>
                                          <p:attrName>ppt_y</p:attrName>
                                        </p:attrNameLst>
                                      </p:cBhvr>
                                      <p:rCtr x="20846" y="-22546"/>
                                    </p:animMotion>
                                  </p:childTnLst>
                                </p:cTn>
                              </p:par>
                              <p:par>
                                <p:cTn id="143" presetID="64" presetClass="path" presetSubtype="0" accel="50000" decel="50000" fill="hold" grpId="0" nodeType="withEffect">
                                  <p:stCondLst>
                                    <p:cond delay="0"/>
                                  </p:stCondLst>
                                  <p:childTnLst>
                                    <p:animMotion origin="layout" path="M 1.66667E-6 4.07407E-6 L 0.51224 -0.55394 " pathEditMode="relative" rAng="0" ptsTypes="AA">
                                      <p:cBhvr>
                                        <p:cTn id="144" dur="1500" spd="-100000" fill="hold"/>
                                        <p:tgtEl>
                                          <p:spTgt spid="54"/>
                                        </p:tgtEl>
                                        <p:attrNameLst>
                                          <p:attrName>ppt_x</p:attrName>
                                          <p:attrName>ppt_y</p:attrName>
                                        </p:attrNameLst>
                                      </p:cBhvr>
                                      <p:rCtr x="25612" y="-27708"/>
                                    </p:animMotion>
                                  </p:childTnLst>
                                </p:cTn>
                              </p:par>
                              <p:par>
                                <p:cTn id="145" presetID="64" presetClass="path" presetSubtype="0" accel="50000" decel="50000" fill="hold" grpId="0" nodeType="withEffect">
                                  <p:stCondLst>
                                    <p:cond delay="0"/>
                                  </p:stCondLst>
                                  <p:childTnLst>
                                    <p:animMotion origin="layout" path="M 2.29167E-6 -2.59259E-6 L 0.08034 -0.07824 " pathEditMode="relative" rAng="0" ptsTypes="AA">
                                      <p:cBhvr>
                                        <p:cTn id="146" dur="1500" spd="-100000" fill="hold"/>
                                        <p:tgtEl>
                                          <p:spTgt spid="55"/>
                                        </p:tgtEl>
                                        <p:attrNameLst>
                                          <p:attrName>ppt_x</p:attrName>
                                          <p:attrName>ppt_y</p:attrName>
                                        </p:attrNameLst>
                                      </p:cBhvr>
                                      <p:rCtr x="4010" y="-3912"/>
                                    </p:animMotion>
                                  </p:childTnLst>
                                </p:cTn>
                              </p:par>
                              <p:par>
                                <p:cTn id="147" presetID="64" presetClass="path" presetSubtype="0" accel="50000" decel="50000" fill="hold" grpId="0" nodeType="withEffect">
                                  <p:stCondLst>
                                    <p:cond delay="0"/>
                                  </p:stCondLst>
                                  <p:childTnLst>
                                    <p:animMotion origin="layout" path="M -4.58333E-6 1.48148E-6 L 0.10066 -0.09792 " pathEditMode="relative" rAng="0" ptsTypes="AA">
                                      <p:cBhvr>
                                        <p:cTn id="148" dur="1500" spd="-100000" fill="hold"/>
                                        <p:tgtEl>
                                          <p:spTgt spid="56"/>
                                        </p:tgtEl>
                                        <p:attrNameLst>
                                          <p:attrName>ppt_x</p:attrName>
                                          <p:attrName>ppt_y</p:attrName>
                                        </p:attrNameLst>
                                      </p:cBhvr>
                                      <p:rCtr x="5026" y="-4907"/>
                                    </p:animMotion>
                                  </p:childTnLst>
                                </p:cTn>
                              </p:par>
                              <p:par>
                                <p:cTn id="149" presetID="64" presetClass="path" presetSubtype="0" accel="50000" decel="50000" fill="hold" grpId="0" nodeType="withEffect">
                                  <p:stCondLst>
                                    <p:cond delay="0"/>
                                  </p:stCondLst>
                                  <p:childTnLst>
                                    <p:animMotion origin="layout" path="M -1.25E-6 -7.40741E-7 L 0.12136 -0.12014 " pathEditMode="relative" rAng="0" ptsTypes="AA">
                                      <p:cBhvr>
                                        <p:cTn id="150" dur="1500" spd="-100000" fill="hold"/>
                                        <p:tgtEl>
                                          <p:spTgt spid="57"/>
                                        </p:tgtEl>
                                        <p:attrNameLst>
                                          <p:attrName>ppt_x</p:attrName>
                                          <p:attrName>ppt_y</p:attrName>
                                        </p:attrNameLst>
                                      </p:cBhvr>
                                      <p:rCtr x="6068" y="-6019"/>
                                    </p:animMotion>
                                  </p:childTnLst>
                                </p:cTn>
                              </p:par>
                              <p:par>
                                <p:cTn id="151" presetID="64" presetClass="path" presetSubtype="0" accel="50000" decel="50000" fill="hold" grpId="0" nodeType="withEffect">
                                  <p:stCondLst>
                                    <p:cond delay="0"/>
                                  </p:stCondLst>
                                  <p:childTnLst>
                                    <p:animMotion origin="layout" path="M 1.875E-6 -1.48148E-6 L 0.14193 -0.14236 " pathEditMode="relative" rAng="0" ptsTypes="AA">
                                      <p:cBhvr>
                                        <p:cTn id="152" dur="1500" spd="-100000" fill="hold"/>
                                        <p:tgtEl>
                                          <p:spTgt spid="58"/>
                                        </p:tgtEl>
                                        <p:attrNameLst>
                                          <p:attrName>ppt_x</p:attrName>
                                          <p:attrName>ppt_y</p:attrName>
                                        </p:attrNameLst>
                                      </p:cBhvr>
                                      <p:rCtr x="7096" y="-7130"/>
                                    </p:animMotion>
                                  </p:childTnLst>
                                </p:cTn>
                              </p:par>
                              <p:par>
                                <p:cTn id="153" presetID="64" presetClass="path" presetSubtype="0" accel="50000" decel="50000" fill="hold" grpId="0" nodeType="withEffect">
                                  <p:stCondLst>
                                    <p:cond delay="0"/>
                                  </p:stCondLst>
                                  <p:childTnLst>
                                    <p:animMotion origin="layout" path="M 1.45833E-6 1.85185E-6 L 0.2039 -0.2088 " pathEditMode="relative" rAng="0" ptsTypes="AA">
                                      <p:cBhvr>
                                        <p:cTn id="154" dur="1500" spd="-100000" fill="hold"/>
                                        <p:tgtEl>
                                          <p:spTgt spid="61"/>
                                        </p:tgtEl>
                                        <p:attrNameLst>
                                          <p:attrName>ppt_x</p:attrName>
                                          <p:attrName>ppt_y</p:attrName>
                                        </p:attrNameLst>
                                      </p:cBhvr>
                                      <p:rCtr x="10195" y="-10440"/>
                                    </p:animMotion>
                                  </p:childTnLst>
                                </p:cTn>
                              </p:par>
                              <p:par>
                                <p:cTn id="155" presetID="64" presetClass="path" presetSubtype="0" accel="50000" decel="50000" fill="hold" grpId="0" nodeType="withEffect">
                                  <p:stCondLst>
                                    <p:cond delay="0"/>
                                  </p:stCondLst>
                                  <p:childTnLst>
                                    <p:animMotion origin="layout" path="M -1.875E-6 4.07407E-6 L 0.18334 -0.18658 " pathEditMode="relative" rAng="0" ptsTypes="AA">
                                      <p:cBhvr>
                                        <p:cTn id="156" dur="1500" spd="-100000" fill="hold"/>
                                        <p:tgtEl>
                                          <p:spTgt spid="60"/>
                                        </p:tgtEl>
                                        <p:attrNameLst>
                                          <p:attrName>ppt_x</p:attrName>
                                          <p:attrName>ppt_y</p:attrName>
                                        </p:attrNameLst>
                                      </p:cBhvr>
                                      <p:rCtr x="9167" y="-9329"/>
                                    </p:animMotion>
                                  </p:childTnLst>
                                </p:cTn>
                              </p:par>
                              <p:par>
                                <p:cTn id="157" presetID="64" presetClass="path" presetSubtype="0" accel="50000" decel="50000" fill="hold" grpId="0" nodeType="withEffect">
                                  <p:stCondLst>
                                    <p:cond delay="0"/>
                                  </p:stCondLst>
                                  <p:childTnLst>
                                    <p:animMotion origin="layout" path="M 5E-6 -3.7037E-6 L 0.16264 -0.16435 " pathEditMode="relative" rAng="0" ptsTypes="AA">
                                      <p:cBhvr>
                                        <p:cTn id="158" dur="1500" spd="-100000" fill="hold"/>
                                        <p:tgtEl>
                                          <p:spTgt spid="59"/>
                                        </p:tgtEl>
                                        <p:attrNameLst>
                                          <p:attrName>ppt_x</p:attrName>
                                          <p:attrName>ppt_y</p:attrName>
                                        </p:attrNameLst>
                                      </p:cBhvr>
                                      <p:rCtr x="8125" y="-8218"/>
                                    </p:animMotion>
                                  </p:childTnLst>
                                </p:cTn>
                              </p:par>
                              <p:par>
                                <p:cTn id="159" presetID="64" presetClass="path" presetSubtype="0" accel="50000" decel="50000" fill="hold" grpId="0" nodeType="withEffect">
                                  <p:stCondLst>
                                    <p:cond delay="0"/>
                                  </p:stCondLst>
                                  <p:childTnLst>
                                    <p:animMotion origin="layout" path="M 4.375E-6 1.11111E-6 L 0.22461 -0.23102 " pathEditMode="relative" rAng="0" ptsTypes="AA">
                                      <p:cBhvr>
                                        <p:cTn id="160" dur="1500" spd="-100000" fill="hold"/>
                                        <p:tgtEl>
                                          <p:spTgt spid="62"/>
                                        </p:tgtEl>
                                        <p:attrNameLst>
                                          <p:attrName>ppt_x</p:attrName>
                                          <p:attrName>ppt_y</p:attrName>
                                        </p:attrNameLst>
                                      </p:cBhvr>
                                      <p:rCtr x="11224" y="-11551"/>
                                    </p:animMotion>
                                  </p:childTnLst>
                                </p:cTn>
                              </p:par>
                              <p:par>
                                <p:cTn id="161" presetID="64" presetClass="path" presetSubtype="0" accel="50000" decel="50000" fill="hold" grpId="0" nodeType="withEffect">
                                  <p:stCondLst>
                                    <p:cond delay="0"/>
                                  </p:stCondLst>
                                  <p:childTnLst>
                                    <p:animMotion origin="layout" path="M -2.29167E-6 -1.11111E-6 L 0.24531 -0.25301 " pathEditMode="relative" rAng="0" ptsTypes="AA">
                                      <p:cBhvr>
                                        <p:cTn id="162" dur="1500" spd="-100000" fill="hold"/>
                                        <p:tgtEl>
                                          <p:spTgt spid="63"/>
                                        </p:tgtEl>
                                        <p:attrNameLst>
                                          <p:attrName>ppt_x</p:attrName>
                                          <p:attrName>ppt_y</p:attrName>
                                        </p:attrNameLst>
                                      </p:cBhvr>
                                      <p:rCtr x="12266" y="-12662"/>
                                    </p:animMotion>
                                  </p:childTnLst>
                                </p:cTn>
                              </p:par>
                              <p:par>
                                <p:cTn id="163" presetID="64" presetClass="path" presetSubtype="0" accel="50000" decel="50000" fill="hold" grpId="0" nodeType="withEffect">
                                  <p:stCondLst>
                                    <p:cond delay="0"/>
                                  </p:stCondLst>
                                  <p:childTnLst>
                                    <p:animMotion origin="layout" path="M 8.33333E-7 -3.33333E-6 L 0.26588 -0.27523 " pathEditMode="relative" rAng="0" ptsTypes="AA">
                                      <p:cBhvr>
                                        <p:cTn id="164" dur="1500" spd="-100000" fill="hold"/>
                                        <p:tgtEl>
                                          <p:spTgt spid="64"/>
                                        </p:tgtEl>
                                        <p:attrNameLst>
                                          <p:attrName>ppt_x</p:attrName>
                                          <p:attrName>ppt_y</p:attrName>
                                        </p:attrNameLst>
                                      </p:cBhvr>
                                      <p:rCtr x="13294" y="-13773"/>
                                    </p:animMotion>
                                  </p:childTnLst>
                                </p:cTn>
                              </p:par>
                              <p:par>
                                <p:cTn id="165" presetID="64" presetClass="path" presetSubtype="0" accel="50000" decel="50000" fill="hold" grpId="0" nodeType="withEffect">
                                  <p:stCondLst>
                                    <p:cond delay="0"/>
                                  </p:stCondLst>
                                  <p:childTnLst>
                                    <p:animMotion origin="layout" path="M 4.16667E-6 4.44444E-6 L 0.28658 -0.29746 " pathEditMode="relative" rAng="0" ptsTypes="AA">
                                      <p:cBhvr>
                                        <p:cTn id="166" dur="1500" spd="-100000" fill="hold"/>
                                        <p:tgtEl>
                                          <p:spTgt spid="65"/>
                                        </p:tgtEl>
                                        <p:attrNameLst>
                                          <p:attrName>ppt_x</p:attrName>
                                          <p:attrName>ppt_y</p:attrName>
                                        </p:attrNameLst>
                                      </p:cBhvr>
                                      <p:rCtr x="14323" y="-14884"/>
                                    </p:animMotion>
                                  </p:childTnLst>
                                </p:cTn>
                              </p:par>
                              <p:par>
                                <p:cTn id="167" presetID="64" presetClass="path" presetSubtype="0" accel="50000" decel="50000" fill="hold" grpId="0" nodeType="withEffect">
                                  <p:stCondLst>
                                    <p:cond delay="0"/>
                                  </p:stCondLst>
                                  <p:childTnLst>
                                    <p:animMotion origin="layout" path="M -2.08333E-6 7.40741E-7 L 0.30768 -0.31991 " pathEditMode="relative" rAng="0" ptsTypes="AA">
                                      <p:cBhvr>
                                        <p:cTn id="168" dur="1500" spd="-100000" fill="hold"/>
                                        <p:tgtEl>
                                          <p:spTgt spid="66"/>
                                        </p:tgtEl>
                                        <p:attrNameLst>
                                          <p:attrName>ppt_x</p:attrName>
                                          <p:attrName>ppt_y</p:attrName>
                                        </p:attrNameLst>
                                      </p:cBhvr>
                                      <p:rCtr x="15378" y="-15995"/>
                                    </p:animMotion>
                                  </p:childTnLst>
                                </p:cTn>
                              </p:par>
                              <p:par>
                                <p:cTn id="169" presetID="64" presetClass="path" presetSubtype="0" accel="50000" decel="50000" fill="hold" grpId="0" nodeType="withEffect">
                                  <p:stCondLst>
                                    <p:cond delay="0"/>
                                  </p:stCondLst>
                                  <p:childTnLst>
                                    <p:animMotion origin="layout" path="M 4.16667E-7 -4.44444E-6 L 0.32878 -0.34259 " pathEditMode="relative" rAng="0" ptsTypes="AA">
                                      <p:cBhvr>
                                        <p:cTn id="170" dur="1500" spd="-100000" fill="hold"/>
                                        <p:tgtEl>
                                          <p:spTgt spid="67"/>
                                        </p:tgtEl>
                                        <p:attrNameLst>
                                          <p:attrName>ppt_x</p:attrName>
                                          <p:attrName>ppt_y</p:attrName>
                                        </p:attrNameLst>
                                      </p:cBhvr>
                                      <p:rCtr x="16432" y="-17130"/>
                                    </p:animMotion>
                                  </p:childTnLst>
                                </p:cTn>
                              </p:par>
                              <p:par>
                                <p:cTn id="171" presetID="64" presetClass="path" presetSubtype="0" accel="50000" decel="50000" fill="hold" grpId="0" nodeType="withEffect">
                                  <p:stCondLst>
                                    <p:cond delay="0"/>
                                  </p:stCondLst>
                                  <p:childTnLst>
                                    <p:animMotion origin="layout" path="M 4.79167E-6 4.81481E-6 L 0.34947 -0.36459 " pathEditMode="relative" rAng="0" ptsTypes="AA">
                                      <p:cBhvr>
                                        <p:cTn id="172" dur="1500" spd="-100000" fill="hold"/>
                                        <p:tgtEl>
                                          <p:spTgt spid="69"/>
                                        </p:tgtEl>
                                        <p:attrNameLst>
                                          <p:attrName>ppt_x</p:attrName>
                                          <p:attrName>ppt_y</p:attrName>
                                        </p:attrNameLst>
                                      </p:cBhvr>
                                      <p:rCtr x="17474" y="-1824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P spid="2" grpId="1"/>
      <p:bldP spid="8" grpId="0">
        <p:tmplLst>
          <p:tmpl>
            <p:tnLst>
              <p:par>
                <p:cTn presetID="10" presetClass="entr" presetSubtype="0" fill="hold" nodeType="withEffect">
                  <p:stCondLst>
                    <p:cond delay="800"/>
                  </p:stCondLst>
                  <p:childTnLst>
                    <p:set>
                      <p:cBhvr>
                        <p:cTn dur="1" fill="hold">
                          <p:stCondLst>
                            <p:cond delay="0"/>
                          </p:stCondLst>
                        </p:cTn>
                        <p:tgtEl>
                          <p:spTgt spid="8"/>
                        </p:tgtEl>
                        <p:attrNameLst>
                          <p:attrName>style.visibility</p:attrName>
                        </p:attrNameLst>
                      </p:cBhvr>
                      <p:to>
                        <p:strVal val="visible"/>
                      </p:to>
                    </p:set>
                    <p:animEffect transition="in" filter="fade">
                      <p:cBhvr>
                        <p:cTn dur="500"/>
                        <p:tgtEl>
                          <p:spTgt spid="8"/>
                        </p:tgtEl>
                      </p:cBhvr>
                    </p:animEffect>
                  </p:childTnLst>
                </p:cTn>
              </p:par>
            </p:tnLst>
          </p:tmpl>
        </p:tmplLst>
      </p:bldP>
      <p:bldP spid="8" grpId="1">
        <p:tmplLst>
          <p:tmpl>
            <p:tnLst>
              <p:par>
                <p:cTn presetID="42" presetClass="path" presetSubtype="0" decel="100000" fill="hold" nodeType="withEffect">
                  <p:stCondLst>
                    <p:cond delay="800"/>
                  </p:stCondLst>
                  <p:childTnLst>
                    <p:animMotion origin="layout" path="M -2.5E-6 -0.03472 L -2.5E-6 -2.59259E-6 " pathEditMode="relative" rAng="0" ptsTypes="AA">
                      <p:cBhvr>
                        <p:cTn dur="1000" fill="hold"/>
                        <p:tgtEl>
                          <p:spTgt spid="8"/>
                        </p:tgtEl>
                        <p:attrNameLst>
                          <p:attrName>ppt_x</p:attrName>
                          <p:attrName>ppt_y</p:attrName>
                        </p:attrNameLst>
                      </p:cBhvr>
                      <p:rCtr x="0" y="1736"/>
                    </p:animMotion>
                  </p:childTnLst>
                </p:cTn>
              </p:par>
            </p:tnLst>
          </p:tmpl>
        </p:tmplLst>
      </p:bldP>
      <p:bldP spid="12" grpId="0" animBg="1"/>
      <p:bldP spid="12" grpId="1" animBg="1"/>
      <p:bldP spid="41" grpId="0" animBg="1"/>
      <p:bldP spid="41" grpId="1" animBg="1"/>
      <p:bldP spid="42" grpId="0" animBg="1"/>
      <p:bldP spid="42" grpId="1" animBg="1"/>
      <p:bldP spid="43" grpId="0" animBg="1"/>
      <p:bldP spid="43" grpId="1" animBg="1"/>
      <p:bldP spid="44" grpId="0" animBg="1"/>
      <p:bldP spid="44" grpId="1" animBg="1"/>
      <p:bldP spid="45" grpId="0" animBg="1"/>
      <p:bldP spid="45" grpId="1" animBg="1"/>
      <p:bldP spid="46" grpId="0" animBg="1"/>
      <p:bldP spid="46" grpId="1" animBg="1"/>
      <p:bldP spid="47" grpId="0" animBg="1"/>
      <p:bldP spid="47" grpId="1" animBg="1"/>
      <p:bldP spid="48" grpId="0" animBg="1"/>
      <p:bldP spid="48" grpId="1" animBg="1"/>
      <p:bldP spid="49" grpId="0" animBg="1"/>
      <p:bldP spid="49" grpId="1" animBg="1"/>
      <p:bldP spid="50" grpId="0" animBg="1"/>
      <p:bldP spid="50" grpId="1" animBg="1"/>
      <p:bldP spid="51" grpId="0" animBg="1"/>
      <p:bldP spid="51" grpId="1" animBg="1"/>
      <p:bldP spid="52" grpId="0" animBg="1"/>
      <p:bldP spid="52" grpId="1" animBg="1"/>
      <p:bldP spid="53" grpId="0" animBg="1"/>
      <p:bldP spid="53" grpId="1" animBg="1"/>
      <p:bldP spid="54" grpId="0" animBg="1"/>
      <p:bldP spid="54" grpId="1" animBg="1"/>
      <p:bldP spid="55" grpId="0" animBg="1"/>
      <p:bldP spid="55" grpId="1" animBg="1"/>
      <p:bldP spid="56" grpId="0" animBg="1"/>
      <p:bldP spid="56" grpId="1" animBg="1"/>
      <p:bldP spid="57" grpId="0" animBg="1"/>
      <p:bldP spid="57" grpId="1" animBg="1"/>
      <p:bldP spid="58" grpId="0" animBg="1"/>
      <p:bldP spid="58" grpId="1" animBg="1"/>
      <p:bldP spid="59" grpId="0" animBg="1"/>
      <p:bldP spid="59" grpId="1" animBg="1"/>
      <p:bldP spid="60" grpId="0" animBg="1"/>
      <p:bldP spid="60" grpId="1" animBg="1"/>
      <p:bldP spid="61" grpId="0" animBg="1"/>
      <p:bldP spid="61" grpId="1" animBg="1"/>
      <p:bldP spid="62" grpId="0" animBg="1"/>
      <p:bldP spid="62" grpId="1" animBg="1"/>
      <p:bldP spid="63" grpId="0" animBg="1"/>
      <p:bldP spid="63" grpId="1" animBg="1"/>
      <p:bldP spid="64" grpId="0" animBg="1"/>
      <p:bldP spid="64" grpId="1" animBg="1"/>
      <p:bldP spid="65" grpId="0" animBg="1"/>
      <p:bldP spid="65" grpId="1" animBg="1"/>
      <p:bldP spid="66" grpId="0" animBg="1"/>
      <p:bldP spid="66" grpId="1" animBg="1"/>
      <p:bldP spid="67" grpId="0" animBg="1"/>
      <p:bldP spid="67" grpId="1" animBg="1"/>
      <p:bldP spid="68" grpId="0" animBg="1"/>
      <p:bldP spid="68" grpId="1" animBg="1"/>
      <p:bldP spid="69" grpId="0" animBg="1"/>
      <p:bldP spid="69" grpId="1" animBg="1"/>
    </p:bld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a:gsLst>
            <a:gs pos="100000">
              <a:srgbClr val="0C0B26"/>
            </a:gs>
            <a:gs pos="0">
              <a:schemeClr val="bg2">
                <a:lumMod val="50000"/>
              </a:schemeClr>
            </a:gs>
          </a:gsLst>
          <a:lin ang="5400000" scaled="1"/>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D50CAED-5146-95B5-AA0C-82EB84FED226}"/>
              </a:ext>
            </a:extLst>
          </p:cNvPr>
          <p:cNvSpPr>
            <a:spLocks noGrp="1"/>
          </p:cNvSpPr>
          <p:nvPr>
            <p:ph type="title"/>
          </p:nvPr>
        </p:nvSpPr>
        <p:spPr>
          <a:xfrm>
            <a:off x="546100" y="365125"/>
            <a:ext cx="10495943" cy="777875"/>
          </a:xfrm>
          <a:prstGeom prst="rect">
            <a:avLst/>
          </a:prstGeom>
        </p:spPr>
        <p:txBody>
          <a:bodyPr vert="horz" lIns="0" tIns="176400" rIns="0" bIns="0" rtlCol="0" anchor="t" anchorCtr="0">
            <a:normAutofit/>
          </a:bodyPr>
          <a:lstStyle/>
          <a:p>
            <a:r>
              <a:rPr lang="en-US"/>
              <a:t>Click to edit Master title style</a:t>
            </a:r>
          </a:p>
        </p:txBody>
      </p:sp>
      <p:sp>
        <p:nvSpPr>
          <p:cNvPr id="3" name="Text Placeholder 2">
            <a:extLst>
              <a:ext uri="{FF2B5EF4-FFF2-40B4-BE49-F238E27FC236}">
                <a16:creationId xmlns:a16="http://schemas.microsoft.com/office/drawing/2014/main" id="{1D450FF8-80F4-FB91-EED3-2B95EB592214}"/>
              </a:ext>
            </a:extLst>
          </p:cNvPr>
          <p:cNvSpPr>
            <a:spLocks noGrp="1"/>
          </p:cNvSpPr>
          <p:nvPr>
            <p:ph type="body" idx="1"/>
          </p:nvPr>
        </p:nvSpPr>
        <p:spPr>
          <a:xfrm>
            <a:off x="546100" y="1524000"/>
            <a:ext cx="11104562" cy="475773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CA7F1224-4265-9B42-372F-30A22B4AF259}"/>
              </a:ext>
            </a:extLst>
          </p:cNvPr>
          <p:cNvSpPr>
            <a:spLocks noGrp="1"/>
          </p:cNvSpPr>
          <p:nvPr>
            <p:ph type="ftr" sz="quarter" idx="3"/>
          </p:nvPr>
        </p:nvSpPr>
        <p:spPr>
          <a:xfrm>
            <a:off x="539749" y="6492925"/>
            <a:ext cx="8302626" cy="153888"/>
          </a:xfrm>
          <a:prstGeom prst="rect">
            <a:avLst/>
          </a:prstGeom>
        </p:spPr>
        <p:txBody>
          <a:bodyPr vert="horz" wrap="square" lIns="0" tIns="0" rIns="0" bIns="0" rtlCol="0" anchor="b" anchorCtr="0">
            <a:spAutoFit/>
          </a:bodyPr>
          <a:lstStyle>
            <a:lvl1pPr>
              <a:defRPr lang="en-US" sz="1000" dirty="0">
                <a:latin typeface="+mn-lt"/>
              </a:defRPr>
            </a:lvl1pPr>
          </a:lstStyle>
          <a:p>
            <a:pPr>
              <a:buClr>
                <a:schemeClr val="tx2"/>
              </a:buClr>
              <a:buSzPct val="120000"/>
              <a:buFont typeface="Verdana" panose="020F0502020204030204" pitchFamily="34" charset="0"/>
              <a:buNone/>
            </a:pPr>
            <a:endParaRPr lang="en-GB"/>
          </a:p>
        </p:txBody>
      </p:sp>
      <p:sp>
        <p:nvSpPr>
          <p:cNvPr id="4" name="Date Placeholder 3">
            <a:extLst>
              <a:ext uri="{FF2B5EF4-FFF2-40B4-BE49-F238E27FC236}">
                <a16:creationId xmlns:a16="http://schemas.microsoft.com/office/drawing/2014/main" id="{A56E8E69-9E7A-79AE-DEF5-19C280737A0B}"/>
              </a:ext>
            </a:extLst>
          </p:cNvPr>
          <p:cNvSpPr>
            <a:spLocks noGrp="1"/>
          </p:cNvSpPr>
          <p:nvPr>
            <p:ph type="dt" sz="half" idx="2"/>
          </p:nvPr>
        </p:nvSpPr>
        <p:spPr>
          <a:xfrm>
            <a:off x="10375900" y="6492925"/>
            <a:ext cx="1270000" cy="153888"/>
          </a:xfrm>
          <a:prstGeom prst="rect">
            <a:avLst/>
          </a:prstGeom>
        </p:spPr>
        <p:txBody>
          <a:bodyPr vert="horz" wrap="square" lIns="0" tIns="0" rIns="0" bIns="0" rtlCol="0" anchor="b" anchorCtr="0">
            <a:spAutoFit/>
          </a:bodyPr>
          <a:lstStyle>
            <a:lvl1pPr>
              <a:defRPr lang="en-US" sz="1000" smtClean="0">
                <a:latin typeface="+mn-lt"/>
              </a:defRPr>
            </a:lvl1pPr>
          </a:lstStyle>
          <a:p>
            <a:pPr algn="r">
              <a:buClr>
                <a:schemeClr val="tx2"/>
              </a:buClr>
              <a:buSzPct val="120000"/>
              <a:buFont typeface="Verdana" panose="020F0502020204030204" pitchFamily="34" charset="0"/>
              <a:buNone/>
            </a:pPr>
            <a:fld id="{7E41EA80-3ECC-4E9E-BDED-596FA76E9088}" type="datetimeFigureOut">
              <a:rPr lang="en-GB" smtClean="0"/>
              <a:pPr algn="r">
                <a:buClr>
                  <a:schemeClr val="tx2"/>
                </a:buClr>
                <a:buSzPct val="120000"/>
                <a:buFont typeface="Verdana" panose="020F0502020204030204" pitchFamily="34" charset="0"/>
                <a:buNone/>
              </a:pPr>
              <a:t>14/01/2026</a:t>
            </a:fld>
            <a:endParaRPr lang="en-GB"/>
          </a:p>
        </p:txBody>
      </p:sp>
      <p:sp>
        <p:nvSpPr>
          <p:cNvPr id="6" name="Slide Number Placeholder 5">
            <a:extLst>
              <a:ext uri="{FF2B5EF4-FFF2-40B4-BE49-F238E27FC236}">
                <a16:creationId xmlns:a16="http://schemas.microsoft.com/office/drawing/2014/main" id="{6C11BAD8-5B8C-5850-0601-3F05CC6FE37A}"/>
              </a:ext>
            </a:extLst>
          </p:cNvPr>
          <p:cNvSpPr>
            <a:spLocks noGrp="1"/>
          </p:cNvSpPr>
          <p:nvPr>
            <p:ph type="sldNum" sz="quarter" idx="4"/>
          </p:nvPr>
        </p:nvSpPr>
        <p:spPr>
          <a:xfrm>
            <a:off x="11649074" y="6492925"/>
            <a:ext cx="542925" cy="153888"/>
          </a:xfrm>
          <a:prstGeom prst="rect">
            <a:avLst/>
          </a:prstGeom>
        </p:spPr>
        <p:txBody>
          <a:bodyPr vert="horz" wrap="square" lIns="0" tIns="0" rIns="0" bIns="0" rtlCol="0" anchor="b" anchorCtr="0">
            <a:spAutoFit/>
          </a:bodyPr>
          <a:lstStyle>
            <a:lvl1pPr algn="ctr">
              <a:defRPr lang="en-US" sz="1000" b="0" smtClean="0">
                <a:solidFill>
                  <a:schemeClr val="tx2"/>
                </a:solidFill>
                <a:latin typeface="+mn-lt"/>
              </a:defRPr>
            </a:lvl1pPr>
          </a:lstStyle>
          <a:p>
            <a:pPr>
              <a:buClr>
                <a:schemeClr val="tx2"/>
              </a:buClr>
              <a:buSzPct val="120000"/>
              <a:buFont typeface="Verdana" panose="020F0502020204030204" pitchFamily="34" charset="0"/>
              <a:buNone/>
            </a:pPr>
            <a:fld id="{68C08D16-C227-489D-8B10-B6EE065660A6}" type="slidenum">
              <a:rPr lang="en-GB" smtClean="0"/>
              <a:pPr>
                <a:buClr>
                  <a:schemeClr val="tx2"/>
                </a:buClr>
                <a:buSzPct val="120000"/>
                <a:buFont typeface="Verdana" panose="020F0502020204030204" pitchFamily="34" charset="0"/>
                <a:buNone/>
              </a:pPr>
              <a:t>‹#›</a:t>
            </a:fld>
            <a:endParaRPr lang="en-GB"/>
          </a:p>
        </p:txBody>
      </p:sp>
    </p:spTree>
    <p:extLst>
      <p:ext uri="{BB962C8B-B14F-4D97-AF65-F5344CB8AC3E}">
        <p14:creationId xmlns:p14="http://schemas.microsoft.com/office/powerpoint/2010/main" val="388650281"/>
      </p:ext>
    </p:extLst>
  </p:cSld>
  <p:clrMap bg1="dk1" tx1="lt1" bg2="dk2" tx2="lt2" accent1="accent1" accent2="accent2" accent3="accent3" accent4="accent4" accent5="accent5" accent6="accent6" hlink="hlink" folHlink="folHlink"/>
  <p:sldLayoutIdLst>
    <p:sldLayoutId id="2147483672" r:id="rId1"/>
    <p:sldLayoutId id="2147483650" r:id="rId2"/>
    <p:sldLayoutId id="2147483678" r:id="rId3"/>
    <p:sldLayoutId id="2147483652" r:id="rId4"/>
    <p:sldLayoutId id="2147483653" r:id="rId5"/>
    <p:sldLayoutId id="2147483654" r:id="rId6"/>
    <p:sldLayoutId id="2147483655" r:id="rId7"/>
    <p:sldLayoutId id="2147483685" r:id="rId8"/>
    <p:sldLayoutId id="2147483687" r:id="rId9"/>
    <p:sldLayoutId id="2147483656" r:id="rId10"/>
    <p:sldLayoutId id="2147483657" r:id="rId11"/>
    <p:sldLayoutId id="2147483683" r:id="rId12"/>
    <p:sldLayoutId id="2147483680" r:id="rId13"/>
    <p:sldLayoutId id="2147483684" r:id="rId14"/>
    <p:sldLayoutId id="2147483679" r:id="rId15"/>
    <p:sldLayoutId id="2147483667" r:id="rId16"/>
    <p:sldLayoutId id="2147483660" r:id="rId17"/>
    <p:sldLayoutId id="2147483668" r:id="rId18"/>
    <p:sldLayoutId id="2147483674" r:id="rId19"/>
    <p:sldLayoutId id="2147483662" r:id="rId20"/>
    <p:sldLayoutId id="2147483663" r:id="rId21"/>
    <p:sldLayoutId id="2147483688" r:id="rId2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100000"/>
        </a:lnSpc>
        <a:spcBef>
          <a:spcPts val="0"/>
        </a:spcBef>
        <a:buNone/>
        <a:defRPr sz="2800" b="1" i="0" kern="1200" baseline="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0"/>
        </a:spcBef>
        <a:buFont typeface="Verdana"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00000"/>
        </a:lnSpc>
        <a:spcBef>
          <a:spcPts val="0"/>
        </a:spcBef>
        <a:buFont typeface="Verdana"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00000"/>
        </a:lnSpc>
        <a:spcBef>
          <a:spcPts val="0"/>
        </a:spcBef>
        <a:buFont typeface="Verdana"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0"/>
        </a:spcBef>
        <a:buFont typeface="Verdana"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00000"/>
        </a:lnSpc>
        <a:spcBef>
          <a:spcPts val="0"/>
        </a:spcBef>
        <a:buFont typeface="Verdana"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100000"/>
        </a:lnSpc>
        <a:spcBef>
          <a:spcPts val="0"/>
        </a:spcBef>
        <a:buFont typeface="Verdana" panose="020B0604020202020204" pitchFamily="34" charset="0"/>
        <a:buChar char="•"/>
        <a:defRPr sz="1200" kern="1200">
          <a:solidFill>
            <a:schemeClr val="tx1"/>
          </a:solidFill>
          <a:latin typeface="Verdana" panose="020B0604030504040204" pitchFamily="34" charset="0"/>
          <a:ea typeface="+mn-ea"/>
          <a:cs typeface="+mn-cs"/>
        </a:defRPr>
      </a:lvl6pPr>
      <a:lvl7pPr marL="2971800" indent="-228600" algn="l" defTabSz="914400" rtl="0" eaLnBrk="1" latinLnBrk="0" hangingPunct="1">
        <a:lnSpc>
          <a:spcPct val="100000"/>
        </a:lnSpc>
        <a:spcBef>
          <a:spcPts val="0"/>
        </a:spcBef>
        <a:buFont typeface="Verdana" panose="020B0604020202020204" pitchFamily="34" charset="0"/>
        <a:buChar char="•"/>
        <a:defRPr sz="1200" kern="1200">
          <a:solidFill>
            <a:schemeClr val="tx1"/>
          </a:solidFill>
          <a:latin typeface="Verdana" panose="020B0604030504040204" pitchFamily="34" charset="0"/>
          <a:ea typeface="+mn-ea"/>
          <a:cs typeface="+mn-cs"/>
        </a:defRPr>
      </a:lvl7pPr>
      <a:lvl8pPr marL="3429000" indent="-228600" algn="l" defTabSz="914400" rtl="0" eaLnBrk="1" latinLnBrk="0" hangingPunct="1">
        <a:lnSpc>
          <a:spcPct val="100000"/>
        </a:lnSpc>
        <a:spcBef>
          <a:spcPts val="0"/>
        </a:spcBef>
        <a:buFont typeface="Verdana" panose="020B0604020202020204" pitchFamily="34" charset="0"/>
        <a:buChar char="•"/>
        <a:defRPr sz="1100" kern="1200">
          <a:solidFill>
            <a:schemeClr val="tx1"/>
          </a:solidFill>
          <a:latin typeface="Verdana" panose="020B0604030504040204" pitchFamily="34" charset="0"/>
          <a:ea typeface="+mn-ea"/>
          <a:cs typeface="+mn-cs"/>
        </a:defRPr>
      </a:lvl8pPr>
      <a:lvl9pPr marL="3886200" indent="-228600" algn="l" defTabSz="914400" rtl="0" eaLnBrk="1" latinLnBrk="0" hangingPunct="1">
        <a:lnSpc>
          <a:spcPct val="100000"/>
        </a:lnSpc>
        <a:spcBef>
          <a:spcPts val="0"/>
        </a:spcBef>
        <a:buFont typeface="Verdana" panose="020B0604020202020204" pitchFamily="34" charset="0"/>
        <a:buChar char="•"/>
        <a:defRPr sz="900" kern="1200">
          <a:solidFill>
            <a:schemeClr val="tx1"/>
          </a:solidFill>
          <a:latin typeface="Verdana" panose="020B0604030504040204" pitchFamily="34" charset="0"/>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FA489"/>
          </p15:clr>
        </p15:guide>
        <p15:guide id="2" pos="7680" userDrawn="1">
          <p15:clr>
            <a:srgbClr val="FFA489"/>
          </p15:clr>
        </p15:guide>
        <p15:guide id="3" pos="344" userDrawn="1">
          <p15:clr>
            <a:srgbClr val="FFA489"/>
          </p15:clr>
        </p15:guide>
        <p15:guide id="4" pos="1144" userDrawn="1">
          <p15:clr>
            <a:srgbClr val="FFA489"/>
          </p15:clr>
        </p15:guide>
        <p15:guide id="5" pos="1224" userDrawn="1">
          <p15:clr>
            <a:srgbClr val="FFA489"/>
          </p15:clr>
        </p15:guide>
        <p15:guide id="6" pos="2032" userDrawn="1">
          <p15:clr>
            <a:srgbClr val="FFA489"/>
          </p15:clr>
        </p15:guide>
        <p15:guide id="7" pos="2112" userDrawn="1">
          <p15:clr>
            <a:srgbClr val="FFA489"/>
          </p15:clr>
        </p15:guide>
        <p15:guide id="8" pos="2912" userDrawn="1">
          <p15:clr>
            <a:srgbClr val="FFA489"/>
          </p15:clr>
        </p15:guide>
        <p15:guide id="9" pos="2992" userDrawn="1">
          <p15:clr>
            <a:srgbClr val="FFA489"/>
          </p15:clr>
        </p15:guide>
        <p15:guide id="10" pos="3800" userDrawn="1">
          <p15:clr>
            <a:srgbClr val="FFA489"/>
          </p15:clr>
        </p15:guide>
        <p15:guide id="11" pos="3880" userDrawn="1">
          <p15:clr>
            <a:srgbClr val="FFA489"/>
          </p15:clr>
        </p15:guide>
        <p15:guide id="12" pos="4688" userDrawn="1">
          <p15:clr>
            <a:srgbClr val="FFA489"/>
          </p15:clr>
        </p15:guide>
        <p15:guide id="13" pos="4768" userDrawn="1">
          <p15:clr>
            <a:srgbClr val="FFA489"/>
          </p15:clr>
        </p15:guide>
        <p15:guide id="14" pos="5568" userDrawn="1">
          <p15:clr>
            <a:srgbClr val="FFA489"/>
          </p15:clr>
        </p15:guide>
        <p15:guide id="15" pos="5648" userDrawn="1">
          <p15:clr>
            <a:srgbClr val="FFA489"/>
          </p15:clr>
        </p15:guide>
        <p15:guide id="16" pos="6456" userDrawn="1">
          <p15:clr>
            <a:srgbClr val="FFA489"/>
          </p15:clr>
        </p15:guide>
        <p15:guide id="17" pos="6536" userDrawn="1">
          <p15:clr>
            <a:srgbClr val="FFA489"/>
          </p15:clr>
        </p15:guide>
        <p15:guide id="18" pos="7336" userDrawn="1">
          <p15:clr>
            <a:srgbClr val="FFA489"/>
          </p15:clr>
        </p15:guide>
        <p15:guide id="19" orient="horz" userDrawn="1">
          <p15:clr>
            <a:srgbClr val="FFA489"/>
          </p15:clr>
        </p15:guide>
        <p15:guide id="20" orient="horz" pos="4320" userDrawn="1">
          <p15:clr>
            <a:srgbClr val="FFA489"/>
          </p15:clr>
        </p15:guide>
        <p15:guide id="21" orient="horz" pos="224" userDrawn="1">
          <p15:clr>
            <a:srgbClr val="FFA489"/>
          </p15:clr>
        </p15:guide>
        <p15:guide id="22" orient="horz" pos="3960" userDrawn="1">
          <p15:clr>
            <a:srgbClr val="FFA489"/>
          </p15:clr>
        </p15:guide>
        <p15:guide id="23" orient="horz" pos="720" userDrawn="1">
          <p15:clr>
            <a:srgbClr val="FFA489"/>
          </p15:clr>
        </p15:guide>
        <p15:guide id="24" orient="horz" pos="960" userDrawn="1">
          <p15:clr>
            <a:srgbClr val="FFA489"/>
          </p15:clr>
        </p15:guide>
        <p15:guide id="25" orient="horz" pos="1650" userDrawn="1">
          <p15:clr>
            <a:srgbClr val="FFA489"/>
          </p15:clr>
        </p15:guide>
        <p15:guide id="26" orient="horz" pos="1729" userDrawn="1">
          <p15:clr>
            <a:srgbClr val="FFA489"/>
          </p15:clr>
        </p15:guide>
        <p15:guide id="27" orient="horz" pos="2420" userDrawn="1">
          <p15:clr>
            <a:srgbClr val="FFA489"/>
          </p15:clr>
        </p15:guide>
        <p15:guide id="28" orient="horz" pos="2499" userDrawn="1">
          <p15:clr>
            <a:srgbClr val="FFA489"/>
          </p15:clr>
        </p15:guide>
        <p15:guide id="29" orient="horz" pos="3190" userDrawn="1">
          <p15:clr>
            <a:srgbClr val="FFA489"/>
          </p15:clr>
        </p15:guide>
        <p15:guide id="30" orient="horz" pos="3269" userDrawn="1">
          <p15:clr>
            <a:srgbClr val="FFA489"/>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0" sz="quarter"/>
          </p:nvPr>
        </p:nvSpPr>
        <p:spPr/>
        <p:txBody>
          <a:bodyPr/>
          <a:p/>
        </p:txBody>
      </p:sp>
      <p:sp>
        <p:nvSpPr>
          <p:cNvPr id="3" name="Title 2"/>
          <p:cNvSpPr>
            <a:spLocks noGrp="1"/>
          </p:cNvSpPr>
          <p:nvPr>
            <p:ph type="ctrTitle"/>
          </p:nvPr>
        </p:nvSpPr>
        <p:spPr/>
        <p:txBody>
          <a:bodyPr/>
          <a:lstStyle/>
          <a:p>
            <a:r>
              <a:rPr b="1" sz="4000">
                <a:solidFill>
                  <a:srgbClr val="FFFFFF"/>
                </a:solidFill>
                <a:latin typeface="Verdana"/>
              </a:rPr>
              <a:t>Agentic Health Interoperability</a:t>
            </a:r>
          </a:p>
          <a:p>
            <a:r>
              <a:rPr b="0" sz="2000">
                <a:solidFill>
                  <a:srgbClr val="A0A0B0"/>
                </a:solidFill>
                <a:latin typeface="Verdana"/>
              </a:rPr>
              <a:t>From conversation to production in minutes.</a:t>
            </a:r>
          </a:p>
          <a:p>
            <a:r>
              <a:rPr b="0" sz="1600">
                <a:solidFill>
                  <a:srgbClr val="00B2A9"/>
                </a:solidFill>
                <a:latin typeface="Verdana"/>
              </a:rPr>
              <a:t>Built 100% on the InterSystems %AI Framework.</a:t>
            </a:r>
          </a:p>
        </p:txBody>
      </p:sp>
      <p:sp>
        <p:nvSpPr>
          <p:cNvPr id="4" name="Subtitle 3"/>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800">
                <a:solidFill>
                  <a:srgbClr val="FFFFFF"/>
                </a:solidFill>
                <a:latin typeface="Verdana"/>
              </a:rPr>
              <a:t>Why this matters now</a:t>
            </a:r>
          </a:p>
        </p:txBody>
      </p:sp>
      <p:sp>
        <p:nvSpPr>
          <p:cNvPr id="3" name="Content Placeholder 2"/>
          <p:cNvSpPr>
            <a:spLocks noGrp="1"/>
          </p:cNvSpPr>
          <p:nvPr>
            <p:ph idx="1"/>
          </p:nvPr>
        </p:nvSpPr>
        <p:spPr/>
        <p:txBody>
          <a:bodyPr/>
          <a:lstStyle/>
          <a:p>
            <a:pPr>
              <a:spcBef>
                <a:spcPts val="1000"/>
              </a:spcBef>
              <a:spcAft>
                <a:spcPts val="400"/>
              </a:spcAft>
            </a:pPr>
            <a:r>
              <a:rPr b="1" sz="1800">
                <a:solidFill>
                  <a:srgbClr val="00B2A9"/>
                </a:solidFill>
                <a:latin typeface="Verdana"/>
              </a:rPr>
              <a:t>Integration is our most expensive customer surface.</a:t>
            </a:r>
            <a:r>
              <a:rPr b="0" sz="1800">
                <a:solidFill>
                  <a:srgbClr val="FFFFFF"/>
                </a:solidFill>
                <a:latin typeface="Verdana"/>
              </a:rPr>
              <a:t>  —  A complex HL7-to-FHIR interface takes a senior engineer two to three days. Most of that time is spent searching documentation, browsing the class dictionary, and iterating on DTLs.</a:t>
            </a:r>
          </a:p>
          <a:p>
            <a:pPr>
              <a:spcBef>
                <a:spcPts val="1000"/>
              </a:spcBef>
              <a:spcAft>
                <a:spcPts val="400"/>
              </a:spcAft>
            </a:pPr>
            <a:r>
              <a:rPr b="1" sz="1800">
                <a:solidFill>
                  <a:srgbClr val="00B2A9"/>
                </a:solidFill>
                <a:latin typeface="Verdana"/>
              </a:rPr>
              <a:t>The skills gap keeps widening.</a:t>
            </a:r>
            <a:r>
              <a:rPr b="0" sz="1800">
                <a:solidFill>
                  <a:srgbClr val="FFFFFF"/>
                </a:solidFill>
                <a:latin typeface="Verdana"/>
              </a:rPr>
              <a:t>  —  Healthcare data expertise (HL7, FHIR, SDA) is one labor market. InterSystems platform fluency (Productions, DTL, BPL, Adapters) is another. New engineers need months to bridge them.</a:t>
            </a:r>
          </a:p>
          <a:p>
            <a:pPr>
              <a:spcBef>
                <a:spcPts val="1000"/>
              </a:spcBef>
              <a:spcAft>
                <a:spcPts val="400"/>
              </a:spcAft>
            </a:pPr>
            <a:r>
              <a:rPr b="1" sz="1800">
                <a:solidFill>
                  <a:srgbClr val="00B2A9"/>
                </a:solidFill>
                <a:latin typeface="Verdana"/>
              </a:rPr>
              <a:t>Competitors are productizing AI for integration.</a:t>
            </a:r>
            <a:r>
              <a:rPr b="0" sz="1800">
                <a:solidFill>
                  <a:srgbClr val="FFFFFF"/>
                </a:solidFill>
                <a:latin typeface="Verdana"/>
              </a:rPr>
              <a:t>  —  Rhapsody, Smile CDR, and cloud HDS players are all moving here. The window to lead with a native, framework-grounded approach is now.</a:t>
            </a:r>
          </a:p>
        </p:txBody>
      </p:sp>
      <p:sp>
        <p:nvSpPr>
          <p:cNvPr id="4" name="Text Placeholder 3"/>
          <p:cNvSpPr>
            <a:spLocks noGrp="1"/>
          </p:cNvSpPr>
          <p:nvPr>
            <p:ph type="body" idx="14" sz="quarter"/>
          </p:nvPr>
        </p:nvSpPr>
        <p:spPr/>
        <p:txBody>
          <a:bodyPr/>
          <a:lstStyle/>
          <a:p>
            <a:r>
              <a:rPr b="0" sz="1400">
                <a:solidFill>
                  <a:srgbClr val="A0A0B0"/>
                </a:solidFill>
                <a:latin typeface="Verdana"/>
              </a:rPr>
              <a:t>The cost is not the tooling. The cost is engineer time and time-to-revenue on every implementation.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800">
                <a:solidFill>
                  <a:srgbClr val="FFFFFF"/>
                </a:solidFill>
                <a:latin typeface="Verdana"/>
              </a:rPr>
              <a:t>What we built</a:t>
            </a:r>
          </a:p>
        </p:txBody>
      </p:sp>
      <p:sp>
        <p:nvSpPr>
          <p:cNvPr id="3" name="Content Placeholder 2"/>
          <p:cNvSpPr>
            <a:spLocks noGrp="1"/>
          </p:cNvSpPr>
          <p:nvPr>
            <p:ph idx="1"/>
          </p:nvPr>
        </p:nvSpPr>
        <p:spPr/>
        <p:txBody>
          <a:bodyPr/>
          <a:lstStyle/>
          <a:p>
            <a:pPr>
              <a:spcBef>
                <a:spcPts val="1000"/>
              </a:spcBef>
              <a:spcAft>
                <a:spcPts val="400"/>
              </a:spcAft>
            </a:pPr>
            <a:r>
              <a:rPr b="1" sz="1800">
                <a:solidFill>
                  <a:srgbClr val="00B2A9"/>
                </a:solidFill>
                <a:latin typeface="Verdana"/>
              </a:rPr>
              <a:t>A copilot, native to IRIS for Health.</a:t>
            </a:r>
            <a:r>
              <a:rPr b="0" sz="1800">
                <a:solidFill>
                  <a:srgbClr val="FFFFFF"/>
                </a:solidFill>
                <a:latin typeface="Verdana"/>
              </a:rPr>
              <a:t>  —  Engineers describe goals in plain English. The agent searches, plans, builds, and tests inside an IRIS namespace. 64 classes, one IPM package.</a:t>
            </a:r>
          </a:p>
          <a:p>
            <a:pPr>
              <a:spcBef>
                <a:spcPts val="1000"/>
              </a:spcBef>
              <a:spcAft>
                <a:spcPts val="400"/>
              </a:spcAft>
            </a:pPr>
            <a:r>
              <a:rPr b="1" sz="1800">
                <a:solidFill>
                  <a:srgbClr val="00B2A9"/>
                </a:solidFill>
                <a:latin typeface="Verdana"/>
              </a:rPr>
              <a:t>100% on the %AI Framework.</a:t>
            </a:r>
            <a:r>
              <a:rPr b="0" sz="1800">
                <a:solidFill>
                  <a:srgbClr val="FFFFFF"/>
                </a:solidFill>
                <a:latin typeface="Verdana"/>
              </a:rPr>
              <a:t>  —  %AI.Agent orchestrates the conversation. %AI.Tool exposes 42 callable methods. %AI.Agent.Skill delivers domain knowledge on demand. %AI.RAG.KnowledgeBase powers semantic search. Zero external orchestration.</a:t>
            </a:r>
          </a:p>
          <a:p>
            <a:pPr>
              <a:spcBef>
                <a:spcPts val="1000"/>
              </a:spcBef>
              <a:spcAft>
                <a:spcPts val="400"/>
              </a:spcAft>
            </a:pPr>
            <a:r>
              <a:rPr b="1" sz="1800">
                <a:solidFill>
                  <a:srgbClr val="00B2A9"/>
                </a:solidFill>
                <a:latin typeface="Verdana"/>
              </a:rPr>
              <a:t>Safe by design.</a:t>
            </a:r>
            <a:r>
              <a:rPr b="0" sz="1800">
                <a:solidFill>
                  <a:srgbClr val="FFFFFF"/>
                </a:solidFill>
                <a:latin typeface="Verdana"/>
              </a:rPr>
              <a:t>  —  Every mutation requires explicit engineer approval. Seven approval gates in a typical production build. Full audit trail. 60-second deadline and 50,000-token budget per turn.</a:t>
            </a:r>
          </a:p>
        </p:txBody>
      </p:sp>
      <p:sp>
        <p:nvSpPr>
          <p:cNvPr id="4" name="Text Placeholder 3"/>
          <p:cNvSpPr>
            <a:spLocks noGrp="1"/>
          </p:cNvSpPr>
          <p:nvPr>
            <p:ph type="body" idx="14" sz="quarter"/>
          </p:nvPr>
        </p:nvSpPr>
        <p:spPr/>
        <p:txBody>
          <a:bodyPr/>
          <a:lstStyle/>
          <a:p>
            <a:r>
              <a:rPr b="0" sz="1400">
                <a:solidFill>
                  <a:srgbClr val="A0A0B0"/>
                </a:solidFill>
                <a:latin typeface="Verdana"/>
              </a:rPr>
              <a:t>Ships as one IPM package. Installs into any IRIS for Health 2026.2+ namespace with a single command.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800">
                <a:solidFill>
                  <a:srgbClr val="FFFFFF"/>
                </a:solidFill>
                <a:latin typeface="Verdana"/>
              </a:rPr>
              <a:t>Foundation: the %AI Framework</a:t>
            </a:r>
          </a:p>
        </p:txBody>
      </p:sp>
      <p:sp>
        <p:nvSpPr>
          <p:cNvPr id="3" name="Content Placeholder 2"/>
          <p:cNvSpPr>
            <a:spLocks noGrp="1"/>
          </p:cNvSpPr>
          <p:nvPr>
            <p:ph idx="1"/>
          </p:nvPr>
        </p:nvSpPr>
        <p:spPr/>
        <p:txBody>
          <a:bodyPr/>
          <a:lstStyle/>
          <a:p>
            <a:pPr>
              <a:spcBef>
                <a:spcPts val="1000"/>
              </a:spcBef>
              <a:spcAft>
                <a:spcPts val="400"/>
              </a:spcAft>
            </a:pPr>
            <a:r>
              <a:rPr b="1" sz="1800">
                <a:solidFill>
                  <a:srgbClr val="00B2A9"/>
                </a:solidFill>
                <a:latin typeface="Verdana"/>
              </a:rPr>
              <a:t>%AI.Agent</a:t>
            </a:r>
            <a:r>
              <a:rPr b="0" sz="1800">
                <a:solidFill>
                  <a:srgbClr val="FFFFFF"/>
                </a:solidFill>
                <a:latin typeface="Verdana"/>
              </a:rPr>
              <a:t>  —  Orchestrates the full conversation loop. Receives the user prompt, decides which tools to call, manages context across turns, enforces iteration limits. One agent class, configured through the admin UI.</a:t>
            </a:r>
          </a:p>
          <a:p>
            <a:pPr>
              <a:spcBef>
                <a:spcPts val="1000"/>
              </a:spcBef>
              <a:spcAft>
                <a:spcPts val="400"/>
              </a:spcAft>
            </a:pPr>
            <a:r>
              <a:rPr b="1" sz="1800">
                <a:solidFill>
                  <a:srgbClr val="00B2A9"/>
                </a:solidFill>
                <a:latin typeface="Verdana"/>
              </a:rPr>
              <a:t>%AI.Tool</a:t>
            </a:r>
            <a:r>
              <a:rPr b="0" sz="1800">
                <a:solidFill>
                  <a:srgbClr val="FFFFFF"/>
                </a:solidFill>
                <a:latin typeface="Verdana"/>
              </a:rPr>
              <a:t>  —  42 public ClassMethods across 5 tool classes (Production, Transform, Testing, Catalog, Monitoring). Each method has a typed schema and a description the LLM reads as its API contract. The agent never calls raw IRIS APIs directly.</a:t>
            </a:r>
          </a:p>
          <a:p>
            <a:pPr>
              <a:spcBef>
                <a:spcPts val="1000"/>
              </a:spcBef>
              <a:spcAft>
                <a:spcPts val="400"/>
              </a:spcAft>
            </a:pPr>
            <a:r>
              <a:rPr b="1" sz="1800">
                <a:solidFill>
                  <a:srgbClr val="00B2A9"/>
                </a:solidFill>
                <a:latin typeface="Verdana"/>
              </a:rPr>
              <a:t>%AI.Agent.Skill</a:t>
            </a:r>
            <a:r>
              <a:rPr b="0" sz="1800">
                <a:solidFill>
                  <a:srgbClr val="FFFFFF"/>
                </a:solidFill>
                <a:latin typeface="Verdana"/>
              </a:rPr>
              <a:t>  —  12 specialist skills distilled from InterSystems documentation. Invoked as sub-agent tools so the LLM loads domain knowledge on demand instead of carrying it all in the system prompt. Saves thousands of tokens per request.</a:t>
            </a:r>
          </a:p>
          <a:p>
            <a:pPr>
              <a:spcBef>
                <a:spcPts val="1000"/>
              </a:spcBef>
              <a:spcAft>
                <a:spcPts val="400"/>
              </a:spcAft>
            </a:pPr>
            <a:r>
              <a:rPr b="1" sz="1800">
                <a:solidFill>
                  <a:srgbClr val="00B2A9"/>
                </a:solidFill>
                <a:latin typeface="Verdana"/>
              </a:rPr>
              <a:t>%AI.RAG.KnowledgeBase</a:t>
            </a:r>
            <a:r>
              <a:rPr b="0" sz="1800">
                <a:solidFill>
                  <a:srgbClr val="FFFFFF"/>
                </a:solidFill>
                <a:latin typeface="Verdana"/>
              </a:rPr>
              <a:t>  —  Two vector catalogs index 222 classes with FastEmbed 384-dimensional embeddings and HNSW search. The agent finds classes by meaning, not by memorized names.</a:t>
            </a:r>
          </a:p>
        </p:txBody>
      </p:sp>
      <p:sp>
        <p:nvSpPr>
          <p:cNvPr id="4" name="Text Placeholder 3"/>
          <p:cNvSpPr>
            <a:spLocks noGrp="1"/>
          </p:cNvSpPr>
          <p:nvPr>
            <p:ph type="body" idx="14" sz="quarter"/>
          </p:nvPr>
        </p:nvSpPr>
        <p:spPr/>
        <p:txBody>
          <a:bodyPr/>
          <a:lstStyle/>
          <a:p>
            <a:r>
              <a:rPr b="0" sz="1400">
                <a:solidFill>
                  <a:srgbClr val="A0A0B0"/>
                </a:solidFill>
                <a:latin typeface="Verdana"/>
              </a:rPr>
              <a:t>Everything runs where the data already lives. No external orchestration layer, no sidecar, no cloud dependency.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800">
                <a:solidFill>
                  <a:srgbClr val="FFFFFF"/>
                </a:solidFill>
                <a:latin typeface="Verdana"/>
              </a:rPr>
              <a:t>Data Catalogs: how the agent knows</a:t>
            </a:r>
          </a:p>
        </p:txBody>
      </p:sp>
      <p:sp>
        <p:nvSpPr>
          <p:cNvPr id="3" name="Content Placeholder 2"/>
          <p:cNvSpPr>
            <a:spLocks noGrp="1"/>
          </p:cNvSpPr>
          <p:nvPr>
            <p:ph idx="1"/>
          </p:nvPr>
        </p:nvSpPr>
        <p:spPr/>
        <p:txBody>
          <a:bodyPr/>
          <a:lstStyle/>
          <a:p>
            <a:pPr>
              <a:spcBef>
                <a:spcPts val="1000"/>
              </a:spcBef>
              <a:spcAft>
                <a:spcPts val="400"/>
              </a:spcAft>
            </a:pPr>
            <a:r>
              <a:rPr b="1" sz="1800">
                <a:solidFill>
                  <a:srgbClr val="00B2A9"/>
                </a:solidFill>
                <a:latin typeface="Verdana"/>
              </a:rPr>
              <a:t>search_ens  (164 classes)</a:t>
            </a:r>
            <a:r>
              <a:rPr b="0" sz="1800">
                <a:solidFill>
                  <a:srgbClr val="FFFFFF"/>
                </a:solidFill>
                <a:latin typeface="Verdana"/>
              </a:rPr>
              <a:t>  —  Every Business Host, Service, Process, Operation, and Adapter in the Ens.* hierarchy. Curated prose descriptions extracted from %Dictionary, not raw class dumps. The agent searches "HL7 TCP inbound service" and finds EnsLib.HL7.Service.TCPService.</a:t>
            </a:r>
          </a:p>
          <a:p>
            <a:pPr>
              <a:spcBef>
                <a:spcPts val="1000"/>
              </a:spcBef>
              <a:spcAft>
                <a:spcPts val="400"/>
              </a:spcAft>
            </a:pPr>
            <a:r>
              <a:rPr b="1" sz="1800">
                <a:solidFill>
                  <a:srgbClr val="00B2A9"/>
                </a:solidFill>
                <a:latin typeface="Verdana"/>
              </a:rPr>
              <a:t>search_hs  (58 classes)</a:t>
            </a:r>
            <a:r>
              <a:rPr b="0" sz="1800">
                <a:solidFill>
                  <a:srgbClr val="FFFFFF"/>
                </a:solidFill>
                <a:latin typeface="Verdana"/>
              </a:rPr>
              <a:t>  —  HealthShare transformation classes, FHIR mappers, SDA helpers, HL7 gateways. The agent searches "HL7 to SDA to FHIR" and finds the exact DTL chain: HL7ToSDA3 + SDA3.vR4.Patient.</a:t>
            </a:r>
          </a:p>
          <a:p>
            <a:pPr>
              <a:spcBef>
                <a:spcPts val="1000"/>
              </a:spcBef>
              <a:spcAft>
                <a:spcPts val="400"/>
              </a:spcAft>
            </a:pPr>
            <a:r>
              <a:rPr b="1" sz="1800">
                <a:solidFill>
                  <a:srgbClr val="00B2A9"/>
                </a:solidFill>
                <a:latin typeface="Verdana"/>
              </a:rPr>
              <a:t>Transformation and Mapping Catalog  (1,538 mappings)</a:t>
            </a:r>
            <a:r>
              <a:rPr b="0" sz="1800">
                <a:solidFill>
                  <a:srgbClr val="FFFFFF"/>
                </a:solidFill>
                <a:latin typeface="Verdana"/>
              </a:rPr>
              <a:t>  —  Pre-computed field-level mappings across HL7 v2, SDA3, FHIR R4, CDA, and X12. The agent traces PID.11 sub-fields through SDA3 Address to FHIR Patient.address and identifies coverage gaps before writing a single line of DTL.</a:t>
            </a:r>
          </a:p>
        </p:txBody>
      </p:sp>
      <p:sp>
        <p:nvSpPr>
          <p:cNvPr id="4" name="Text Placeholder 3"/>
          <p:cNvSpPr>
            <a:spLocks noGrp="1"/>
          </p:cNvSpPr>
          <p:nvPr>
            <p:ph type="body" idx="14" sz="quarter"/>
          </p:nvPr>
        </p:nvSpPr>
        <p:spPr/>
        <p:txBody>
          <a:bodyPr/>
          <a:lstStyle/>
          <a:p>
            <a:r>
              <a:rPr b="0" sz="1400">
                <a:solidFill>
                  <a:srgbClr val="A0A0B0"/>
                </a:solidFill>
                <a:latin typeface="Verdana"/>
              </a:rPr>
              <a:t>The agent does not guess which classes to use. It searches catalogs grounded in the actual class dictionary of the target namespace.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800">
                <a:solidFill>
                  <a:srgbClr val="FFFFFF"/>
                </a:solidFill>
                <a:latin typeface="Verdana"/>
              </a:rPr>
              <a:t>Skills: domain knowledge on demand</a:t>
            </a:r>
          </a:p>
        </p:txBody>
      </p:sp>
      <p:sp>
        <p:nvSpPr>
          <p:cNvPr id="3" name="Content Placeholder 2"/>
          <p:cNvSpPr>
            <a:spLocks noGrp="1"/>
          </p:cNvSpPr>
          <p:nvPr>
            <p:ph idx="1"/>
          </p:nvPr>
        </p:nvSpPr>
        <p:spPr/>
        <p:txBody>
          <a:bodyPr/>
          <a:lstStyle/>
          <a:p>
            <a:pPr>
              <a:spcBef>
                <a:spcPts val="1000"/>
              </a:spcBef>
              <a:spcAft>
                <a:spcPts val="400"/>
              </a:spcAft>
            </a:pPr>
            <a:r>
              <a:rPr b="1" sz="1800">
                <a:solidFill>
                  <a:srgbClr val="00B2A9"/>
                </a:solidFill>
                <a:latin typeface="Verdana"/>
              </a:rPr>
              <a:t>Distilled from InterSystems documentation.</a:t>
            </a:r>
            <a:r>
              <a:rPr b="0" sz="1800">
                <a:solidFill>
                  <a:srgbClr val="FFFFFF"/>
                </a:solidFill>
                <a:latin typeface="Verdana"/>
              </a:rPr>
              <a:t>  —  Each skill is a markdown INSTRUCTIONS document covering one domain: DTL syntax, BPL activities, routing rule patterns, HL7 segment anatomy, FHIR resource structures, SDA3 as a transformation hub. Written by developers who know the platform.</a:t>
            </a:r>
          </a:p>
          <a:p>
            <a:pPr>
              <a:spcBef>
                <a:spcPts val="1000"/>
              </a:spcBef>
              <a:spcAft>
                <a:spcPts val="400"/>
              </a:spcAft>
            </a:pPr>
            <a:r>
              <a:rPr b="1" sz="1800">
                <a:solidFill>
                  <a:srgbClr val="00B2A9"/>
                </a:solidFill>
                <a:latin typeface="Verdana"/>
              </a:rPr>
              <a:t>Invoked on demand, not loaded upfront.</a:t>
            </a:r>
            <a:r>
              <a:rPr b="0" sz="1800">
                <a:solidFill>
                  <a:srgbClr val="FFFFFF"/>
                </a:solidFill>
                <a:latin typeface="Verdana"/>
              </a:rPr>
              <a:t>  —  The LLM calls a skill as a sub-agent tool only when it needs that knowledge. A production build invokes Productions, HL7v2, DTL, and RoutingRules skills. A FHIR pipeline invokes FHIR R4 and SDA. Token cost stays low because only relevant knowledge is loaded.</a:t>
            </a:r>
          </a:p>
          <a:p>
            <a:pPr>
              <a:spcBef>
                <a:spcPts val="1000"/>
              </a:spcBef>
              <a:spcAft>
                <a:spcPts val="400"/>
              </a:spcAft>
            </a:pPr>
            <a:r>
              <a:rPr b="1" sz="1800">
                <a:solidFill>
                  <a:srgbClr val="00B2A9"/>
                </a:solidFill>
                <a:latin typeface="Verdana"/>
              </a:rPr>
              <a:t>12 skills ship today.</a:t>
            </a:r>
            <a:r>
              <a:rPr b="0" sz="1800">
                <a:solidFill>
                  <a:srgbClr val="FFFFFF"/>
                </a:solidFill>
                <a:latin typeface="Verdana"/>
              </a:rPr>
              <a:t>  —  Productions, DTL, BPL, Routing Rules, HL7 v2, FHIR R4, SDA, REST in Productions, ESB Pattern, X12/HIPAA, CDA/C-CDA, and Adapters. Each one teaches the agent platform concepts a new engineer would need months to learn.</a:t>
            </a:r>
          </a:p>
        </p:txBody>
      </p:sp>
      <p:sp>
        <p:nvSpPr>
          <p:cNvPr id="4" name="Text Placeholder 3"/>
          <p:cNvSpPr>
            <a:spLocks noGrp="1"/>
          </p:cNvSpPr>
          <p:nvPr>
            <p:ph type="body" idx="14" sz="quarter"/>
          </p:nvPr>
        </p:nvSpPr>
        <p:spPr/>
        <p:txBody>
          <a:bodyPr/>
          <a:lstStyle/>
          <a:p>
            <a:r>
              <a:rPr b="0" sz="1400">
                <a:solidFill>
                  <a:srgbClr val="A0A0B0"/>
                </a:solidFill>
                <a:latin typeface="Verdana"/>
              </a:rPr>
              <a:t>Skills close the knowledge gap. The agent has the equivalent of a senior InterSystems engineer available for every domain, every time.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4400">
                <a:solidFill>
                  <a:srgbClr val="FFFFFF"/>
                </a:solidFill>
                <a:latin typeface="Verdana"/>
              </a:rPr>
              <a:t>Use case: build an HL7 production</a:t>
            </a:r>
          </a:p>
        </p:txBody>
      </p:sp>
      <p:sp>
        <p:nvSpPr>
          <p:cNvPr id="3" name="Text Placeholder 2"/>
          <p:cNvSpPr>
            <a:spLocks noGrp="1"/>
          </p:cNvSpPr>
          <p:nvPr>
            <p:ph type="body" idx="13" sz="quarter"/>
          </p:nvPr>
        </p:nvSpPr>
        <p:spPr/>
        <p:txBody>
          <a:bodyPr/>
          <a:lstStyle/>
          <a:p>
            <a:r>
              <a:rPr b="0" sz="1800">
                <a:solidFill>
                  <a:srgbClr val="A0A0B0"/>
                </a:solidFill>
                <a:latin typeface="Verdana"/>
              </a:rPr>
              <a:t>An interface engineer asks the copilot to build a complete ADT inbound production.</a:t>
            </a:r>
          </a:p>
        </p:txBody>
      </p:sp>
      <p:pic>
        <p:nvPicPr>
          <p:cNvPr id="4" name="Picture 3" descr="15_chatbot.png"/>
          <p:cNvPicPr>
            <a:picLocks noChangeAspect="1"/>
          </p:cNvPicPr>
          <p:nvPr/>
        </p:nvPicPr>
        <p:blipFill>
          <a:blip r:embed="rId2"/>
          <a:stretch>
            <a:fillRect/>
          </a:stretch>
        </p:blipFill>
        <p:spPr>
          <a:xfrm>
            <a:off x="2700000" y="3200000"/>
            <a:ext cx="6800000" cy="3200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800">
                <a:solidFill>
                  <a:srgbClr val="FFFFFF"/>
                </a:solidFill>
                <a:latin typeface="Verdana"/>
              </a:rPr>
              <a:t>The agent works in four phases</a:t>
            </a:r>
          </a:p>
        </p:txBody>
      </p:sp>
      <p:sp>
        <p:nvSpPr>
          <p:cNvPr id="3" name="Content Placeholder 2"/>
          <p:cNvSpPr>
            <a:spLocks noGrp="1"/>
          </p:cNvSpPr>
          <p:nvPr>
            <p:ph idx="1"/>
          </p:nvPr>
        </p:nvSpPr>
        <p:spPr/>
        <p:txBody>
          <a:bodyPr/>
          <a:lstStyle/>
          <a:p>
            <a:pPr>
              <a:spcBef>
                <a:spcPts val="1000"/>
              </a:spcBef>
              <a:spcAft>
                <a:spcPts val="400"/>
              </a:spcAft>
            </a:pPr>
            <a:r>
              <a:rPr b="1" sz="1800">
                <a:solidFill>
                  <a:srgbClr val="00B2A9"/>
                </a:solidFill>
                <a:latin typeface="Verdana"/>
              </a:rPr>
              <a:t>RESEARCH.</a:t>
            </a:r>
            <a:r>
              <a:rPr b="0" sz="1800">
                <a:solidFill>
                  <a:srgbClr val="FFFFFF"/>
                </a:solidFill>
                <a:latin typeface="Verdana"/>
              </a:rPr>
              <a:t>  —  4 RAG searches across search_ens and search_hs to find the right Service, Router, Operation, and DTL classes. DescribeClass inspects adapter settings on each candidate. Skills for Productions and HL7v2 provide pattern guidance.</a:t>
            </a:r>
          </a:p>
          <a:p>
            <a:pPr>
              <a:spcBef>
                <a:spcPts val="1000"/>
              </a:spcBef>
              <a:spcAft>
                <a:spcPts val="400"/>
              </a:spcAft>
            </a:pPr>
            <a:r>
              <a:rPr b="1" sz="1800">
                <a:solidFill>
                  <a:srgbClr val="00B2A9"/>
                </a:solidFill>
                <a:latin typeface="Verdana"/>
              </a:rPr>
              <a:t>PLAN.</a:t>
            </a:r>
            <a:r>
              <a:rPr b="0" sz="1800">
                <a:solidFill>
                  <a:srgbClr val="FFFFFF"/>
                </a:solidFill>
                <a:latin typeface="Verdana"/>
              </a:rPr>
              <a:t>  —  GetHL7SchemaMap introspects the HL7 v2.5 message structure at sub-field level. DescribeTransformationPipeline traces the HL7-to-SDA-to-FHIR class chain. DTL and RoutingRules skills teach syntax and semantics. The agent presents a complete plan and waits for approval.</a:t>
            </a:r>
          </a:p>
          <a:p>
            <a:pPr>
              <a:spcBef>
                <a:spcPts val="1000"/>
              </a:spcBef>
              <a:spcAft>
                <a:spcPts val="400"/>
              </a:spcAft>
            </a:pPr>
            <a:r>
              <a:rPr b="1" sz="1800">
                <a:solidFill>
                  <a:srgbClr val="00B2A9"/>
                </a:solidFill>
                <a:latin typeface="Verdana"/>
              </a:rPr>
              <a:t>BUILD.</a:t>
            </a:r>
            <a:r>
              <a:rPr b="0" sz="1800">
                <a:solidFill>
                  <a:srgbClr val="FFFFFF"/>
                </a:solidFill>
                <a:latin typeface="Verdana"/>
              </a:rPr>
              <a:t>  —  CreateProduction, AddBusinessHost (x4), BuildDTLXml with schema-resolved paths, CreateDTL, CreateRoutingRule with auto-corrected constraints, UpdateBusinessHostSettings, StartProduction. Seven approval gates. Every mutation is explicit.</a:t>
            </a:r>
          </a:p>
          <a:p>
            <a:pPr>
              <a:spcBef>
                <a:spcPts val="1000"/>
              </a:spcBef>
              <a:spcAft>
                <a:spcPts val="400"/>
              </a:spcAft>
            </a:pPr>
            <a:r>
              <a:rPr b="1" sz="1800">
                <a:solidFill>
                  <a:srgbClr val="00B2A9"/>
                </a:solidFill>
                <a:latin typeface="Verdana"/>
              </a:rPr>
              <a:t>TEST.</a:t>
            </a:r>
            <a:r>
              <a:rPr b="0" sz="1800">
                <a:solidFill>
                  <a:srgbClr val="FFFFFF"/>
                </a:solidFill>
                <a:latin typeface="Verdana"/>
              </a:rPr>
              <a:t>  —  BuildAndSendHL7TestMessage sends a sample ADT A01. ValidateHL7Structure checks the ACK. PostBuildValidation runs a 7-point checklist: production running, hosts enabled, no errors, messages routed, pipeline coverage, settings configured.</a:t>
            </a:r>
          </a:p>
        </p:txBody>
      </p:sp>
      <p:sp>
        <p:nvSpPr>
          <p:cNvPr id="4" name="Text Placeholder 3"/>
          <p:cNvSpPr>
            <a:spLocks noGrp="1"/>
          </p:cNvSpPr>
          <p:nvPr>
            <p:ph type="body" idx="14" sz="quarter"/>
          </p:nvPr>
        </p:nvSpPr>
        <p:spPr/>
        <p:txBody>
          <a:bodyPr/>
          <a:lstStyle/>
          <a:p>
            <a:r>
              <a:rPr b="0" sz="1400">
                <a:solidFill>
                  <a:srgbClr val="A0A0B0"/>
                </a:solidFill>
                <a:latin typeface="Verdana"/>
              </a:rPr>
              <a:t>The engineer made seven decisions. The agent did everything else. 25 tool calls, 4 MCP servers, 3 skills consulted, 4 RAG searches.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800">
                <a:solidFill>
                  <a:srgbClr val="FFFFFF"/>
                </a:solidFill>
                <a:latin typeface="Verdana"/>
              </a:rPr>
              <a:t>Under the hood: 25 tool calls across 4 MCP servers</a:t>
            </a:r>
          </a:p>
        </p:txBody>
      </p:sp>
      <p:pic>
        <p:nvPicPr>
          <p:cNvPr id="3" name="Picture 2" descr="17_tool_flow_production_build.png"/>
          <p:cNvPicPr>
            <a:picLocks noChangeAspect="1"/>
          </p:cNvPicPr>
          <p:nvPr/>
        </p:nvPicPr>
        <p:blipFill>
          <a:blip r:embed="rId2"/>
          <a:stretch>
            <a:fillRect/>
          </a:stretch>
        </p:blipFill>
        <p:spPr>
          <a:xfrm>
            <a:off x="304800" y="1219200"/>
            <a:ext cx="11582400" cy="54864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800">
                <a:solidFill>
                  <a:srgbClr val="FFFFFF"/>
                </a:solidFill>
                <a:latin typeface="Verdana"/>
              </a:rPr>
              <a:t>What it takes to get there</a:t>
            </a:r>
          </a:p>
        </p:txBody>
      </p:sp>
      <p:sp>
        <p:nvSpPr>
          <p:cNvPr id="3" name="Content Placeholder 2"/>
          <p:cNvSpPr>
            <a:spLocks noGrp="1"/>
          </p:cNvSpPr>
          <p:nvPr>
            <p:ph idx="1"/>
          </p:nvPr>
        </p:nvSpPr>
        <p:spPr/>
        <p:txBody>
          <a:bodyPr/>
          <a:lstStyle/>
          <a:p>
            <a:pPr>
              <a:spcBef>
                <a:spcPts val="400"/>
              </a:spcBef>
            </a:pPr>
            <a:r>
              <a:rPr b="0" sz="1600">
                <a:solidFill>
                  <a:srgbClr val="A0A0B0"/>
                </a:solidFill>
                <a:latin typeface="Verdana"/>
              </a:rPr>
              <a:t>Each layer enables the one above it. Remove any layer and the use case breaks.</a:t>
            </a:r>
          </a:p>
          <a:p>
            <a:pPr>
              <a:spcBef>
                <a:spcPts val="800"/>
              </a:spcBef>
              <a:spcAft>
                <a:spcPts val="200"/>
              </a:spcAft>
            </a:pPr>
            <a:r>
              <a:rPr b="1" sz="1700">
                <a:solidFill>
                  <a:srgbClr val="00B2A9"/>
                </a:solidFill>
                <a:latin typeface="Verdana"/>
              </a:rPr>
              <a:t>IRIS for Health</a:t>
            </a:r>
            <a:r>
              <a:rPr b="0" sz="1500">
                <a:solidFill>
                  <a:srgbClr val="FFFFFF"/>
                </a:solidFill>
                <a:latin typeface="Verdana"/>
              </a:rPr>
              <a:t>  —  The runtime. Productions, DTL engine, HL7/FHIR schemas, %Dictionary, event log, message trace. Everything the tools operate on.</a:t>
            </a:r>
          </a:p>
          <a:p>
            <a:pPr>
              <a:spcBef>
                <a:spcPts val="800"/>
              </a:spcBef>
              <a:spcAft>
                <a:spcPts val="200"/>
              </a:spcAft>
            </a:pPr>
            <a:r>
              <a:rPr b="1" sz="1700">
                <a:solidFill>
                  <a:srgbClr val="00B2A9"/>
                </a:solidFill>
                <a:latin typeface="Verdana"/>
              </a:rPr>
              <a:t>%AI Framework</a:t>
            </a:r>
            <a:r>
              <a:rPr b="0" sz="1500">
                <a:solidFill>
                  <a:srgbClr val="FFFFFF"/>
                </a:solidFill>
                <a:latin typeface="Verdana"/>
              </a:rPr>
              <a:t>  —  %AI.Agent, %AI.Tool, %AI.Agent.Skill, %AI.RAG.KnowledgeBase. The orchestration layer that connects the LLM to IRIS internals without external middleware.</a:t>
            </a:r>
          </a:p>
          <a:p>
            <a:pPr>
              <a:spcBef>
                <a:spcPts val="800"/>
              </a:spcBef>
              <a:spcAft>
                <a:spcPts val="200"/>
              </a:spcAft>
            </a:pPr>
            <a:r>
              <a:rPr b="1" sz="1700">
                <a:solidFill>
                  <a:srgbClr val="00B2A9"/>
                </a:solidFill>
                <a:latin typeface="Verdana"/>
              </a:rPr>
              <a:t>Data Catalogs</a:t>
            </a:r>
            <a:r>
              <a:rPr b="0" sz="1500">
                <a:solidFill>
                  <a:srgbClr val="FFFFFF"/>
                </a:solidFill>
                <a:latin typeface="Verdana"/>
              </a:rPr>
              <a:t>  —  222 classes indexed with semantic embeddings. 1,538 field-level mappings. The agent searches by intent ("HL7 TCP inbound") and gets the exact class name, adapter settings, and parameter list.</a:t>
            </a:r>
          </a:p>
          <a:p>
            <a:pPr>
              <a:spcBef>
                <a:spcPts val="800"/>
              </a:spcBef>
              <a:spcAft>
                <a:spcPts val="200"/>
              </a:spcAft>
            </a:pPr>
            <a:r>
              <a:rPr b="1" sz="1700">
                <a:solidFill>
                  <a:srgbClr val="00B2A9"/>
                </a:solidFill>
                <a:latin typeface="Verdana"/>
              </a:rPr>
              <a:t>Skills</a:t>
            </a:r>
            <a:r>
              <a:rPr b="0" sz="1500">
                <a:solidFill>
                  <a:srgbClr val="FFFFFF"/>
                </a:solidFill>
                <a:latin typeface="Verdana"/>
              </a:rPr>
              <a:t>  —  12 domain experts distilled from documentation. The agent loads RoutingRules skill and learns that constraints must match the INCOMING message type, not the transformed output. Without this, the routing rule would be wrong.</a:t>
            </a:r>
          </a:p>
          <a:p>
            <a:pPr>
              <a:spcBef>
                <a:spcPts val="800"/>
              </a:spcBef>
              <a:spcAft>
                <a:spcPts val="200"/>
              </a:spcAft>
            </a:pPr>
            <a:r>
              <a:rPr b="1" sz="1700">
                <a:solidFill>
                  <a:srgbClr val="00B2A9"/>
                </a:solidFill>
                <a:latin typeface="Verdana"/>
              </a:rPr>
              <a:t>Tools</a:t>
            </a:r>
            <a:r>
              <a:rPr b="0" sz="1500">
                <a:solidFill>
                  <a:srgbClr val="FFFFFF"/>
                </a:solidFill>
                <a:latin typeface="Verdana"/>
              </a:rPr>
              <a:t>  —  42 methods that execute real IRIS APIs. BuildDTLXml resolves virtual document paths from the schema. CreateRoutingRule auto-corrects constraint mismatches. PostBuildValidation runs 7 checks. The tools enforce correctness the LLM cannot.</a:t>
            </a:r>
          </a:p>
        </p:txBody>
      </p:sp>
      <p:sp>
        <p:nvSpPr>
          <p:cNvPr id="4" name="Text Placeholder 3"/>
          <p:cNvSpPr>
            <a:spLocks noGrp="1"/>
          </p:cNvSpPr>
          <p:nvPr>
            <p:ph type="body" idx="14" sz="quarter"/>
          </p:nvPr>
        </p:nvSpPr>
        <p:spPr/>
        <p:txBody>
          <a:bodyPr/>
          <a:lstStyle/>
          <a:p>
            <a:r>
              <a:rPr b="0" sz="1400">
                <a:solidFill>
                  <a:srgbClr val="A0A0B0"/>
                </a:solidFill>
                <a:latin typeface="Verdana"/>
              </a:rPr>
              <a:t>The LLM provides language understanding. Everything else comes from the layers above.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800">
                <a:solidFill>
                  <a:srgbClr val="FFFFFF"/>
                </a:solidFill>
                <a:latin typeface="Verdana"/>
              </a:rPr>
              <a:t>Intelligence lives in the tools, not the prompt</a:t>
            </a:r>
          </a:p>
        </p:txBody>
      </p:sp>
      <p:sp>
        <p:nvSpPr>
          <p:cNvPr id="3" name="Content Placeholder 2"/>
          <p:cNvSpPr>
            <a:spLocks noGrp="1"/>
          </p:cNvSpPr>
          <p:nvPr>
            <p:ph idx="1"/>
          </p:nvPr>
        </p:nvSpPr>
        <p:spPr/>
        <p:txBody>
          <a:bodyPr/>
          <a:lstStyle/>
          <a:p>
            <a:pPr>
              <a:spcBef>
                <a:spcPts val="1000"/>
              </a:spcBef>
              <a:spcAft>
                <a:spcPts val="400"/>
              </a:spcAft>
            </a:pPr>
            <a:r>
              <a:rPr b="1" sz="1800">
                <a:solidFill>
                  <a:srgbClr val="00B2A9"/>
                </a:solidFill>
                <a:latin typeface="Verdana"/>
              </a:rPr>
              <a:t>Schema-resolved paths.</a:t>
            </a:r>
            <a:r>
              <a:rPr b="0" sz="1800">
                <a:solidFill>
                  <a:srgbClr val="FFFFFF"/>
                </a:solidFill>
                <a:latin typeface="Verdana"/>
              </a:rPr>
              <a:t>  —  BuildDTLXml reads the HL7 v2.5 schema from ^EnsHL7.Schema to resolve virtual document paths. It knows PID lives at PIDgrpgrp(1).PIDgrp.PID in an ORU_R01. The LLM never writes raw VDoc paths.</a:t>
            </a:r>
          </a:p>
          <a:p>
            <a:pPr>
              <a:spcBef>
                <a:spcPts val="1000"/>
              </a:spcBef>
              <a:spcAft>
                <a:spcPts val="400"/>
              </a:spcAft>
            </a:pPr>
            <a:r>
              <a:rPr b="1" sz="1800">
                <a:solidFill>
                  <a:srgbClr val="00B2A9"/>
                </a:solidFill>
                <a:latin typeface="Verdana"/>
              </a:rPr>
              <a:t>Auto-correction over rejection.</a:t>
            </a:r>
            <a:r>
              <a:rPr b="0" sz="1800">
                <a:solidFill>
                  <a:srgbClr val="FFFFFF"/>
                </a:solidFill>
                <a:latin typeface="Verdana"/>
              </a:rPr>
              <a:t>  —  CreateRoutingRule detects when the LLM sets docName to the DTL output type instead of the incoming type. Instead of rejecting (which triggers an expensive error-fix loop), it silently corrects the constraint and reports what it changed.</a:t>
            </a:r>
          </a:p>
          <a:p>
            <a:pPr>
              <a:spcBef>
                <a:spcPts val="1000"/>
              </a:spcBef>
              <a:spcAft>
                <a:spcPts val="400"/>
              </a:spcAft>
            </a:pPr>
            <a:r>
              <a:rPr b="1" sz="1800">
                <a:solidFill>
                  <a:srgbClr val="00B2A9"/>
                </a:solidFill>
                <a:latin typeface="Verdana"/>
              </a:rPr>
              <a:t>Structured validation.</a:t>
            </a:r>
            <a:r>
              <a:rPr b="0" sz="1800">
                <a:solidFill>
                  <a:srgbClr val="FFFFFF"/>
                </a:solidFill>
                <a:latin typeface="Verdana"/>
              </a:rPr>
              <a:t>  —  PostBuildValidation runs 7 automated checks after every build: production exists, running, hosts healthy, no errors in event log, messages routed through all pipeline stages, settings configured. Pass/fail with specific detail on every check.</a:t>
            </a:r>
          </a:p>
          <a:p>
            <a:pPr>
              <a:spcBef>
                <a:spcPts val="1000"/>
              </a:spcBef>
              <a:spcAft>
                <a:spcPts val="400"/>
              </a:spcAft>
            </a:pPr>
            <a:r>
              <a:rPr b="1" sz="1800">
                <a:solidFill>
                  <a:srgbClr val="00B2A9"/>
                </a:solidFill>
                <a:latin typeface="Verdana"/>
              </a:rPr>
              <a:t>Token budget enforcement.</a:t>
            </a:r>
            <a:r>
              <a:rPr b="0" sz="1800">
                <a:solidFill>
                  <a:srgbClr val="FFFFFF"/>
                </a:solidFill>
                <a:latin typeface="Verdana"/>
              </a:rPr>
              <a:t>  —  60-second deadline and 50,000-token ceiling per chat turn. The monitor kills runaway conversations before they cost real money. The agent breaks complex work into multiple short turns with visible progress.</a:t>
            </a:r>
          </a:p>
        </p:txBody>
      </p:sp>
      <p:sp>
        <p:nvSpPr>
          <p:cNvPr id="4" name="Text Placeholder 3"/>
          <p:cNvSpPr>
            <a:spLocks noGrp="1"/>
          </p:cNvSpPr>
          <p:nvPr>
            <p:ph type="body" idx="14" sz="quarter"/>
          </p:nvPr>
        </p:nvSpPr>
        <p:spPr/>
        <p:txBody>
          <a:bodyPr/>
          <a:lstStyle/>
          <a:p>
            <a:r>
              <a:rPr b="0" sz="1400">
                <a:solidFill>
                  <a:srgbClr val="A0A0B0"/>
                </a:solidFill>
                <a:latin typeface="Verdana"/>
              </a:rPr>
              <a:t>The system prompt tells the LLM what to do. The tools ensure it does it correctly.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800">
                <a:solidFill>
                  <a:srgbClr val="FFFFFF"/>
                </a:solidFill>
                <a:latin typeface="Verdana"/>
              </a:rPr>
              <a:t>Business impact</a:t>
            </a:r>
          </a:p>
        </p:txBody>
      </p:sp>
      <p:sp>
        <p:nvSpPr>
          <p:cNvPr id="3" name="Content Placeholder 2"/>
          <p:cNvSpPr>
            <a:spLocks noGrp="1"/>
          </p:cNvSpPr>
          <p:nvPr>
            <p:ph idx="1"/>
          </p:nvPr>
        </p:nvSpPr>
        <p:spPr/>
        <p:txBody>
          <a:bodyPr/>
          <a:lstStyle/>
          <a:p>
            <a:pPr>
              <a:spcBef>
                <a:spcPts val="1000"/>
              </a:spcBef>
              <a:spcAft>
                <a:spcPts val="400"/>
              </a:spcAft>
            </a:pPr>
            <a:r>
              <a:rPr b="1" sz="1800">
                <a:solidFill>
                  <a:srgbClr val="00B2A9"/>
                </a:solidFill>
                <a:latin typeface="Verdana"/>
              </a:rPr>
              <a:t>Minutes, not days.</a:t>
            </a:r>
            <a:r>
              <a:rPr b="0" sz="1800">
                <a:solidFill>
                  <a:srgbClr val="FFFFFF"/>
                </a:solidFill>
                <a:latin typeface="Verdana"/>
              </a:rPr>
              <a:t>  —  A complete HL7 inbound production with DTL, routing rules, and end-to-end validation built in a single conversation. The manual baseline is two to three days for a senior engineer.</a:t>
            </a:r>
          </a:p>
          <a:p>
            <a:pPr>
              <a:spcBef>
                <a:spcPts val="1000"/>
              </a:spcBef>
              <a:spcAft>
                <a:spcPts val="400"/>
              </a:spcAft>
            </a:pPr>
            <a:r>
              <a:rPr b="1" sz="1800">
                <a:solidFill>
                  <a:srgbClr val="00B2A9"/>
                </a:solidFill>
                <a:latin typeface="Verdana"/>
              </a:rPr>
              <a:t>Day-one productivity for new hires.</a:t>
            </a:r>
            <a:r>
              <a:rPr b="0" sz="1800">
                <a:solidFill>
                  <a:srgbClr val="FFFFFF"/>
                </a:solidFill>
                <a:latin typeface="Verdana"/>
              </a:rPr>
              <a:t>  —  No ObjectScript required. No Management Portal navigation. The engineer describes the goal, reviews the plan, approves each step. The copilot handles class selection, adapter configuration, schema introspection, and DTL authoring.</a:t>
            </a:r>
          </a:p>
          <a:p>
            <a:pPr>
              <a:spcBef>
                <a:spcPts val="1000"/>
              </a:spcBef>
              <a:spcAft>
                <a:spcPts val="400"/>
              </a:spcAft>
            </a:pPr>
            <a:r>
              <a:rPr b="1" sz="1800">
                <a:solidFill>
                  <a:srgbClr val="00B2A9"/>
                </a:solidFill>
                <a:latin typeface="Verdana"/>
              </a:rPr>
              <a:t>Zero lines of code written by the engineer.</a:t>
            </a:r>
            <a:r>
              <a:rPr b="0" sz="1800">
                <a:solidFill>
                  <a:srgbClr val="FFFFFF"/>
                </a:solidFill>
                <a:latin typeface="Verdana"/>
              </a:rPr>
              <a:t>  —  Every artifact is generated by tools that use real IRIS APIs (not templates). The engineer reviews code in approval cards, not in an IDE. Source control hooks capture everything for CI/CD.</a:t>
            </a:r>
          </a:p>
          <a:p>
            <a:pPr>
              <a:spcBef>
                <a:spcPts val="1000"/>
              </a:spcBef>
              <a:spcAft>
                <a:spcPts val="400"/>
              </a:spcAft>
            </a:pPr>
            <a:r>
              <a:rPr b="1" sz="1800">
                <a:solidFill>
                  <a:srgbClr val="00B2A9"/>
                </a:solidFill>
                <a:latin typeface="Verdana"/>
              </a:rPr>
              <a:t>Under $1 per production build.</a:t>
            </a:r>
            <a:r>
              <a:rPr b="0" sz="1800">
                <a:solidFill>
                  <a:srgbClr val="FFFFFF"/>
                </a:solidFill>
                <a:latin typeface="Verdana"/>
              </a:rPr>
              <a:t>  —  A complete ADT production build consumes roughly 80-150K tokens across 3-5 approval turns, costing $0.30-$0.75 at current Bedrock Sonnet pricing. Compare that to two to three days of senior engineer labor. Skills load on demand to keep each turn under 35K tokens.</a:t>
            </a:r>
          </a:p>
        </p:txBody>
      </p:sp>
      <p:sp>
        <p:nvSpPr>
          <p:cNvPr id="4" name="Text Placeholder 3"/>
          <p:cNvSpPr>
            <a:spLocks noGrp="1"/>
          </p:cNvSpPr>
          <p:nvPr>
            <p:ph type="body" idx="14" sz="quarter"/>
          </p:nvPr>
        </p:nvSpPr>
        <p:spPr/>
        <p:txBody>
          <a:bodyPr/>
          <a:lstStyle/>
          <a:p>
            <a:r>
              <a:rPr b="0" sz="1400">
                <a:solidFill>
                  <a:srgbClr val="A0A0B0"/>
                </a:solidFill>
                <a:latin typeface="Verdana"/>
              </a:rPr>
              <a:t>Measured against the manual ADT-to-FHIR baseline. Generalizes to most production-class interfaces.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4400">
                <a:solidFill>
                  <a:srgbClr val="FFFFFF"/>
                </a:solidFill>
                <a:latin typeface="Verdana"/>
              </a:rPr>
              <a:t>Thank you</a:t>
            </a:r>
          </a:p>
        </p:txBody>
      </p:sp>
      <p:sp>
        <p:nvSpPr>
          <p:cNvPr id="3" name="Text Placeholder 2"/>
          <p:cNvSpPr>
            <a:spLocks noGrp="1"/>
          </p:cNvSpPr>
          <p:nvPr>
            <p:ph type="body" idx="18" sz="quarter"/>
          </p:nvPr>
        </p:nvSpPr>
        <p:spPr/>
        <p:txBody>
          <a:bodyPr/>
          <a:lstStyle/>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SSET_SIZE_ON_INSERT" val="450,120"/>
</p:tagLst>
</file>

<file path=ppt/tags/tag2.xml><?xml version="1.0" encoding="utf-8"?>
<p:tagLst xmlns:a="http://schemas.openxmlformats.org/drawingml/2006/main" xmlns:r="http://schemas.openxmlformats.org/officeDocument/2006/relationships" xmlns:p="http://schemas.openxmlformats.org/presentationml/2006/main">
  <p:tag name="ASSET_SIZE_ON_INSERT" val="450,120"/>
</p:tagLst>
</file>

<file path=ppt/tags/tag3.xml><?xml version="1.0" encoding="utf-8"?>
<p:tagLst xmlns:a="http://schemas.openxmlformats.org/drawingml/2006/main" xmlns:r="http://schemas.openxmlformats.org/officeDocument/2006/relationships" xmlns:p="http://schemas.openxmlformats.org/presentationml/2006/main">
  <p:tag name="ASSET_SIZE_ON_INSERT" val="450,120"/>
</p:tagLst>
</file>

<file path=ppt/tags/tag4.xml><?xml version="1.0" encoding="utf-8"?>
<p:tagLst xmlns:a="http://schemas.openxmlformats.org/drawingml/2006/main" xmlns:r="http://schemas.openxmlformats.org/officeDocument/2006/relationships" xmlns:p="http://schemas.openxmlformats.org/presentationml/2006/main">
  <p:tag name="ASSET_SIZE_ON_INSERT" val="450,120"/>
</p:tagLst>
</file>

<file path=ppt/theme/theme1.xml><?xml version="1.0" encoding="utf-8"?>
<a:theme xmlns:a="http://schemas.openxmlformats.org/drawingml/2006/main" name="InterSystems Dark">
  <a:themeElements>
    <a:clrScheme name="Office">
      <a:dk1>
        <a:srgbClr val="000000"/>
      </a:dk1>
      <a:lt1>
        <a:srgbClr val="FFFFFF"/>
      </a:lt1>
      <a:dk2>
        <a:srgbClr val="2F2A95"/>
      </a:dk2>
      <a:lt2>
        <a:srgbClr val="F2F2F2"/>
      </a:lt2>
      <a:accent1>
        <a:srgbClr val="C5B4E2"/>
      </a:accent1>
      <a:accent2>
        <a:srgbClr val="92C0E9"/>
      </a:accent2>
      <a:accent3>
        <a:srgbClr val="006990"/>
      </a:accent3>
      <a:accent4>
        <a:srgbClr val="00B2A9"/>
      </a:accent4>
      <a:accent5>
        <a:srgbClr val="D0BAA9"/>
      </a:accent5>
      <a:accent6>
        <a:srgbClr val="FFA489"/>
      </a:accent6>
      <a:hlink>
        <a:srgbClr val="54C8E8"/>
      </a:hlink>
      <a:folHlink>
        <a:srgbClr val="C5B4E2"/>
      </a:folHlink>
    </a:clrScheme>
    <a:fontScheme name="InterSystems">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lIns="0" tIns="0" rIns="0" bIns="0" rtlCol="0" anchor="ctr"/>
      <a:lstStyle>
        <a:defPPr algn="ctr">
          <a:defRPr sz="1200" dirty="0" err="1"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a:solidFill>
            <a:schemeClr val="tx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chor="t">
        <a:spAutoFit/>
      </a:bodyPr>
      <a:lstStyle>
        <a:defPPr algn="l">
          <a:defRPr sz="1400" dirty="0" err="1" smtClean="0"/>
        </a:defPPr>
      </a:lstStyle>
    </a:txDef>
  </a:objectDefaults>
  <a:extraClrSchemeLst/>
  <a:extLst>
    <a:ext uri="{05A4C25C-085E-4340-85A3-A5531E510DB2}">
      <thm15:themeFamily xmlns:thm15="http://schemas.microsoft.com/office/thememl/2012/main" name="InterSystems PPT Template_Dark" id="{0CC42E48-614D-4388-B38B-AE71E8292A2B}" vid="{568C4C43-41A3-429B-BB1A-65C310E40F28}"/>
    </a:ext>
  </a:extLst>
</a:theme>
</file>

<file path=ppt/theme/theme2.xml><?xml version="1.0" encoding="utf-8"?>
<a:theme xmlns:a="http://schemas.openxmlformats.org/drawingml/2006/main" name="Office Theme">
  <a:themeElements>
    <a:clrScheme name="InterSystems">
      <a:dk1>
        <a:srgbClr val="000000"/>
      </a:dk1>
      <a:lt1>
        <a:srgbClr val="FFFFFF"/>
      </a:lt1>
      <a:dk2>
        <a:srgbClr val="2F2A95"/>
      </a:dk2>
      <a:lt2>
        <a:srgbClr val="F2F2F2"/>
      </a:lt2>
      <a:accent1>
        <a:srgbClr val="C5B4E2"/>
      </a:accent1>
      <a:accent2>
        <a:srgbClr val="92C0E9"/>
      </a:accent2>
      <a:accent3>
        <a:srgbClr val="006990"/>
      </a:accent3>
      <a:accent4>
        <a:srgbClr val="00B2A9"/>
      </a:accent4>
      <a:accent5>
        <a:srgbClr val="D0BAA9"/>
      </a:accent5>
      <a:accent6>
        <a:srgbClr val="FFA489"/>
      </a:accent6>
      <a:hlink>
        <a:srgbClr val="54C8E8"/>
      </a:hlink>
      <a:folHlink>
        <a:srgbClr val="C5B4E2"/>
      </a:folHlink>
    </a:clrScheme>
    <a:fontScheme name="Custom 17">
      <a:majorFont>
        <a:latin typeface="Verdana bold"/>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InterSystems">
      <a:dk1>
        <a:srgbClr val="000000"/>
      </a:dk1>
      <a:lt1>
        <a:srgbClr val="FFFFFF"/>
      </a:lt1>
      <a:dk2>
        <a:srgbClr val="2F2A95"/>
      </a:dk2>
      <a:lt2>
        <a:srgbClr val="F2F2F2"/>
      </a:lt2>
      <a:accent1>
        <a:srgbClr val="C5B4E2"/>
      </a:accent1>
      <a:accent2>
        <a:srgbClr val="92C0E9"/>
      </a:accent2>
      <a:accent3>
        <a:srgbClr val="006990"/>
      </a:accent3>
      <a:accent4>
        <a:srgbClr val="00B2A9"/>
      </a:accent4>
      <a:accent5>
        <a:srgbClr val="D0BAA9"/>
      </a:accent5>
      <a:accent6>
        <a:srgbClr val="FFA489"/>
      </a:accent6>
      <a:hlink>
        <a:srgbClr val="54C8E8"/>
      </a:hlink>
      <a:folHlink>
        <a:srgbClr val="C5B4E2"/>
      </a:folHlink>
    </a:clrScheme>
    <a:fontScheme name="Custom 17">
      <a:majorFont>
        <a:latin typeface="Verdana bold"/>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7BB45D81-FD79-49BE-A9DE-9724009E3F5F}">
  <we:reference id="wa200000729" version="3.19.222.0" store="en-US" storeType="OMEX"/>
  <we:alternateReferences>
    <we:reference id="WA200000729" version="3.19.222.0" store=""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EE9BF6998317144AF47127AF18109CA" ma:contentTypeVersion="13" ma:contentTypeDescription="Create a new document." ma:contentTypeScope="" ma:versionID="71dfbdf2df40ce2146948bc45c06b980">
  <xsd:schema xmlns:xsd="http://www.w3.org/2001/XMLSchema" xmlns:xs="http://www.w3.org/2001/XMLSchema" xmlns:p="http://schemas.microsoft.com/office/2006/metadata/properties" xmlns:ns2="e3999576-b3b2-46fa-a77f-dec5f93eec99" xmlns:ns3="22b8d48c-4ad3-4faf-9cf5-2c9b07c622e1" targetNamespace="http://schemas.microsoft.com/office/2006/metadata/properties" ma:root="true" ma:fieldsID="cecbec9456e2932efa06971395283388" ns2:_="" ns3:_="">
    <xsd:import namespace="e3999576-b3b2-46fa-a77f-dec5f93eec99"/>
    <xsd:import namespace="22b8d48c-4ad3-4faf-9cf5-2c9b07c622e1"/>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DateTaken" minOccurs="0"/>
                <xsd:element ref="ns2:MediaServiceOCR" minOccurs="0"/>
                <xsd:element ref="ns2:MediaServiceGenerationTime" minOccurs="0"/>
                <xsd:element ref="ns2:MediaServiceEventHashCode" minOccurs="0"/>
                <xsd:element ref="ns2:MediaLengthInSeconds" minOccurs="0"/>
                <xsd:element ref="ns2:MediaServiceObjectDetectorVersions" minOccurs="0"/>
                <xsd:element ref="ns2:MediaServiceSearchPropertie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3999576-b3b2-46fa-a77f-dec5f93eec99"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Image Tags" ma:readOnly="false" ma:fieldId="{5cf76f15-5ced-4ddc-b409-7134ff3c332f}" ma:taxonomyMulti="true" ma:sspId="6cea16c5-c436-4058-8559-87f07f0ae79a"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2b8d48c-4ad3-4faf-9cf5-2c9b07c622e1"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0c3cc3dc-0514-43a1-980d-06c3d7c42ce0}" ma:internalName="TaxCatchAll" ma:showField="CatchAllData" ma:web="22b8d48c-4ad3-4faf-9cf5-2c9b07c622e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e3999576-b3b2-46fa-a77f-dec5f93eec99">
      <Terms xmlns="http://schemas.microsoft.com/office/infopath/2007/PartnerControls"/>
    </lcf76f155ced4ddcb4097134ff3c332f>
    <TaxCatchAll xmlns="22b8d48c-4ad3-4faf-9cf5-2c9b07c622e1"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A7A06D7-C58C-4FEE-8841-61E88F2271DE}"/>
</file>

<file path=customXml/itemProps2.xml><?xml version="1.0" encoding="utf-8"?>
<ds:datastoreItem xmlns:ds="http://schemas.openxmlformats.org/officeDocument/2006/customXml" ds:itemID="{66729C12-CBA5-4FB4-B252-3FB8A06021FC}">
  <ds:schemaRefs>
    <ds:schemaRef ds:uri="http://purl.org/dc/elements/1.1/"/>
    <ds:schemaRef ds:uri="http://schemas.microsoft.com/office/2006/documentManagement/types"/>
    <ds:schemaRef ds:uri="http://purl.org/dc/dcmitype/"/>
    <ds:schemaRef ds:uri="http://schemas.microsoft.com/office/2006/metadata/properties"/>
    <ds:schemaRef ds:uri="http://schemas.openxmlformats.org/package/2006/metadata/core-properties"/>
    <ds:schemaRef ds:uri="e3999576-b3b2-46fa-a77f-dec5f93eec99"/>
    <ds:schemaRef ds:uri="http://schemas.microsoft.com/office/infopath/2007/PartnerControls"/>
    <ds:schemaRef ds:uri="http://purl.org/dc/terms/"/>
    <ds:schemaRef ds:uri="22b8d48c-4ad3-4faf-9cf5-2c9b07c622e1"/>
    <ds:schemaRef ds:uri="http://www.w3.org/XML/1998/namespace"/>
  </ds:schemaRefs>
</ds:datastoreItem>
</file>

<file path=customXml/itemProps3.xml><?xml version="1.0" encoding="utf-8"?>
<ds:datastoreItem xmlns:ds="http://schemas.openxmlformats.org/officeDocument/2006/customXml" ds:itemID="{F271F3A7-8AA1-4FC7-B82E-7D0D5D59BD8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30</TotalTime>
  <Words>13</Words>
  <Application>Microsoft Office PowerPoint</Application>
  <PresentationFormat>Widescreen</PresentationFormat>
  <Paragraphs>4</Paragraphs>
  <Slides>10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Verdana</vt:lpstr>
      <vt:lpstr>Verdana Bold</vt:lpstr>
      <vt:lpstr>InterSystems Dark</vt:lpstr>
      <vt:lpstr>Comparative Messaging Snapshot  11/21/25</vt:lpstr>
      <vt:lpstr>New Advert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Mike Lloyd</dc:creator>
  <cp:lastModifiedBy>Maureen Flaherty</cp:lastModifiedBy>
  <cp:revision>2</cp:revision>
  <dcterms:created xsi:type="dcterms:W3CDTF">2024-10-17T12:43:26Z</dcterms:created>
  <dcterms:modified xsi:type="dcterms:W3CDTF">2026-01-14T15:54:34Z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0x0101001EE9BF6998317144AF47127AF18109CA</vt:lpwstr>
  </property>
  <property fmtid="{D5CDD505-2E9C-101B-9397-08002B2CF9AE}" pid="3" name="MediaServiceImageTags">
    <vt:lpwstr/>
  </property>
</Properties>
</file>