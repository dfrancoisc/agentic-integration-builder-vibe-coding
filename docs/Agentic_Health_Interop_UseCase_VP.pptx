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12"/>
    <p:sldId id="257" r:id="rId13"/>
    <p:sldId id="258" r:id="rId14"/>
    <p:sldId id="259" r:id="rId11"/>
    <p:sldId id="260" r:id="rId10"/>
    <p:sldId id="261" r:id="rId9"/>
    <p:sldId id="262" r:id="rId8"/>
    <p:sldId id="263" r:id="rId7"/>
    <p:sldId id="264" r:id="rId6"/>
    <p:sldId id="265" r:id="rId5"/>
    <p:sldId id="266" r:id="rId22"/>
    <p:sldId id="267" r:id="rId23"/>
    <p:sldId id="2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" id="{3927EA50-879B-4E90-A9DB-7AB28537D351}">
          <p14:sldIdLst>
            <p14:sldId id="350"/>
            <p14:sldId id="2147482579"/>
            <p14:sldId id="2147482576"/>
            <p14:sldId id="265"/>
            <p14:sldId id="266"/>
            <p14:sldId id="267"/>
            <p14:sldId id="2147482578"/>
            <p14:sldId id="264"/>
            <p14:sldId id="268"/>
            <p14:sldId id="351"/>
          </p14:sldIdLst>
        </p14:section>
        <p14:section name="Healthcare" id="{3AE5AF61-99EA-4707-AB2D-BB61243398A9}">
          <p14:sldIdLst/>
        </p14:section>
        <p14:section name="Supply Chain" id="{9C0D1CC4-5250-414E-AAF2-4EFD5BD2A6A4}">
          <p14:sldIdLst/>
        </p14:section>
        <p14:section name="Financial Services" id="{7172AF39-0811-404A-85CC-737CA482F00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2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een Flaherty" userId="055b12fd-78f6-4183-897c-96a66f2a3408" providerId="ADAL" clId="{074C1450-733E-4CCC-B3A7-CEE09C44B484}"/>
    <pc:docChg chg="undo custSel addSld delSld modSld sldOrd modSection">
      <pc:chgData name="Maureen Flaherty" userId="055b12fd-78f6-4183-897c-96a66f2a3408" providerId="ADAL" clId="{074C1450-733E-4CCC-B3A7-CEE09C44B484}" dt="2026-01-14T15:54:29.673" v="99" actId="2696"/>
      <pc:docMkLst>
        <pc:docMk/>
      </pc:docMkLst>
      <pc:sldChg chg="del">
        <pc:chgData name="Maureen Flaherty" userId="055b12fd-78f6-4183-897c-96a66f2a3408" providerId="ADAL" clId="{074C1450-733E-4CCC-B3A7-CEE09C44B484}" dt="2026-01-14T15:50:32.825" v="31" actId="2696"/>
        <pc:sldMkLst>
          <pc:docMk/>
          <pc:sldMk cId="4177900411" sldId="263"/>
        </pc:sldMkLst>
      </pc:sldChg>
      <pc:sldChg chg="add ord modTransition">
        <pc:chgData name="Maureen Flaherty" userId="055b12fd-78f6-4183-897c-96a66f2a3408" providerId="ADAL" clId="{074C1450-733E-4CCC-B3A7-CEE09C44B484}" dt="2026-01-14T15:49:56.641" v="27"/>
        <pc:sldMkLst>
          <pc:docMk/>
          <pc:sldMk cId="2616464984" sldId="264"/>
        </pc:sldMkLst>
      </pc:sldChg>
      <pc:sldChg chg="add del ord modTransition">
        <pc:chgData name="Maureen Flaherty" userId="055b12fd-78f6-4183-897c-96a66f2a3408" providerId="ADAL" clId="{074C1450-733E-4CCC-B3A7-CEE09C44B484}" dt="2026-01-14T15:48:32.819" v="17"/>
        <pc:sldMkLst>
          <pc:docMk/>
          <pc:sldMk cId="4057676558" sldId="265"/>
        </pc:sldMkLst>
      </pc:sldChg>
      <pc:sldChg chg="add ord modTransition">
        <pc:chgData name="Maureen Flaherty" userId="055b12fd-78f6-4183-897c-96a66f2a3408" providerId="ADAL" clId="{074C1450-733E-4CCC-B3A7-CEE09C44B484}" dt="2026-01-14T15:48:58.107" v="20"/>
        <pc:sldMkLst>
          <pc:docMk/>
          <pc:sldMk cId="1294954264" sldId="266"/>
        </pc:sldMkLst>
      </pc:sldChg>
      <pc:sldChg chg="add ord modTransition">
        <pc:chgData name="Maureen Flaherty" userId="055b12fd-78f6-4183-897c-96a66f2a3408" providerId="ADAL" clId="{074C1450-733E-4CCC-B3A7-CEE09C44B484}" dt="2026-01-14T15:49:19.903" v="23"/>
        <pc:sldMkLst>
          <pc:docMk/>
          <pc:sldMk cId="467167481" sldId="267"/>
        </pc:sldMkLst>
      </pc:sldChg>
      <pc:sldChg chg="add ord modTransition">
        <pc:chgData name="Maureen Flaherty" userId="055b12fd-78f6-4183-897c-96a66f2a3408" providerId="ADAL" clId="{074C1450-733E-4CCC-B3A7-CEE09C44B484}" dt="2026-01-14T15:52:00.704" v="43"/>
        <pc:sldMkLst>
          <pc:docMk/>
          <pc:sldMk cId="3555468210" sldId="268"/>
        </pc:sldMkLst>
      </pc:sldChg>
      <pc:sldChg chg="del">
        <pc:chgData name="Maureen Flaherty" userId="055b12fd-78f6-4183-897c-96a66f2a3408" providerId="ADAL" clId="{074C1450-733E-4CCC-B3A7-CEE09C44B484}" dt="2026-01-14T15:50:29.650" v="30" actId="2696"/>
        <pc:sldMkLst>
          <pc:docMk/>
          <pc:sldMk cId="354110261" sldId="269"/>
        </pc:sldMkLst>
      </pc:sldChg>
      <pc:sldChg chg="del">
        <pc:chgData name="Maureen Flaherty" userId="055b12fd-78f6-4183-897c-96a66f2a3408" providerId="ADAL" clId="{074C1450-733E-4CCC-B3A7-CEE09C44B484}" dt="2026-01-14T15:51:12.531" v="40" actId="2696"/>
        <pc:sldMkLst>
          <pc:docMk/>
          <pc:sldMk cId="1906609640" sldId="286"/>
        </pc:sldMkLst>
      </pc:sldChg>
      <pc:sldChg chg="del">
        <pc:chgData name="Maureen Flaherty" userId="055b12fd-78f6-4183-897c-96a66f2a3408" providerId="ADAL" clId="{074C1450-733E-4CCC-B3A7-CEE09C44B484}" dt="2026-01-14T15:51:03.124" v="37" actId="2696"/>
        <pc:sldMkLst>
          <pc:docMk/>
          <pc:sldMk cId="2500609656" sldId="333"/>
        </pc:sldMkLst>
      </pc:sldChg>
      <pc:sldChg chg="del">
        <pc:chgData name="Maureen Flaherty" userId="055b12fd-78f6-4183-897c-96a66f2a3408" providerId="ADAL" clId="{074C1450-733E-4CCC-B3A7-CEE09C44B484}" dt="2026-01-14T15:51:00.309" v="36" actId="2696"/>
        <pc:sldMkLst>
          <pc:docMk/>
          <pc:sldMk cId="3127931206" sldId="334"/>
        </pc:sldMkLst>
      </pc:sldChg>
      <pc:sldChg chg="del">
        <pc:chgData name="Maureen Flaherty" userId="055b12fd-78f6-4183-897c-96a66f2a3408" providerId="ADAL" clId="{074C1450-733E-4CCC-B3A7-CEE09C44B484}" dt="2026-01-14T15:50:57.776" v="35" actId="2696"/>
        <pc:sldMkLst>
          <pc:docMk/>
          <pc:sldMk cId="586431250" sldId="335"/>
        </pc:sldMkLst>
      </pc:sldChg>
      <pc:sldChg chg="del">
        <pc:chgData name="Maureen Flaherty" userId="055b12fd-78f6-4183-897c-96a66f2a3408" providerId="ADAL" clId="{074C1450-733E-4CCC-B3A7-CEE09C44B484}" dt="2026-01-14T15:50:51.943" v="33" actId="2696"/>
        <pc:sldMkLst>
          <pc:docMk/>
          <pc:sldMk cId="3127295873" sldId="336"/>
        </pc:sldMkLst>
      </pc:sldChg>
      <pc:sldChg chg="del">
        <pc:chgData name="Maureen Flaherty" userId="055b12fd-78f6-4183-897c-96a66f2a3408" providerId="ADAL" clId="{074C1450-733E-4CCC-B3A7-CEE09C44B484}" dt="2026-01-14T15:51:05.975" v="38" actId="2696"/>
        <pc:sldMkLst>
          <pc:docMk/>
          <pc:sldMk cId="3172700914" sldId="338"/>
        </pc:sldMkLst>
      </pc:sldChg>
      <pc:sldChg chg="del">
        <pc:chgData name="Maureen Flaherty" userId="055b12fd-78f6-4183-897c-96a66f2a3408" providerId="ADAL" clId="{074C1450-733E-4CCC-B3A7-CEE09C44B484}" dt="2026-01-14T15:50:55.055" v="34" actId="2696"/>
        <pc:sldMkLst>
          <pc:docMk/>
          <pc:sldMk cId="4198619520" sldId="343"/>
        </pc:sldMkLst>
      </pc:sldChg>
      <pc:sldChg chg="del">
        <pc:chgData name="Maureen Flaherty" userId="055b12fd-78f6-4183-897c-96a66f2a3408" providerId="ADAL" clId="{074C1450-733E-4CCC-B3A7-CEE09C44B484}" dt="2026-01-14T15:53:07.555" v="52" actId="2696"/>
        <pc:sldMkLst>
          <pc:docMk/>
          <pc:sldMk cId="1434865658" sldId="344"/>
        </pc:sldMkLst>
      </pc:sldChg>
      <pc:sldChg chg="del">
        <pc:chgData name="Maureen Flaherty" userId="055b12fd-78f6-4183-897c-96a66f2a3408" providerId="ADAL" clId="{074C1450-733E-4CCC-B3A7-CEE09C44B484}" dt="2026-01-14T15:53:04.969" v="51" actId="2696"/>
        <pc:sldMkLst>
          <pc:docMk/>
          <pc:sldMk cId="2007471362" sldId="345"/>
        </pc:sldMkLst>
      </pc:sldChg>
      <pc:sldChg chg="del">
        <pc:chgData name="Maureen Flaherty" userId="055b12fd-78f6-4183-897c-96a66f2a3408" providerId="ADAL" clId="{074C1450-733E-4CCC-B3A7-CEE09C44B484}" dt="2026-01-14T15:51:08.480" v="39" actId="2696"/>
        <pc:sldMkLst>
          <pc:docMk/>
          <pc:sldMk cId="143120318" sldId="346"/>
        </pc:sldMkLst>
      </pc:sldChg>
      <pc:sldChg chg="del">
        <pc:chgData name="Maureen Flaherty" userId="055b12fd-78f6-4183-897c-96a66f2a3408" providerId="ADAL" clId="{074C1450-733E-4CCC-B3A7-CEE09C44B484}" dt="2026-01-14T15:53:10.166" v="53" actId="2696"/>
        <pc:sldMkLst>
          <pc:docMk/>
          <pc:sldMk cId="202729952" sldId="347"/>
        </pc:sldMkLst>
      </pc:sldChg>
      <pc:sldChg chg="del">
        <pc:chgData name="Maureen Flaherty" userId="055b12fd-78f6-4183-897c-96a66f2a3408" providerId="ADAL" clId="{074C1450-733E-4CCC-B3A7-CEE09C44B484}" dt="2026-01-14T15:53:12.719" v="54" actId="2696"/>
        <pc:sldMkLst>
          <pc:docMk/>
          <pc:sldMk cId="4071881337" sldId="348"/>
        </pc:sldMkLst>
      </pc:sldChg>
      <pc:sldChg chg="del">
        <pc:chgData name="Maureen Flaherty" userId="055b12fd-78f6-4183-897c-96a66f2a3408" providerId="ADAL" clId="{074C1450-733E-4CCC-B3A7-CEE09C44B484}" dt="2026-01-14T15:51:16.506" v="41" actId="2696"/>
        <pc:sldMkLst>
          <pc:docMk/>
          <pc:sldMk cId="4149104644" sldId="349"/>
        </pc:sldMkLst>
      </pc:sldChg>
      <pc:sldChg chg="del">
        <pc:chgData name="Maureen Flaherty" userId="055b12fd-78f6-4183-897c-96a66f2a3408" providerId="ADAL" clId="{074C1450-733E-4CCC-B3A7-CEE09C44B484}" dt="2026-01-14T15:50:27.207" v="29" actId="2696"/>
        <pc:sldMkLst>
          <pc:docMk/>
          <pc:sldMk cId="67067238" sldId="350"/>
        </pc:sldMkLst>
      </pc:sldChg>
      <pc:sldChg chg="add ord">
        <pc:chgData name="Maureen Flaherty" userId="055b12fd-78f6-4183-897c-96a66f2a3408" providerId="ADAL" clId="{074C1450-733E-4CCC-B3A7-CEE09C44B484}" dt="2026-01-14T15:52:57.791" v="50"/>
        <pc:sldMkLst>
          <pc:docMk/>
          <pc:sldMk cId="170486214" sldId="350"/>
        </pc:sldMkLst>
      </pc:sldChg>
      <pc:sldChg chg="del">
        <pc:chgData name="Maureen Flaherty" userId="055b12fd-78f6-4183-897c-96a66f2a3408" providerId="ADAL" clId="{074C1450-733E-4CCC-B3A7-CEE09C44B484}" dt="2026-01-14T15:50:37.399" v="32" actId="2696"/>
        <pc:sldMkLst>
          <pc:docMk/>
          <pc:sldMk cId="3826232374" sldId="2147482574"/>
        </pc:sldMkLst>
      </pc:sldChg>
      <pc:sldChg chg="addSp delSp new del mod">
        <pc:chgData name="Maureen Flaherty" userId="055b12fd-78f6-4183-897c-96a66f2a3408" providerId="ADAL" clId="{074C1450-733E-4CCC-B3A7-CEE09C44B484}" dt="2026-01-14T15:53:39.007" v="79" actId="2696"/>
        <pc:sldMkLst>
          <pc:docMk/>
          <pc:sldMk cId="2239458667" sldId="2147482575"/>
        </pc:sldMkLst>
        <pc:spChg chg="add del">
          <ac:chgData name="Maureen Flaherty" userId="055b12fd-78f6-4183-897c-96a66f2a3408" providerId="ADAL" clId="{074C1450-733E-4CCC-B3A7-CEE09C44B484}" dt="2026-01-14T15:45:46.491" v="2" actId="22"/>
          <ac:spMkLst>
            <pc:docMk/>
            <pc:sldMk cId="2239458667" sldId="2147482575"/>
            <ac:spMk id="3" creationId="{1F867704-4414-AD83-76AD-CCD90C78164E}"/>
          </ac:spMkLst>
        </pc:spChg>
        <pc:spChg chg="add del">
          <ac:chgData name="Maureen Flaherty" userId="055b12fd-78f6-4183-897c-96a66f2a3408" providerId="ADAL" clId="{074C1450-733E-4CCC-B3A7-CEE09C44B484}" dt="2026-01-14T15:46:10.045" v="4" actId="22"/>
          <ac:spMkLst>
            <pc:docMk/>
            <pc:sldMk cId="2239458667" sldId="2147482575"/>
            <ac:spMk id="5" creationId="{386CB2BC-A219-0AE0-9D9A-102D3A0367C5}"/>
          </ac:spMkLst>
        </pc:spChg>
      </pc:sldChg>
      <pc:sldChg chg="add modTransition">
        <pc:chgData name="Maureen Flaherty" userId="055b12fd-78f6-4183-897c-96a66f2a3408" providerId="ADAL" clId="{074C1450-733E-4CCC-B3A7-CEE09C44B484}" dt="2026-01-14T15:46:42.007" v="5"/>
        <pc:sldMkLst>
          <pc:docMk/>
          <pc:sldMk cId="2144865671" sldId="2147482576"/>
        </pc:sldMkLst>
      </pc:sldChg>
      <pc:sldChg chg="add del ord modTransition">
        <pc:chgData name="Maureen Flaherty" userId="055b12fd-78f6-4183-897c-96a66f2a3408" providerId="ADAL" clId="{074C1450-733E-4CCC-B3A7-CEE09C44B484}" dt="2026-01-14T15:54:29.673" v="99" actId="2696"/>
        <pc:sldMkLst>
          <pc:docMk/>
          <pc:sldMk cId="2325918813" sldId="2147482577"/>
        </pc:sldMkLst>
      </pc:sldChg>
      <pc:sldChg chg="add del ord modTransition">
        <pc:chgData name="Maureen Flaherty" userId="055b12fd-78f6-4183-897c-96a66f2a3408" providerId="ADAL" clId="{074C1450-733E-4CCC-B3A7-CEE09C44B484}" dt="2026-01-14T15:52:21.539" v="47"/>
        <pc:sldMkLst>
          <pc:docMk/>
          <pc:sldMk cId="3440816997" sldId="2147482578"/>
        </pc:sldMkLst>
      </pc:sldChg>
      <pc:sldChg chg="add del">
        <pc:chgData name="Maureen Flaherty" userId="055b12fd-78f6-4183-897c-96a66f2a3408" providerId="ADAL" clId="{074C1450-733E-4CCC-B3A7-CEE09C44B484}" dt="2026-01-14T15:47:36.797" v="13" actId="2696"/>
        <pc:sldMkLst>
          <pc:docMk/>
          <pc:sldMk cId="3927385267" sldId="2147482578"/>
        </pc:sldMkLst>
      </pc:sldChg>
      <pc:sldChg chg="modSp new mod">
        <pc:chgData name="Maureen Flaherty" userId="055b12fd-78f6-4183-897c-96a66f2a3408" providerId="ADAL" clId="{074C1450-733E-4CCC-B3A7-CEE09C44B484}" dt="2026-01-14T15:53:48.217" v="98" actId="20577"/>
        <pc:sldMkLst>
          <pc:docMk/>
          <pc:sldMk cId="3108834502" sldId="2147482579"/>
        </pc:sldMkLst>
        <pc:spChg chg="mod">
          <ac:chgData name="Maureen Flaherty" userId="055b12fd-78f6-4183-897c-96a66f2a3408" providerId="ADAL" clId="{074C1450-733E-4CCC-B3A7-CEE09C44B484}" dt="2026-01-14T15:53:29.549" v="67" actId="20577"/>
          <ac:spMkLst>
            <pc:docMk/>
            <pc:sldMk cId="3108834502" sldId="2147482579"/>
            <ac:spMk id="2" creationId="{D43FC9FF-31D1-B4E5-A783-7937B912F6E7}"/>
          </ac:spMkLst>
        </pc:spChg>
        <pc:spChg chg="mod">
          <ac:chgData name="Maureen Flaherty" userId="055b12fd-78f6-4183-897c-96a66f2a3408" providerId="ADAL" clId="{074C1450-733E-4CCC-B3A7-CEE09C44B484}" dt="2026-01-14T15:53:48.217" v="98" actId="20577"/>
          <ac:spMkLst>
            <pc:docMk/>
            <pc:sldMk cId="3108834502" sldId="2147482579"/>
            <ac:spMk id="3" creationId="{259C3FD2-EDBC-6C08-0F4F-353B36D85594}"/>
          </ac:spMkLst>
        </pc:spChg>
        <pc:spChg chg="mod">
          <ac:chgData name="Maureen Flaherty" userId="055b12fd-78f6-4183-897c-96a66f2a3408" providerId="ADAL" clId="{074C1450-733E-4CCC-B3A7-CEE09C44B484}" dt="2026-01-14T15:53:35.559" v="78" actId="20577"/>
          <ac:spMkLst>
            <pc:docMk/>
            <pc:sldMk cId="3108834502" sldId="2147482579"/>
            <ac:spMk id="4" creationId="{979E122F-9B2B-985C-271C-5B761C1E4914}"/>
          </ac:spMkLst>
        </pc:spChg>
      </pc:sldChg>
      <pc:sldChg chg="add del replId">
        <pc:chgData name="Maureen Flaherty" userId="055b12fd-78f6-4183-897c-96a66f2a3408" providerId="ADAL" clId="{074C1450-733E-4CCC-B3A7-CEE09C44B484}" dt="2026-01-14T15:47:36.797" v="13" actId="2696"/>
        <pc:sldMkLst>
          <pc:docMk/>
          <pc:sldMk cId="4085798608" sldId="2147482579"/>
        </pc:sldMkLst>
      </pc:sldChg>
    </pc:docChg>
  </pc:docChgLst>
  <pc:docChgLst>
    <pc:chgData name="Nistha Shrestha" userId="816a85c9-1e66-4691-a829-470ff6605901" providerId="ADAL" clId="{02F060A3-1420-4DD9-8BE8-0A6F9EE89773}"/>
    <pc:docChg chg="custSel modSld">
      <pc:chgData name="Nistha Shrestha" userId="816a85c9-1e66-4691-a829-470ff6605901" providerId="ADAL" clId="{02F060A3-1420-4DD9-8BE8-0A6F9EE89773}" dt="2026-01-05T14:39:55.729" v="393" actId="207"/>
      <pc:docMkLst>
        <pc:docMk/>
      </pc:docMkLst>
      <pc:sldChg chg="addSp modSp mod">
        <pc:chgData name="Nistha Shrestha" userId="816a85c9-1e66-4691-a829-470ff6605901" providerId="ADAL" clId="{02F060A3-1420-4DD9-8BE8-0A6F9EE89773}" dt="2026-01-05T14:39:55.729" v="393" actId="207"/>
        <pc:sldMkLst>
          <pc:docMk/>
          <pc:sldMk cId="3127931206" sldId="334"/>
        </pc:sldMkLst>
      </pc:sldChg>
      <pc:sldChg chg="addSp delSp modSp mod">
        <pc:chgData name="Nistha Shrestha" userId="816a85c9-1e66-4691-a829-470ff6605901" providerId="ADAL" clId="{02F060A3-1420-4DD9-8BE8-0A6F9EE89773}" dt="2026-01-05T14:39:49.974" v="392"/>
        <pc:sldMkLst>
          <pc:docMk/>
          <pc:sldMk cId="2007471362" sldId="34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2122-5AEC-C96D-5281-C64DAEAF89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06D3F74B-83E5-4D53-ADBD-DB4E587BA0A8}" type="slidenum">
              <a:rPr lang="en-US" smtClean="0">
                <a:latin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0D8ED-AA8D-7AE3-DB3B-61F95FFD4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Verdana" panose="020B0604030504040204" pitchFamily="34" charset="0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1BB591-39E6-0954-8EF9-581F8FF1D2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361897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76" userDrawn="1">
          <p15:clr>
            <a:srgbClr val="F26B43"/>
          </p15:clr>
        </p15:guide>
        <p15:guide id="3" pos="347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" y="1064419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6100" y="4400550"/>
            <a:ext cx="5765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D29A23D1-645A-47C4-AAAF-6F2DE82A7D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976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 dirty="0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aseline="0"/>
            </a:lvl1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43FD7D-CE39-27E7-6D95-D23E9A2C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636180" y="260809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4F5C06-FEDE-105B-2FD8-53788273D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243843" y="284644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3717308-8D15-459A-3F39-8058FF217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51507" y="308478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32000"/>
                </a:srgbClr>
              </a:gs>
              <a:gs pos="100000">
                <a:srgbClr val="00B2A9">
                  <a:alpha val="5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66000"/>
                  </a:srgbClr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4763475-1F08-FAF5-B43C-5E3D6B958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9170" y="332312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DE8F84-6043-E703-4A8E-6E13F5703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66834" y="3561472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1F6E0A0-7644-DFF3-4E2E-4188B0BF3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674497" y="379981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>
                  <a:alpha val="50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6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39000"/>
                  </a:srgbClr>
                </a:gs>
                <a:gs pos="100000">
                  <a:srgbClr val="2F2A95">
                    <a:alpha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07C5875-3058-EE75-9A38-BCE8F741D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282161" y="403816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EE34391-C9CE-183A-62C3-E387A224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89824" y="427650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EBD83E-5008-67F9-47C6-A2418698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97488" y="451484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028EB46-72F6-B968-F138-F976DC500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1224" y="4753193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D626CEF-7941-ECF8-D70B-E38E9834C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4910" y="4987549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98000"/>
                </a:srgbClr>
              </a:gs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5A3BFB1-B5B6-9BF8-417C-4DB104022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338646" y="5225894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A69C7CD-E587-9A47-D77D-2E3927ED1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932332" y="5464237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17000"/>
                  </a:srgbClr>
                </a:gs>
                <a:gs pos="0">
                  <a:srgbClr val="FFFFFF">
                    <a:alpha val="12000"/>
                  </a:srgb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F9F84A0-C9F5-7C3D-6C06-A598FD793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0045" y="5698595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DE1F186-6015-38D2-7A34-4351842D0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149754" y="5932951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0F7E14C-19D3-CCAE-F71C-1AC6C515E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8052" y="29766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20000"/>
                  </a:srgbClr>
                </a:gs>
                <a:gs pos="0">
                  <a:srgbClr val="FFFFFF">
                    <a:alpha val="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1351FC7-415D-F20A-EA9F-3D22330D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6184" y="43198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13000"/>
                </a:srgbClr>
              </a:gs>
              <a:gs pos="100000">
                <a:srgbClr val="2F2A95">
                  <a:alpha val="35000"/>
                </a:srgbClr>
              </a:gs>
              <a:gs pos="72000">
                <a:srgbClr val="00B2A9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40000"/>
                  </a:srgbClr>
                </a:gs>
                <a:gs pos="100000">
                  <a:srgbClr val="2F2A95">
                    <a:alpha val="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BFD5279-F048-99C5-CEF5-52E39BC5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2555" y="583989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26000"/>
                </a:srgbClr>
              </a:gs>
              <a:gs pos="99000">
                <a:srgbClr val="00B2A9">
                  <a:alpha val="23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lumMod val="99000"/>
                    <a:alpha val="20000"/>
                  </a:srgbClr>
                </a:gs>
                <a:gs pos="100000">
                  <a:srgbClr val="00B2A9">
                    <a:lumMod val="50000"/>
                    <a:alpha val="6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617B0B2-3457-B69E-6E60-6B1C1927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30687" y="73599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D2E3761-EB49-CCF2-C488-2E19DE50C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77058" y="888007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0000"/>
                  </a:srgbClr>
                </a:gs>
                <a:gs pos="0">
                  <a:srgbClr val="FFFFFF">
                    <a:alpha val="1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7FD6EEB-3951-01C7-C999-BEF852BC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5190" y="104001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0000"/>
                  </a:srgbClr>
                </a:gs>
                <a:gs pos="0">
                  <a:srgbClr val="FFFFFF">
                    <a:alpha val="1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D246AE8-51C3-4CF0-C940-DCE8FB54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561" y="119202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0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6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E0B0F38-3EE1-F00E-60ED-F97D600BE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9693" y="134403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56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5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628139E-80D2-B866-676B-E49CA81AA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66064" y="149604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20000"/>
                  </a:srgbClr>
                </a:gs>
                <a:gs pos="0">
                  <a:srgbClr val="FFFFFF">
                    <a:alpha val="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6D7785B-6B99-165F-5DDA-46D333F66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4196" y="1648052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4972BA0-5ED4-4364-D1C2-CEC7F914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60567" y="180006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A0831463-6A1A-58C5-9825-C83007958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8128" y="1952070"/>
            <a:ext cx="516068" cy="18813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0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6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rtl="0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54CA11F-54BB-6F8C-34BC-1655AE2E0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070" y="210932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24B5B3F-E8EB-10D6-602E-8D4F1732C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1445" y="6167312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BFBF84F-E28A-5B3F-EDFB-8C6A91527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631" y="226133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rtl="0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6.435947E-02 -6.976991E-02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653924E-02 -0.1045241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8719 -0.1392782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08988 -0.1740324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2584 -0.2435407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74382 -0.2782948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9618 -0.313049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17978 -0.3478031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33185 -0.381976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3849 -0.4162 " pathEditMode="relative" rAng="0" ptsTypes="AA">
                                      <p:cBhvr>
                                        <p:cTn id="132" dur="1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2081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11111E-6 L 0.44922 -0.48565 " pathEditMode="relative" rAng="0" ptsTypes="AA">
                                      <p:cBhvr>
                                        <p:cTn id="134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61" y="-2428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8073 -0.51991 " pathEditMode="relative" rAng="0" ptsTypes="AA">
                                      <p:cBhvr>
                                        <p:cTn id="136" dur="1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5995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54375 -0.5882 " pathEditMode="relative" rAng="0" ptsTypes="AA">
                                      <p:cBhvr>
                                        <p:cTn id="138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87" y="-2942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30786 -0.2087865 E" pathEditMode="relative" ptsTypes="">
                                      <p:cBhvr>
                                        <p:cTn id="140" dur="1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0.41706 -0.45093 " pathEditMode="relative" rAng="0" ptsTypes="AA">
                                      <p:cBhvr>
                                        <p:cTn id="142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6" y="-22546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51224 -0.55394 " pathEditMode="relative" rAng="0" ptsTypes="AA">
                                      <p:cBhvr>
                                        <p:cTn id="144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12" y="-2770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034 -0.07824 " pathEditMode="relative" rAng="0" ptsTypes="AA">
                                      <p:cBhvr>
                                        <p:cTn id="146" dur="1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391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0673 -9.792431E-02 E" pathEditMode="relative" ptsTypes="">
                                      <p:cBhvr>
                                        <p:cTn id="148" dur="1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12136 -0.12014 " pathEditMode="relative" rAng="0" ptsTypes="AA">
                                      <p:cBhvr>
                                        <p:cTn id="150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6019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4193 -0.14236 " pathEditMode="relative" rAng="0" ptsTypes="AA">
                                      <p:cBhvr>
                                        <p:cTn id="152" dur="15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-713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2039 -0.2088 " pathEditMode="relative" rAng="0" ptsTypes="AA">
                                      <p:cBhvr>
                                        <p:cTn id="154" dur="150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5" y="-1044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18334 -0.18658 " pathEditMode="relative" rAng="0" ptsTypes="AA">
                                      <p:cBhvr>
                                        <p:cTn id="156" dur="15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932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16264 -0.16435 " pathEditMode="relative" rAng="0" ptsTypes="AA">
                                      <p:cBhvr>
                                        <p:cTn id="158" dur="1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8218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22461 -0.23102 " pathEditMode="relative" rAng="0" ptsTypes="AA">
                                      <p:cBhvr>
                                        <p:cTn id="160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1551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0.24531 -0.25301 " pathEditMode="relative" rAng="0" ptsTypes="AA">
                                      <p:cBhvr>
                                        <p:cTn id="16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2662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6588 -0.27523 " pathEditMode="relative" rAng="0" ptsTypes="AA">
                                      <p:cBhvr>
                                        <p:cTn id="164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94" y="-13773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8658 -0.29746 " pathEditMode="relative" rAng="0" ptsTypes="AA">
                                      <p:cBhvr>
                                        <p:cTn id="166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4884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0768 -0.31991 " pathEditMode="relative" rAng="0" ptsTypes="AA">
                                      <p:cBhvr>
                                        <p:cTn id="16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8" y="-1599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0.32878 -0.34259 " pathEditMode="relative" rAng="0" ptsTypes="AA">
                                      <p:cBhvr>
                                        <p:cTn id="170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1713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34947 -0.36459 " pathEditMode="relative" rAng="0" ptsTypes="AA">
                                      <p:cBhvr>
                                        <p:cTn id="172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-1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0" grpId="0" animBg="1"/>
      <p:bldP spid="10" grpId="1" animBg="1"/>
      <p:bldP spid="12" grpId="0" animBg="1"/>
      <p:bldP spid="12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54000" rIns="0" bIns="0" rtlCol="0" anchor="t" anchorCtr="0">
            <a:normAutofit/>
          </a:bodyPr>
          <a:lstStyle>
            <a:lvl1pPr marL="0" indent="0">
              <a:buNone/>
              <a:defRPr lang="en-US" sz="1800" b="0" dirty="0" smtClean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1112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50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455070D-BED4-EC0F-FBA9-F4C41F2B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9619A86-78F8-F132-0B47-F30E5C047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CEA68-50AE-F9C8-9C83-42DD30430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96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99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45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B0BD77-ACED-82AE-4E0F-0EF7E78DC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1" y="0"/>
            <a:ext cx="4749798" cy="6858001"/>
          </a:xfrm>
          <a:prstGeom prst="rect">
            <a:avLst/>
          </a:prstGeom>
          <a:gradFill flip="none" rotWithShape="1">
            <a:gsLst>
              <a:gs pos="0">
                <a:srgbClr val="0C0B26">
                  <a:alpha val="0"/>
                </a:srgbClr>
              </a:gs>
              <a:gs pos="35000">
                <a:srgbClr val="0C0B26"/>
              </a:gs>
            </a:gsLst>
            <a:lin ang="16200000" scaled="1"/>
            <a:tileRect/>
          </a:gradFill>
          <a:ln w="19050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86626" y="355600"/>
            <a:ext cx="6359273" cy="592613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204786"/>
            <a:ext cx="3656286" cy="2296968"/>
          </a:xfrm>
        </p:spPr>
        <p:txBody>
          <a:bodyPr vert="horz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D1E00E-3421-30BC-B6C7-72957BC52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46101" y="4528491"/>
            <a:ext cx="1361700" cy="3244391"/>
          </a:xfrm>
          <a:custGeom>
            <a:avLst/>
            <a:gdLst>
              <a:gd name="connsiteX0" fmla="*/ 0 w 1361700"/>
              <a:gd name="connsiteY0" fmla="*/ 0 h 3244391"/>
              <a:gd name="connsiteX1" fmla="*/ 1361700 w 1361700"/>
              <a:gd name="connsiteY1" fmla="*/ 675680 h 3244391"/>
              <a:gd name="connsiteX2" fmla="*/ 1361700 w 1361700"/>
              <a:gd name="connsiteY2" fmla="*/ 894254 h 3244391"/>
              <a:gd name="connsiteX3" fmla="*/ 1361700 w 1361700"/>
              <a:gd name="connsiteY3" fmla="*/ 3025817 h 3244391"/>
              <a:gd name="connsiteX4" fmla="*/ 1361700 w 1361700"/>
              <a:gd name="connsiteY4" fmla="*/ 3244391 h 3244391"/>
              <a:gd name="connsiteX5" fmla="*/ 0 w 1361700"/>
              <a:gd name="connsiteY5" fmla="*/ 2568711 h 3244391"/>
              <a:gd name="connsiteX6" fmla="*/ 0 w 1361700"/>
              <a:gd name="connsiteY6" fmla="*/ 2350137 h 3244391"/>
              <a:gd name="connsiteX7" fmla="*/ 0 w 1361700"/>
              <a:gd name="connsiteY7" fmla="*/ 218574 h 324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1700" h="3244391">
                <a:moveTo>
                  <a:pt x="0" y="0"/>
                </a:moveTo>
                <a:lnTo>
                  <a:pt x="1361700" y="675680"/>
                </a:lnTo>
                <a:lnTo>
                  <a:pt x="1361700" y="894254"/>
                </a:lnTo>
                <a:lnTo>
                  <a:pt x="1361700" y="3025817"/>
                </a:lnTo>
                <a:lnTo>
                  <a:pt x="1361700" y="3244391"/>
                </a:lnTo>
                <a:lnTo>
                  <a:pt x="0" y="2568711"/>
                </a:lnTo>
                <a:lnTo>
                  <a:pt x="0" y="2350137"/>
                </a:lnTo>
                <a:lnTo>
                  <a:pt x="0" y="21857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A163389-76B0-EEE8-FF4B-ED32417AE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068106"/>
            <a:ext cx="1226948" cy="2813375"/>
          </a:xfrm>
          <a:custGeom>
            <a:avLst/>
            <a:gdLst>
              <a:gd name="connsiteX0" fmla="*/ 0 w 1226948"/>
              <a:gd name="connsiteY0" fmla="*/ 0 h 2813375"/>
              <a:gd name="connsiteX1" fmla="*/ 1226948 w 1226948"/>
              <a:gd name="connsiteY1" fmla="*/ 608816 h 2813375"/>
              <a:gd name="connsiteX2" fmla="*/ 1226948 w 1226948"/>
              <a:gd name="connsiteY2" fmla="*/ 805760 h 2813375"/>
              <a:gd name="connsiteX3" fmla="*/ 1226948 w 1226948"/>
              <a:gd name="connsiteY3" fmla="*/ 2616431 h 2813375"/>
              <a:gd name="connsiteX4" fmla="*/ 1226948 w 1226948"/>
              <a:gd name="connsiteY4" fmla="*/ 2813375 h 2813375"/>
              <a:gd name="connsiteX5" fmla="*/ 0 w 1226948"/>
              <a:gd name="connsiteY5" fmla="*/ 2204559 h 2813375"/>
              <a:gd name="connsiteX6" fmla="*/ 0 w 1226948"/>
              <a:gd name="connsiteY6" fmla="*/ 2007615 h 2813375"/>
              <a:gd name="connsiteX7" fmla="*/ 0 w 1226948"/>
              <a:gd name="connsiteY7" fmla="*/ 196944 h 28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948" h="2813375">
                <a:moveTo>
                  <a:pt x="0" y="0"/>
                </a:moveTo>
                <a:lnTo>
                  <a:pt x="1226948" y="608816"/>
                </a:lnTo>
                <a:lnTo>
                  <a:pt x="1226948" y="805760"/>
                </a:lnTo>
                <a:lnTo>
                  <a:pt x="1226948" y="2616431"/>
                </a:lnTo>
                <a:lnTo>
                  <a:pt x="1226948" y="2813375"/>
                </a:lnTo>
                <a:lnTo>
                  <a:pt x="0" y="2204559"/>
                </a:lnTo>
                <a:lnTo>
                  <a:pt x="0" y="2007615"/>
                </a:lnTo>
                <a:lnTo>
                  <a:pt x="0" y="196944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98000"/>
                </a:srgbClr>
              </a:gs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3D4C70D-82A7-7173-CFC4-43FCFC58D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323794" y="-1227550"/>
            <a:ext cx="1280450" cy="2751551"/>
          </a:xfrm>
          <a:custGeom>
            <a:avLst/>
            <a:gdLst>
              <a:gd name="connsiteX0" fmla="*/ 0 w 1280450"/>
              <a:gd name="connsiteY0" fmla="*/ 0 h 2751551"/>
              <a:gd name="connsiteX1" fmla="*/ 1280450 w 1280450"/>
              <a:gd name="connsiteY1" fmla="*/ 635363 h 2751551"/>
              <a:gd name="connsiteX2" fmla="*/ 1280450 w 1280450"/>
              <a:gd name="connsiteY2" fmla="*/ 840895 h 2751551"/>
              <a:gd name="connsiteX3" fmla="*/ 1280450 w 1280450"/>
              <a:gd name="connsiteY3" fmla="*/ 2546019 h 2751551"/>
              <a:gd name="connsiteX4" fmla="*/ 1280450 w 1280450"/>
              <a:gd name="connsiteY4" fmla="*/ 2751551 h 2751551"/>
              <a:gd name="connsiteX5" fmla="*/ 0 w 1280450"/>
              <a:gd name="connsiteY5" fmla="*/ 2116188 h 2751551"/>
              <a:gd name="connsiteX6" fmla="*/ 0 w 1280450"/>
              <a:gd name="connsiteY6" fmla="*/ 1910656 h 2751551"/>
              <a:gd name="connsiteX7" fmla="*/ 0 w 1280450"/>
              <a:gd name="connsiteY7" fmla="*/ 205532 h 27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751551">
                <a:moveTo>
                  <a:pt x="0" y="0"/>
                </a:moveTo>
                <a:lnTo>
                  <a:pt x="1280450" y="635363"/>
                </a:lnTo>
                <a:lnTo>
                  <a:pt x="1280450" y="840895"/>
                </a:lnTo>
                <a:lnTo>
                  <a:pt x="1280450" y="2546019"/>
                </a:lnTo>
                <a:lnTo>
                  <a:pt x="1280450" y="2751551"/>
                </a:lnTo>
                <a:lnTo>
                  <a:pt x="0" y="2116188"/>
                </a:lnTo>
                <a:lnTo>
                  <a:pt x="0" y="1910656"/>
                </a:lnTo>
                <a:lnTo>
                  <a:pt x="0" y="20553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4EC937F-2ABC-A3A9-F8FC-C4DD593B3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2696448" y="-798318"/>
            <a:ext cx="1280450" cy="2982614"/>
          </a:xfrm>
          <a:custGeom>
            <a:avLst/>
            <a:gdLst>
              <a:gd name="connsiteX0" fmla="*/ 1280450 w 1280450"/>
              <a:gd name="connsiteY0" fmla="*/ 2982614 h 2982614"/>
              <a:gd name="connsiteX1" fmla="*/ 0 w 1280450"/>
              <a:gd name="connsiteY1" fmla="*/ 2347250 h 2982614"/>
              <a:gd name="connsiteX2" fmla="*/ 0 w 1280450"/>
              <a:gd name="connsiteY2" fmla="*/ 2141719 h 2982614"/>
              <a:gd name="connsiteX3" fmla="*/ 0 w 1280450"/>
              <a:gd name="connsiteY3" fmla="*/ 205532 h 2982614"/>
              <a:gd name="connsiteX4" fmla="*/ 0 w 1280450"/>
              <a:gd name="connsiteY4" fmla="*/ 0 h 2982614"/>
              <a:gd name="connsiteX5" fmla="*/ 1280450 w 1280450"/>
              <a:gd name="connsiteY5" fmla="*/ 635363 h 2982614"/>
              <a:gd name="connsiteX6" fmla="*/ 1280450 w 1280450"/>
              <a:gd name="connsiteY6" fmla="*/ 840895 h 2982614"/>
              <a:gd name="connsiteX7" fmla="*/ 1280450 w 1280450"/>
              <a:gd name="connsiteY7" fmla="*/ 2777082 h 29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982614">
                <a:moveTo>
                  <a:pt x="1280450" y="2982614"/>
                </a:moveTo>
                <a:lnTo>
                  <a:pt x="0" y="2347250"/>
                </a:lnTo>
                <a:lnTo>
                  <a:pt x="0" y="2141719"/>
                </a:lnTo>
                <a:lnTo>
                  <a:pt x="0" y="205532"/>
                </a:lnTo>
                <a:lnTo>
                  <a:pt x="0" y="0"/>
                </a:lnTo>
                <a:lnTo>
                  <a:pt x="1280450" y="635363"/>
                </a:lnTo>
                <a:lnTo>
                  <a:pt x="1280450" y="840895"/>
                </a:lnTo>
                <a:lnTo>
                  <a:pt x="1280450" y="277708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4DFCF571-837D-13DF-BACC-6F3F3B5B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7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3352800" y="1649413"/>
            <a:ext cx="82931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9D2D5ACD-ED87-9440-14B3-A88AD4E46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03B6DC9-BBC4-5F87-9837-38FC315DC6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EBED387-5AE5-F640-DCDC-C1247ECE5A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365125"/>
            <a:ext cx="7689243" cy="1158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750CB7-6314-A457-19CE-912D2D8C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278092"/>
            <a:ext cx="2254111" cy="6564592"/>
          </a:xfrm>
          <a:custGeom>
            <a:avLst/>
            <a:gdLst>
              <a:gd name="connsiteX0" fmla="*/ 0 w 2254111"/>
              <a:gd name="connsiteY0" fmla="*/ 0 h 6564592"/>
              <a:gd name="connsiteX1" fmla="*/ 2254111 w 2254111"/>
              <a:gd name="connsiteY1" fmla="*/ 1118498 h 6564592"/>
              <a:gd name="connsiteX2" fmla="*/ 2254111 w 2254111"/>
              <a:gd name="connsiteY2" fmla="*/ 1168711 h 6564592"/>
              <a:gd name="connsiteX3" fmla="*/ 2254111 w 2254111"/>
              <a:gd name="connsiteY3" fmla="*/ 1315217 h 6564592"/>
              <a:gd name="connsiteX4" fmla="*/ 2254111 w 2254111"/>
              <a:gd name="connsiteY4" fmla="*/ 1333811 h 6564592"/>
              <a:gd name="connsiteX5" fmla="*/ 2254111 w 2254111"/>
              <a:gd name="connsiteY5" fmla="*/ 1480317 h 6564592"/>
              <a:gd name="connsiteX6" fmla="*/ 2254111 w 2254111"/>
              <a:gd name="connsiteY6" fmla="*/ 6202773 h 6564592"/>
              <a:gd name="connsiteX7" fmla="*/ 2254111 w 2254111"/>
              <a:gd name="connsiteY7" fmla="*/ 6349279 h 6564592"/>
              <a:gd name="connsiteX8" fmla="*/ 2254111 w 2254111"/>
              <a:gd name="connsiteY8" fmla="*/ 6367873 h 6564592"/>
              <a:gd name="connsiteX9" fmla="*/ 2254111 w 2254111"/>
              <a:gd name="connsiteY9" fmla="*/ 6514379 h 6564592"/>
              <a:gd name="connsiteX10" fmla="*/ 2254111 w 2254111"/>
              <a:gd name="connsiteY10" fmla="*/ 6564592 h 6564592"/>
              <a:gd name="connsiteX11" fmla="*/ 0 w 2254111"/>
              <a:gd name="connsiteY11" fmla="*/ 5446096 h 6564592"/>
              <a:gd name="connsiteX12" fmla="*/ 0 w 2254111"/>
              <a:gd name="connsiteY12" fmla="*/ 5395882 h 6564592"/>
              <a:gd name="connsiteX13" fmla="*/ 0 w 2254111"/>
              <a:gd name="connsiteY13" fmla="*/ 5249376 h 6564592"/>
              <a:gd name="connsiteX14" fmla="*/ 0 w 2254111"/>
              <a:gd name="connsiteY14" fmla="*/ 5230782 h 6564592"/>
              <a:gd name="connsiteX15" fmla="*/ 0 w 2254111"/>
              <a:gd name="connsiteY15" fmla="*/ 5084276 h 6564592"/>
              <a:gd name="connsiteX16" fmla="*/ 0 w 2254111"/>
              <a:gd name="connsiteY16" fmla="*/ 361820 h 6564592"/>
              <a:gd name="connsiteX17" fmla="*/ 0 w 2254111"/>
              <a:gd name="connsiteY17" fmla="*/ 215314 h 6564592"/>
              <a:gd name="connsiteX18" fmla="*/ 0 w 2254111"/>
              <a:gd name="connsiteY18" fmla="*/ 196720 h 6564592"/>
              <a:gd name="connsiteX19" fmla="*/ 0 w 2254111"/>
              <a:gd name="connsiteY19" fmla="*/ 50214 h 656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54111" h="6564592">
                <a:moveTo>
                  <a:pt x="0" y="0"/>
                </a:moveTo>
                <a:lnTo>
                  <a:pt x="2254111" y="1118498"/>
                </a:lnTo>
                <a:lnTo>
                  <a:pt x="2254111" y="1168711"/>
                </a:lnTo>
                <a:lnTo>
                  <a:pt x="2254111" y="1315217"/>
                </a:lnTo>
                <a:lnTo>
                  <a:pt x="2254111" y="1333811"/>
                </a:lnTo>
                <a:lnTo>
                  <a:pt x="2254111" y="1480317"/>
                </a:lnTo>
                <a:lnTo>
                  <a:pt x="2254111" y="6202773"/>
                </a:lnTo>
                <a:lnTo>
                  <a:pt x="2254111" y="6349279"/>
                </a:lnTo>
                <a:lnTo>
                  <a:pt x="2254111" y="6367873"/>
                </a:lnTo>
                <a:lnTo>
                  <a:pt x="2254111" y="6514379"/>
                </a:lnTo>
                <a:lnTo>
                  <a:pt x="2254111" y="6564592"/>
                </a:lnTo>
                <a:lnTo>
                  <a:pt x="0" y="5446096"/>
                </a:lnTo>
                <a:lnTo>
                  <a:pt x="0" y="5395882"/>
                </a:lnTo>
                <a:lnTo>
                  <a:pt x="0" y="5249376"/>
                </a:lnTo>
                <a:lnTo>
                  <a:pt x="0" y="5230782"/>
                </a:lnTo>
                <a:lnTo>
                  <a:pt x="0" y="5084276"/>
                </a:lnTo>
                <a:lnTo>
                  <a:pt x="0" y="361820"/>
                </a:lnTo>
                <a:lnTo>
                  <a:pt x="0" y="215314"/>
                </a:lnTo>
                <a:lnTo>
                  <a:pt x="0" y="196720"/>
                </a:lnTo>
                <a:lnTo>
                  <a:pt x="0" y="50214"/>
                </a:lnTo>
                <a:close/>
              </a:path>
            </a:pathLst>
          </a:custGeom>
          <a:gradFill flip="none" rotWithShape="1"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18900000" scaled="1"/>
            <a:tileRect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DCE63EE-403F-BC41-72F4-9D7592B0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EA1182-B655-D7C5-2E7D-384675E6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09575" y="2619375"/>
            <a:ext cx="2254111" cy="5607629"/>
          </a:xfrm>
          <a:custGeom>
            <a:avLst/>
            <a:gdLst>
              <a:gd name="connsiteX0" fmla="*/ 0 w 2254111"/>
              <a:gd name="connsiteY0" fmla="*/ 0 h 5607629"/>
              <a:gd name="connsiteX1" fmla="*/ 2254111 w 2254111"/>
              <a:gd name="connsiteY1" fmla="*/ 1118498 h 5607629"/>
              <a:gd name="connsiteX2" fmla="*/ 2254111 w 2254111"/>
              <a:gd name="connsiteY2" fmla="*/ 1480317 h 5607629"/>
              <a:gd name="connsiteX3" fmla="*/ 2254111 w 2254111"/>
              <a:gd name="connsiteY3" fmla="*/ 5245810 h 5607629"/>
              <a:gd name="connsiteX4" fmla="*/ 2254111 w 2254111"/>
              <a:gd name="connsiteY4" fmla="*/ 5607629 h 5607629"/>
              <a:gd name="connsiteX5" fmla="*/ 0 w 2254111"/>
              <a:gd name="connsiteY5" fmla="*/ 4489133 h 5607629"/>
              <a:gd name="connsiteX6" fmla="*/ 0 w 2254111"/>
              <a:gd name="connsiteY6" fmla="*/ 4127313 h 5607629"/>
              <a:gd name="connsiteX7" fmla="*/ 0 w 2254111"/>
              <a:gd name="connsiteY7" fmla="*/ 361820 h 56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54111" h="5607629">
                <a:moveTo>
                  <a:pt x="0" y="0"/>
                </a:moveTo>
                <a:lnTo>
                  <a:pt x="2254111" y="1118498"/>
                </a:lnTo>
                <a:lnTo>
                  <a:pt x="2254111" y="1480317"/>
                </a:lnTo>
                <a:lnTo>
                  <a:pt x="2254111" y="5245810"/>
                </a:lnTo>
                <a:lnTo>
                  <a:pt x="2254111" y="5607629"/>
                </a:lnTo>
                <a:lnTo>
                  <a:pt x="0" y="4489133"/>
                </a:lnTo>
                <a:lnTo>
                  <a:pt x="0" y="4127313"/>
                </a:lnTo>
                <a:lnTo>
                  <a:pt x="0" y="36182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  <a:lumMod val="8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1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C8E8BFF-8BC3-159C-CB63-CCB6BA27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6C3600-11E2-A516-9631-F9CE08E70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FCADADE-630C-988E-4352-B1E904FD30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52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4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00000">
                  <a:schemeClr val="accent2"/>
                </a:gs>
                <a:gs pos="1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75000"/>
                </a:schemeClr>
              </a:gs>
              <a:gs pos="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2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613E9-BE82-93D5-8C3F-BB04E5F2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8000">
                  <a:schemeClr val="accent2"/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177043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75000"/>
                </a:schemeClr>
              </a:gs>
              <a:gs pos="10000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32669 0.36713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3.33333E-6 L -0.32669 0.36783 " pathEditMode="relative" rAng="0" ptsTypes="AA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8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7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121" grpId="0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14/01/2026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0BA8C-A0A2-493C-9386-2300DE9A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D8990E-4FA2-F603-EAB5-7E6A1B77B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BD11F3-A53B-D639-35D7-4319E4A9D7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FA86F74-A4FA-366C-0547-8046917C56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 b="1" i="0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59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3472 L 5.55112E-17 -1.85185E-6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/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/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/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/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/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/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/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/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/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/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5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</a:t>
            </a:r>
            <a:br>
              <a:rPr lang="en-US"/>
            </a:br>
            <a:r>
              <a:rPr lang="en-US"/>
              <a:t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2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1" i="0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957B57-EDF2-25DE-1CE6-3781527D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13550-37C6-2BBC-2A2B-F99CDB5E6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EA53CC4-970B-4F45-D2C2-25F4A84808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79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1.25E-6 0.03889 L 1.25E-6 1.85185E-6 " pathEditMode="relative" rAng="0" ptsTypes="AA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text. Please </a:t>
            </a:r>
            <a:br>
              <a:rPr lang="en-US"/>
            </a:br>
            <a:r>
              <a:rPr lang="en-US"/>
              <a:t>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0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tIns="0" anchor="b" anchorCtr="0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pic>
        <p:nvPicPr>
          <p:cNvPr id="35" name="Graphic 34" descr="InterSystems: Creative data technology">
            <a:extLst>
              <a:ext uri="{FF2B5EF4-FFF2-40B4-BE49-F238E27FC236}">
                <a16:creationId xmlns:a16="http://schemas.microsoft.com/office/drawing/2014/main" id="{F0C72F17-40F0-F9CD-8B0E-F2E0C7B665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31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28000">
                <a:srgbClr val="0C0B26">
                  <a:alpha val="0"/>
                </a:srgbClr>
              </a:gs>
              <a:gs pos="98165">
                <a:srgbClr val="0C0B26"/>
              </a:gs>
              <a:gs pos="62000">
                <a:srgbClr val="0C0B26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tIns="90000" bIns="90000" rtlCol="0" anchor="t">
            <a:no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2A95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3" name="Graphic 2" descr="InterSystems: Creative data technology">
            <a:extLst>
              <a:ext uri="{FF2B5EF4-FFF2-40B4-BE49-F238E27FC236}">
                <a16:creationId xmlns:a16="http://schemas.microsoft.com/office/drawing/2014/main" id="{3D5778B1-72D3-3D37-7816-ADBD37C68EE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tIns="0" bIns="0" anchor="b" anchorCtr="0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0" anchor="t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B83A04A-6C50-9D48-954E-9E2561BC6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3477" y="-160680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5F76E0-E70B-8F7D-278D-E1CE4357C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0023" y="-137286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188319-44D8-AEAF-9B3A-064750778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06565" y="-113892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35D56FB-205A-6976-E20B-2536AD664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3107" y="-90498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3E677CB-8BFA-8996-6227-8AA7316F1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39649" y="-67104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56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5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E4FE0D4-A11D-A40B-18BF-2411B311D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740118" y="-437107"/>
            <a:ext cx="784673" cy="2567726"/>
          </a:xfrm>
          <a:custGeom>
            <a:avLst/>
            <a:gdLst>
              <a:gd name="connsiteX0" fmla="*/ 0 w 784673"/>
              <a:gd name="connsiteY0" fmla="*/ 0 h 2567726"/>
              <a:gd name="connsiteX1" fmla="*/ 784673 w 784673"/>
              <a:gd name="connsiteY1" fmla="*/ 389357 h 2567726"/>
              <a:gd name="connsiteX2" fmla="*/ 784673 w 784673"/>
              <a:gd name="connsiteY2" fmla="*/ 515309 h 2567726"/>
              <a:gd name="connsiteX3" fmla="*/ 784673 w 784673"/>
              <a:gd name="connsiteY3" fmla="*/ 2441774 h 2567726"/>
              <a:gd name="connsiteX4" fmla="*/ 784673 w 784673"/>
              <a:gd name="connsiteY4" fmla="*/ 2567726 h 2567726"/>
              <a:gd name="connsiteX5" fmla="*/ 0 w 784673"/>
              <a:gd name="connsiteY5" fmla="*/ 2178369 h 2567726"/>
              <a:gd name="connsiteX6" fmla="*/ 0 w 784673"/>
              <a:gd name="connsiteY6" fmla="*/ 2052417 h 2567726"/>
              <a:gd name="connsiteX7" fmla="*/ 0 w 784673"/>
              <a:gd name="connsiteY7" fmla="*/ 125952 h 256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67726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41774"/>
                </a:lnTo>
                <a:lnTo>
                  <a:pt x="784673" y="2567726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chemeClr val="accent2">
                    <a:alpha val="58000"/>
                  </a:schemeClr>
                </a:gs>
                <a:gs pos="80000">
                  <a:srgbClr val="92C0E9">
                    <a:alpha val="25000"/>
                  </a:srgbClr>
                </a:gs>
                <a:gs pos="100000">
                  <a:srgbClr val="FFFFFF">
                    <a:alpha val="41000"/>
                  </a:srgbClr>
                </a:gs>
                <a:gs pos="15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8878256-DFE6-1695-113A-39FDF8E55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660" y="-195192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35AA56-F85E-CC10-8BA9-F9174AE1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3202" y="38748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E5F58A-2B69-697F-3E4D-97B71B576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575766" y="27268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570EA00-7A1A-6AEB-0143-B624E69C9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78330" y="50662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17000"/>
                  </a:srgbClr>
                </a:gs>
                <a:gs pos="0">
                  <a:srgbClr val="FFFFFF">
                    <a:alpha val="12000"/>
                  </a:srgb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5667B-EEBC-C924-7B00-4505DD0E1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0894" y="74056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824A49-E102-53D0-D4FC-7A39F31FA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3458" y="97450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47000"/>
                </a:srgbClr>
              </a:gs>
              <a:gs pos="28975">
                <a:srgbClr val="6379C1"/>
              </a:gs>
              <a:gs pos="100000">
                <a:srgbClr val="2F2A95">
                  <a:alpha val="75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0D30F68-0587-B455-931D-7B6D76FDD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407327" y="3116434"/>
            <a:ext cx="784673" cy="2557460"/>
          </a:xfrm>
          <a:custGeom>
            <a:avLst/>
            <a:gdLst>
              <a:gd name="connsiteX0" fmla="*/ 0 w 784673"/>
              <a:gd name="connsiteY0" fmla="*/ 0 h 2557460"/>
              <a:gd name="connsiteX1" fmla="*/ 784673 w 784673"/>
              <a:gd name="connsiteY1" fmla="*/ 389357 h 2557460"/>
              <a:gd name="connsiteX2" fmla="*/ 784673 w 784673"/>
              <a:gd name="connsiteY2" fmla="*/ 515309 h 2557460"/>
              <a:gd name="connsiteX3" fmla="*/ 784673 w 784673"/>
              <a:gd name="connsiteY3" fmla="*/ 2431508 h 2557460"/>
              <a:gd name="connsiteX4" fmla="*/ 784673 w 784673"/>
              <a:gd name="connsiteY4" fmla="*/ 2557460 h 2557460"/>
              <a:gd name="connsiteX5" fmla="*/ 0 w 784673"/>
              <a:gd name="connsiteY5" fmla="*/ 2168103 h 2557460"/>
              <a:gd name="connsiteX6" fmla="*/ 0 w 784673"/>
              <a:gd name="connsiteY6" fmla="*/ 2042151 h 2557460"/>
              <a:gd name="connsiteX7" fmla="*/ 0 w 784673"/>
              <a:gd name="connsiteY7" fmla="*/ 125952 h 25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57460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31508"/>
                </a:lnTo>
                <a:lnTo>
                  <a:pt x="784673" y="2557460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5B3713-59BE-A1BB-0273-C59C9C2D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012538" y="3359100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EC49086-CB0B-EDFA-3C6C-B7EB98234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617755" y="3593791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28C104A-438B-E531-569B-7C7602462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36950" y="3828482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5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E075595-53AD-F551-29C5-4E60825EB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842167" y="406317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64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DAA879-25A8-9540-22C7-94ADB576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47384" y="4297864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A76BCF5-1DCB-9BAE-5478-C7AE6766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52601" y="4532555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A93D2F-BFFF-A1FC-A59A-B7DF8DB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657818" y="4767246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5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94BCD3-B8DD-1DEB-0DDE-06C59B9CA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263035" y="5001937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64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3CCF78D-3BA6-61C3-060C-098575F0E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82230" y="5236628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58F9CAC-AEAA-037E-B18E-98340119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487447" y="5471319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AC24C9C-8B3C-ACF8-1598-C6EEA27E9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06642" y="5706010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C2D617F-74B1-2307-B8FB-2F882981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08444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3E91A2-BCB4-1CC0-C040-EBCB0120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711859" y="594070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14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71048 0.5101743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536 0.4760623 E" pathEditMode="relative" ptsTypes="">
                                      <p:cBhvr>
                                        <p:cTn id="104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42019 0.4419503 E" pathEditMode="relative" ptsTypes="">
                                      <p:cBhvr>
                                        <p:cTn id="106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27504 0.4078383 E" pathEditMode="relative" ptsTypes="">
                                      <p:cBhvr>
                                        <p:cTn id="108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2987 0.3737263 E" pathEditMode="relative" ptsTypes="">
                                      <p:cBhvr>
                                        <p:cTn id="110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19188 0.3390329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870772 0.3043395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56256 0.2702275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236007 0.2361155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910026 0.2020035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4045 0.1678915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58064 0.1337796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9.378158E-02 9.966815E-02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289042E-02 -0.1137249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3573 -0.1485279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7378 -0.1827494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95451 -0.2169708 E" pathEditMode="relative" ptsTypes="">
                                      <p:cBhvr>
                                        <p:cTn id="134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13523 -0.2511923 E" pathEditMode="relative" ptsTypes="">
                                      <p:cBhvr>
                                        <p:cTn id="136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37328 -0.2854138 E" pathEditMode="relative" ptsTypes="">
                                      <p:cBhvr>
                                        <p:cTn id="138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61133 -0.3196353 E" pathEditMode="relative" ptsTypes="">
                                      <p:cBhvr>
                                        <p:cTn id="140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84938 -0.3538568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08743 -0.3880783 E" pathEditMode="relative" ptsTypes="">
                                      <p:cBhvr>
                                        <p:cTn id="144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26816 -0.4222998 E" pathEditMode="relative" ptsTypes="">
                                      <p:cBhvr>
                                        <p:cTn id="146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44888 -0.4565213 E" pathEditMode="relative" ptsTypes="">
                                      <p:cBhvr>
                                        <p:cTn id="148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62961 -0.4907427 E" pathEditMode="relative" ptsTypes="">
                                      <p:cBhvr>
                                        <p:cTn id="150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81033 -0.5249646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000" b="1">
                <a:solidFill>
                  <a:schemeClr val="tx1"/>
                </a:solidFill>
                <a:latin typeface="+mn-lt"/>
              </a:rPr>
              <a:t>MASTER END </a:t>
            </a:r>
            <a:br>
              <a:rPr lang="en-US" sz="8000">
                <a:solidFill>
                  <a:schemeClr val="tx1"/>
                </a:solidFill>
                <a:latin typeface="+mn-lt"/>
              </a:rPr>
            </a:br>
            <a:r>
              <a:rPr lang="en-US" sz="8000">
                <a:solidFill>
                  <a:schemeClr val="tx1"/>
                </a:solidFill>
                <a:latin typeface="+mn-lt"/>
              </a:rPr>
              <a:t>DELETE ANY MASTER LAYOUTS BEYOND THIS POINT</a:t>
            </a:r>
            <a:endParaRPr lang="en-US" sz="54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9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2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1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33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1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3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8EAADFB-8AFD-ED1B-5C80-B8AACDB6C1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78" y="459740"/>
            <a:ext cx="2219325" cy="59182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432749-49AB-9C13-2F55-5F493992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636181" y="260809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47A993D-77DC-C92E-3FCF-96999869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243845" y="284644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35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584888-A83D-96D7-BBE7-1879FE364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51509" y="308478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56000"/>
                </a:srgbClr>
              </a:gs>
              <a:gs pos="100000">
                <a:srgbClr val="00B2A9">
                  <a:alpha val="3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27000"/>
                  </a:srgbClr>
                </a:gs>
                <a:gs pos="100000">
                  <a:srgbClr val="00B2A9">
                    <a:lumMod val="50000"/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40E35AF-37D8-ED7F-48C8-855E6EBD9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9172" y="332312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4000"/>
                  </a:scheme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27DE93E-0C04-D6AD-BDDD-13516632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66836" y="3551947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77EB9C6-AF09-FD81-8FC1-D6EFDEAAD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674498" y="379981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31000"/>
                </a:srgbClr>
              </a:gs>
              <a:gs pos="0">
                <a:srgbClr val="92C0E9">
                  <a:alpha val="77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7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27000"/>
                  </a:srgbClr>
                </a:gs>
                <a:gs pos="100000">
                  <a:srgbClr val="2F2A95">
                    <a:alpha val="2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658E627-937F-3F95-9BBB-2B6CCE073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282162" y="403816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3000"/>
                  </a:scheme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05227E-1BD9-ED14-BD3B-98CB4272C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89825" y="427650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53000"/>
                </a:srgbClr>
              </a:gs>
              <a:gs pos="0">
                <a:srgbClr val="00B2A9">
                  <a:alpha val="25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>
                    <a:alpha val="63000"/>
                  </a:srgbClr>
                </a:gs>
                <a:gs pos="100000">
                  <a:srgbClr val="C5B4E2">
                    <a:alpha val="44000"/>
                  </a:srgbClr>
                </a:gs>
                <a:gs pos="0">
                  <a:srgbClr val="006990">
                    <a:alpha val="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D61E46A-C93D-DE76-B052-2FE584D6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97489" y="451484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4F712E-83EE-46A5-0891-041C28DF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1224" y="4753195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B7E441C-51F1-7E00-07D5-4AC6B569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4909" y="4987551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2000"/>
                </a:srgbClr>
              </a:gs>
              <a:gs pos="0">
                <a:srgbClr val="92C0E9">
                  <a:alpha val="40000"/>
                </a:srgbClr>
              </a:gs>
              <a:gs pos="61000">
                <a:srgbClr val="2F2A95">
                  <a:alpha val="42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EE2E1F7-5171-B1DF-459C-B0BCE535D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338645" y="5225896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40F6526-35CD-A5E9-72DC-F3E3AEA3A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932332" y="5464239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865AB97-9EA3-83A9-935D-341808728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0045" y="5698597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1999439" eaLnBrk="1" fontAlgn="auto" latinLnBrk="0" hangingPunct="1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7213E18-1E8E-A7D7-F5B1-E9FD1E3CE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149753" y="5932953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6595100-5D1E-6911-4DA6-CF07BE9C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8053" y="29767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4714D12-C61B-B3FB-E14B-E42AA862A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6185" y="43198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13000"/>
                </a:srgbClr>
              </a:gs>
              <a:gs pos="100000">
                <a:srgbClr val="2F2A95">
                  <a:alpha val="35000"/>
                </a:srgbClr>
              </a:gs>
              <a:gs pos="72000">
                <a:srgbClr val="00B2A9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7000"/>
                  </a:srgbClr>
                </a:gs>
                <a:gs pos="100000">
                  <a:srgbClr val="2F2A95">
                    <a:alpha val="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EC375A1-BC13-0249-7E06-3EA920846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2557" y="58399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34000"/>
                </a:srgbClr>
              </a:gs>
              <a:gs pos="99000">
                <a:srgbClr val="00B2A9">
                  <a:alpha val="23000"/>
                  <a:lumMod val="99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lumMod val="99000"/>
                    <a:alpha val="20000"/>
                  </a:srgbClr>
                </a:gs>
                <a:gs pos="100000">
                  <a:srgbClr val="00B2A9">
                    <a:lumMod val="50000"/>
                    <a:alpha val="16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828F9B8-13EA-E4B2-D960-EDA8AAA61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30689" y="73600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C0A8A4F-DE49-627C-11D0-05B9FF27B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77060" y="888009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A930432-3D92-263D-6B77-16502C12F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5192" y="104001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D97A97D-244B-DD2A-8D9B-66A4BF35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562" y="119202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30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CC9441E-4477-4E9A-D1FA-9FFB082C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9694" y="134403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1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044F45C-225C-CAEA-5680-945EF3685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66065" y="149604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44F283C-E07E-2435-0C49-2DB2F38D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4197" y="164805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AC1BC38-CFA9-527C-8C31-1885BFA7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60569" y="180006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25000"/>
                </a:srgbClr>
              </a:gs>
              <a:gs pos="41000">
                <a:srgbClr val="92C0E9">
                  <a:alpha val="42000"/>
                </a:srgbClr>
              </a:gs>
              <a:gs pos="59000">
                <a:srgbClr val="92C0E9">
                  <a:alpha val="63000"/>
                </a:srgbClr>
              </a:gs>
              <a:gs pos="0">
                <a:srgbClr val="C5B4E2">
                  <a:lumMod val="75000"/>
                  <a:alpha val="2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36000"/>
                  </a:srgbClr>
                </a:gs>
                <a:gs pos="100000">
                  <a:srgbClr val="92C0E9"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rtl="0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65CBE98D-B615-065A-B2B2-E4D4CDD5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8129" y="1952072"/>
            <a:ext cx="516068" cy="18813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F2DA4C3-FEE7-7C4B-A2DD-736153845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072" y="210932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32000"/>
                </a:srgbClr>
              </a:gs>
              <a:gs pos="0">
                <a:srgbClr val="92C0E9">
                  <a:alpha val="3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lumMod val="98000"/>
                    <a:alpha val="27000"/>
                  </a:srgbClr>
                </a:gs>
                <a:gs pos="100000">
                  <a:srgbClr val="2F2A95">
                    <a:alpha val="24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1999439" rtl="0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59B42061-0EB3-7FEA-7059-1562D269C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1445" y="6167314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F4E5AD4-D55B-4C43-211A-C77B0558D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633" y="226133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567588"/>
            <a:ext cx="2743200" cy="153888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29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6.435947E-02 -6.976991E-02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653924E-02 -0.1045241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8719 -0.1392782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08988 -0.1740324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2584 -0.2435407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74382 -0.2782948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9618 -0.313049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17978 -0.3478031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33185 -0.381976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3849 -0.4162 " pathEditMode="relative" rAng="0" ptsTypes="AA">
                                      <p:cBhvr>
                                        <p:cTn id="132" dur="1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2081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11111E-6 L 0.44922 -0.48565 " pathEditMode="relative" rAng="0" ptsTypes="AA">
                                      <p:cBhvr>
                                        <p:cTn id="134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61" y="-2428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8073 -0.51991 " pathEditMode="relative" rAng="0" ptsTypes="AA">
                                      <p:cBhvr>
                                        <p:cTn id="136" dur="1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5995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54375 -0.5882 " pathEditMode="relative" rAng="0" ptsTypes="AA">
                                      <p:cBhvr>
                                        <p:cTn id="138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87" y="-2942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1931 -0.2088 " pathEditMode="relative" rAng="0" ptsTypes="AA">
                                      <p:cBhvr>
                                        <p:cTn id="140" dur="1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8" y="-1044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0.41706 -0.45093 " pathEditMode="relative" rAng="0" ptsTypes="AA">
                                      <p:cBhvr>
                                        <p:cTn id="142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6" y="-22546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51224 -0.55394 " pathEditMode="relative" rAng="0" ptsTypes="AA">
                                      <p:cBhvr>
                                        <p:cTn id="144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12" y="-2770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034 -0.07824 " pathEditMode="relative" rAng="0" ptsTypes="AA">
                                      <p:cBhvr>
                                        <p:cTn id="146" dur="1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391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48148E-6 L 0.10066 -0.09792 " pathEditMode="relative" rAng="0" ptsTypes="AA">
                                      <p:cBhvr>
                                        <p:cTn id="148" dur="1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26" y="-4907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12136 -0.12014 " pathEditMode="relative" rAng="0" ptsTypes="AA">
                                      <p:cBhvr>
                                        <p:cTn id="150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6019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4193 -0.14236 " pathEditMode="relative" rAng="0" ptsTypes="AA">
                                      <p:cBhvr>
                                        <p:cTn id="152" dur="15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-713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2039 -0.2088 " pathEditMode="relative" rAng="0" ptsTypes="AA">
                                      <p:cBhvr>
                                        <p:cTn id="154" dur="150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5" y="-1044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18334 -0.18658 " pathEditMode="relative" rAng="0" ptsTypes="AA">
                                      <p:cBhvr>
                                        <p:cTn id="156" dur="15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932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16264 -0.16435 " pathEditMode="relative" rAng="0" ptsTypes="AA">
                                      <p:cBhvr>
                                        <p:cTn id="158" dur="1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8218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22461 -0.23102 " pathEditMode="relative" rAng="0" ptsTypes="AA">
                                      <p:cBhvr>
                                        <p:cTn id="160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1551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0.24531 -0.25301 " pathEditMode="relative" rAng="0" ptsTypes="AA">
                                      <p:cBhvr>
                                        <p:cTn id="16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2662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6588 -0.27523 " pathEditMode="relative" rAng="0" ptsTypes="AA">
                                      <p:cBhvr>
                                        <p:cTn id="164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94" y="-13773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8658 -0.29746 " pathEditMode="relative" rAng="0" ptsTypes="AA">
                                      <p:cBhvr>
                                        <p:cTn id="166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4884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0768 -0.31991 " pathEditMode="relative" rAng="0" ptsTypes="AA">
                                      <p:cBhvr>
                                        <p:cTn id="16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8" y="-1599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0.32878 -0.34259 " pathEditMode="relative" rAng="0" ptsTypes="AA">
                                      <p:cBhvr>
                                        <p:cTn id="170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1713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34947 -0.36459 " pathEditMode="relative" rAng="0" ptsTypes="AA">
                                      <p:cBhvr>
                                        <p:cTn id="172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-1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2" grpId="0" animBg="1"/>
      <p:bldP spid="12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17640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+mn-lt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+mn-lt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14/01/2026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0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8" r:id="rId3"/>
    <p:sldLayoutId id="2147483652" r:id="rId4"/>
    <p:sldLayoutId id="2147483653" r:id="rId5"/>
    <p:sldLayoutId id="2147483654" r:id="rId6"/>
    <p:sldLayoutId id="2147483655" r:id="rId7"/>
    <p:sldLayoutId id="2147483685" r:id="rId8"/>
    <p:sldLayoutId id="2147483687" r:id="rId9"/>
    <p:sldLayoutId id="2147483656" r:id="rId10"/>
    <p:sldLayoutId id="2147483657" r:id="rId11"/>
    <p:sldLayoutId id="2147483683" r:id="rId12"/>
    <p:sldLayoutId id="2147483680" r:id="rId13"/>
    <p:sldLayoutId id="2147483684" r:id="rId14"/>
    <p:sldLayoutId id="2147483679" r:id="rId15"/>
    <p:sldLayoutId id="2147483667" r:id="rId16"/>
    <p:sldLayoutId id="2147483660" r:id="rId17"/>
    <p:sldLayoutId id="2147483668" r:id="rId18"/>
    <p:sldLayoutId id="2147483674" r:id="rId19"/>
    <p:sldLayoutId id="2147483662" r:id="rId20"/>
    <p:sldLayoutId id="2147483663" r:id="rId21"/>
    <p:sldLayoutId id="2147483688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1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9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FA489"/>
          </p15:clr>
        </p15:guide>
        <p15:guide id="2" pos="7680" userDrawn="1">
          <p15:clr>
            <a:srgbClr val="FFA489"/>
          </p15:clr>
        </p15:guide>
        <p15:guide id="3" pos="344" userDrawn="1">
          <p15:clr>
            <a:srgbClr val="FFA489"/>
          </p15:clr>
        </p15:guide>
        <p15:guide id="4" pos="1144" userDrawn="1">
          <p15:clr>
            <a:srgbClr val="FFA489"/>
          </p15:clr>
        </p15:guide>
        <p15:guide id="5" pos="1224" userDrawn="1">
          <p15:clr>
            <a:srgbClr val="FFA489"/>
          </p15:clr>
        </p15:guide>
        <p15:guide id="6" pos="2032" userDrawn="1">
          <p15:clr>
            <a:srgbClr val="FFA489"/>
          </p15:clr>
        </p15:guide>
        <p15:guide id="7" pos="2112" userDrawn="1">
          <p15:clr>
            <a:srgbClr val="FFA489"/>
          </p15:clr>
        </p15:guide>
        <p15:guide id="8" pos="2912" userDrawn="1">
          <p15:clr>
            <a:srgbClr val="FFA489"/>
          </p15:clr>
        </p15:guide>
        <p15:guide id="9" pos="2992" userDrawn="1">
          <p15:clr>
            <a:srgbClr val="FFA489"/>
          </p15:clr>
        </p15:guide>
        <p15:guide id="10" pos="3800" userDrawn="1">
          <p15:clr>
            <a:srgbClr val="FFA489"/>
          </p15:clr>
        </p15:guide>
        <p15:guide id="11" pos="3880" userDrawn="1">
          <p15:clr>
            <a:srgbClr val="FFA489"/>
          </p15:clr>
        </p15:guide>
        <p15:guide id="12" pos="4688" userDrawn="1">
          <p15:clr>
            <a:srgbClr val="FFA489"/>
          </p15:clr>
        </p15:guide>
        <p15:guide id="13" pos="4768" userDrawn="1">
          <p15:clr>
            <a:srgbClr val="FFA489"/>
          </p15:clr>
        </p15:guide>
        <p15:guide id="14" pos="5568" userDrawn="1">
          <p15:clr>
            <a:srgbClr val="FFA489"/>
          </p15:clr>
        </p15:guide>
        <p15:guide id="15" pos="5648" userDrawn="1">
          <p15:clr>
            <a:srgbClr val="FFA489"/>
          </p15:clr>
        </p15:guide>
        <p15:guide id="16" pos="6456" userDrawn="1">
          <p15:clr>
            <a:srgbClr val="FFA489"/>
          </p15:clr>
        </p15:guide>
        <p15:guide id="17" pos="6536" userDrawn="1">
          <p15:clr>
            <a:srgbClr val="FFA489"/>
          </p15:clr>
        </p15:guide>
        <p15:guide id="18" pos="7336" userDrawn="1">
          <p15:clr>
            <a:srgbClr val="FFA489"/>
          </p15:clr>
        </p15:guide>
        <p15:guide id="19" orient="horz" userDrawn="1">
          <p15:clr>
            <a:srgbClr val="FFA489"/>
          </p15:clr>
        </p15:guide>
        <p15:guide id="20" orient="horz" pos="4320" userDrawn="1">
          <p15:clr>
            <a:srgbClr val="FFA489"/>
          </p15:clr>
        </p15:guide>
        <p15:guide id="21" orient="horz" pos="224" userDrawn="1">
          <p15:clr>
            <a:srgbClr val="FFA489"/>
          </p15:clr>
        </p15:guide>
        <p15:guide id="22" orient="horz" pos="3960" userDrawn="1">
          <p15:clr>
            <a:srgbClr val="FFA489"/>
          </p15:clr>
        </p15:guide>
        <p15:guide id="23" orient="horz" pos="720" userDrawn="1">
          <p15:clr>
            <a:srgbClr val="FFA489"/>
          </p15:clr>
        </p15:guide>
        <p15:guide id="24" orient="horz" pos="960" userDrawn="1">
          <p15:clr>
            <a:srgbClr val="FFA489"/>
          </p15:clr>
        </p15:guide>
        <p15:guide id="25" orient="horz" pos="1650" userDrawn="1">
          <p15:clr>
            <a:srgbClr val="FFA489"/>
          </p15:clr>
        </p15:guide>
        <p15:guide id="26" orient="horz" pos="1729" userDrawn="1">
          <p15:clr>
            <a:srgbClr val="FFA489"/>
          </p15:clr>
        </p15:guide>
        <p15:guide id="27" orient="horz" pos="2420" userDrawn="1">
          <p15:clr>
            <a:srgbClr val="FFA489"/>
          </p15:clr>
        </p15:guide>
        <p15:guide id="28" orient="horz" pos="2499" userDrawn="1">
          <p15:clr>
            <a:srgbClr val="FFA489"/>
          </p15:clr>
        </p15:guide>
        <p15:guide id="29" orient="horz" pos="3190" userDrawn="1">
          <p15:clr>
            <a:srgbClr val="FFA489"/>
          </p15:clr>
        </p15:guide>
        <p15:guide id="30" orient="horz" pos="3269" userDrawn="1">
          <p15:clr>
            <a:srgbClr val="FFA489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Verdana"/>
              </a:rPr>
              <a:t>Agentic Health Interoperability</a:t>
            </a:r>
          </a:p>
          <a:p>
            <a:r>
              <a:rPr sz="2000" b="0">
                <a:solidFill>
                  <a:srgbClr val="00B2A9"/>
                </a:solidFill>
                <a:latin typeface="Verdana"/>
              </a:rPr>
              <a:t>From Conversation to Production in Minutes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Manual Production Building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Integration engineers navigate dozens of Management Portal screens, write ObjectScript by hand, and cross-reference documentation to find the right Business Hosts and adapters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Knowledge Bottleneck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IRIS for Health ships hundreds of classes across Ens.* and HS.* hierarchies. Finding the right one for a requirement means searching docs, browsing %Dictionary, or asking a colleague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Slow Iteration Cycle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Build a production, test it, find an issue, fix the DTL, recompile, test again. Each cycle takes minutes. A complex interface can take days to get right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Onboarding Gap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New integration engineers need months to learn the platform. The gap between healthcare data expertise and InterSystems platform knowledge slows every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The Solution: AI Copilot for IRIS for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Natural Language Interface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Engineers describe what they need in plain English. The copilot translates intent into real IRIS API calls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42 Tools Across 5 Domains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Production management, DTL/BPL transformations, HL7/FHIR testing, class catalog search, and production monitoring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Semantic Search Over the Class Library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Vector catalogs index 164 Business Hosts and 58 transformation classes. The agent finds the right class by meaning, not by memorized name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Confirmation Gate on Every Mutation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Nothing changes in IRIS until the engineer clicks Approve. Create, delete, compile, start, stop all require explicit consent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Built on the %AI Framework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100% native IRIS primitives: %AI.Agent, %AI.Tool, %AI.Agent.Skill, %AI.RAG.KnowledgeBase. No external orchestration layer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Use Case: Build an HL7 ADT Inbound Production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Step 1: The Interface Engineer Describes the Goal</a:t>
            </a:r>
          </a:p>
        </p:txBody>
      </p:sp>
      <p:pic>
        <p:nvPicPr>
          <p:cNvPr id="3" name="Picture 2" descr="15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Verdana"/>
              </a:rPr>
              <a:t>The chatbot interface — streaming responses, tool-call cards, and guided starter prompts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Step 2: The Agent Researches, Plans, and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Research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Searches the Ens.* vector catalog for 'HL7 TCP inbound service' → finds EnsLib.HL7.Service.TCPService. Searches for 'FHIR REST operation' → finds HS.FHIRServer.Interop.Operation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Plan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Proposes the production layout: TCP Business Service (port 2575, HL7 v2.5.1), Router Business Process (ADT message routing), FHIR REST Business Operation. Asks the engineer to approve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Build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Creates the production class, adds each Business Host with correct adapter settings, compiles. Each step shows a tool-call card with Approve/Reject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Test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Sends a sample ADT^A01 message through the production. Validates: production running, all hosts enabled, no errors in the Event Log, message flowed end-to-end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Report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Summarizes what was built, what was tested, and any issues found. The full trace is in the Audit tab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Under the Hood: 25 Calls Across 4 MCPs</a:t>
            </a:r>
          </a:p>
        </p:txBody>
      </p:sp>
      <p:pic>
        <p:nvPicPr>
          <p:cNvPr id="3" name="Picture 2" descr="17_tool_flow_production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699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Verdana"/>
              </a:rPr>
              <a:t>Every tool call, skill invocation, and RAG search the agent makes during the production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Step 3: Field-Level Mapping Intelligence</a:t>
            </a:r>
          </a:p>
        </p:txBody>
      </p:sp>
      <p:pic>
        <p:nvPicPr>
          <p:cNvPr id="3" name="Picture 2" descr="13_transforms_hl7_fh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Verdana"/>
              </a:rPr>
              <a:t>Transformation and Mapping Catalog — 1,538 pre-computed field-level mappings across HL7 v2, SDA3, FHIR R4, CDA, X12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From Conversation to Deployment</a:t>
            </a:r>
          </a:p>
        </p:txBody>
      </p:sp>
      <p:pic>
        <p:nvPicPr>
          <p:cNvPr id="3" name="Picture 2" descr="16_cic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31505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Verdana"/>
              </a:rPr>
              <a:t>Agent-created artifacts flow through source control hooks into the Git/CI/CD pipeline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 b="1">
                <a:solidFill>
                  <a:srgbClr val="00B2A9"/>
                </a:solidFill>
                <a:latin typeface="Verdana"/>
              </a:rPr>
              <a:t>Days → Minutes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AAAACC"/>
                </a:solidFill>
                <a:latin typeface="Verdana"/>
              </a:rPr>
              <a:t>Production building time reduced from 2-3 days to a single conversation</a:t>
            </a:r>
          </a:p>
          <a:p>
            <a:r>
              <a:rPr sz="1400" b="1">
                <a:solidFill>
                  <a:srgbClr val="00B2A9"/>
                </a:solidFill>
                <a:latin typeface="Verdana"/>
              </a:rPr>
              <a:t>Under $1 Per Build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AAAACC"/>
                </a:solidFill>
                <a:latin typeface="Verdana"/>
              </a:rPr>
              <a:t>A full production build costs ~$0.50 in LLM tokens vs. 2-3 days of engineer time</a:t>
            </a:r>
          </a:p>
          <a:p>
            <a:r>
              <a:rPr sz="1400" b="1">
                <a:solidFill>
                  <a:srgbClr val="00B2A9"/>
                </a:solidFill>
                <a:latin typeface="Verdana"/>
              </a:rPr>
              <a:t>Zero Manual Coding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AAAACC"/>
                </a:solidFill>
                <a:latin typeface="Verdana"/>
              </a:rPr>
              <a:t>Interface Engineers build productions without writing ObjectScript</a:t>
            </a:r>
          </a:p>
          <a:p>
            <a:r>
              <a:rPr sz="1400" b="1">
                <a:solidFill>
                  <a:srgbClr val="00B2A9"/>
                </a:solidFill>
                <a:latin typeface="Verdana"/>
              </a:rPr>
              <a:t>Instant Onboarding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AAAACC"/>
                </a:solidFill>
                <a:latin typeface="Verdana"/>
              </a:rPr>
              <a:t>New team members are productive on day one with guided prompts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What Ships Today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A489"/>
                </a:solidFill>
                <a:latin typeface="Verdana"/>
              </a:rPr>
              <a:t>64</a:t>
            </a:r>
            <a:r>
              <a:rPr sz="1200" b="0">
                <a:solidFill>
                  <a:srgbClr val="FFFFFF"/>
                </a:solidFill>
                <a:latin typeface="Verdana"/>
              </a:rPr>
              <a:t>  ObjectScript classes in one IPM package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A489"/>
                </a:solidFill>
                <a:latin typeface="Verdana"/>
              </a:rPr>
              <a:t>42</a:t>
            </a:r>
            <a:r>
              <a:rPr sz="1200" b="0">
                <a:solidFill>
                  <a:srgbClr val="FFFFFF"/>
                </a:solidFill>
                <a:latin typeface="Verdana"/>
              </a:rPr>
              <a:t>  LLM-callable tools across 5 domains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A489"/>
                </a:solidFill>
                <a:latin typeface="Verdana"/>
              </a:rPr>
              <a:t>12</a:t>
            </a:r>
            <a:r>
              <a:rPr sz="1200" b="0">
                <a:solidFill>
                  <a:srgbClr val="FFFFFF"/>
                </a:solidFill>
                <a:latin typeface="Verdana"/>
              </a:rPr>
              <a:t>  Domain skills distilled from IS documentation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A489"/>
                </a:solidFill>
                <a:latin typeface="Verdana"/>
              </a:rPr>
              <a:t>1,538</a:t>
            </a:r>
            <a:r>
              <a:rPr sz="1200" b="0">
                <a:solidFill>
                  <a:srgbClr val="FFFFFF"/>
                </a:solidFill>
                <a:latin typeface="Verdana"/>
              </a:rPr>
              <a:t>  Pre-computed field-level mappings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A489"/>
                </a:solidFill>
                <a:latin typeface="Verdana"/>
              </a:rPr>
              <a:t>2</a:t>
            </a:r>
            <a:r>
              <a:rPr sz="1200" b="0">
                <a:solidFill>
                  <a:srgbClr val="FFFFFF"/>
                </a:solidFill>
                <a:latin typeface="Verdana"/>
              </a:rPr>
              <a:t>  Vector catalogs (164 + 58 indexed classes)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Architectural Horizons — What Else Can Be Built</a:t>
            </a:r>
          </a:p>
        </p:txBody>
      </p:sp>
      <p:pic>
        <p:nvPicPr>
          <p:cNvPr id="3" name="Picture 2" descr="18_futu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6144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AACC"/>
                </a:solidFill>
                <a:latin typeface="Verdana"/>
              </a:rPr>
              <a:t>The %AI Framework supports sub-agents, new MCP servers, external integrations, and advanced orchestration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</a:rPr>
              <a:t>Four Personas, One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Developer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Writes Tool classes, authors Skills, builds vector catalogs. Ships compiled classes via IPM. Defines what the copilot can do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AI Hub Admin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Configures agents, connections, catalogs, and role-based access through the admin UI. Decides how the copilot behaves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Interface Engineer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Creates new productions, DTLs, BPLs, and routing rules through conversation. Dev-time role with full mutating tool access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2A9"/>
                </a:solidFill>
                <a:latin typeface="Verdana"/>
              </a:rPr>
              <a:t>Operator</a:t>
            </a:r>
            <a:r>
              <a:rPr sz="1600" b="0">
                <a:solidFill>
                  <a:srgbClr val="FFFFFF"/>
                </a:solidFill>
                <a:latin typeface="Verdana"/>
              </a:rPr>
              <a:t>  —  Monitors, triages, and reviews existing integrations at run-time. Read-only access. Structural changes escalate to the Interface Engineer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Verdana"/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InterSystems Dark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InterSystem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rSystems PPT Template_Dark" id="{0CC42E48-614D-4388-B38B-AE71E8292A2B}" vid="{568C4C43-41A3-429B-BB1A-65C310E40F28}"/>
    </a:ext>
  </a:extLst>
</a:theme>
</file>

<file path=ppt/theme/theme2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45D81-FD79-49BE-A9DE-9724009E3F5F}">
  <we:reference id="wa200000729" version="3.19.222.0" store="en-US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9BF6998317144AF47127AF18109CA" ma:contentTypeVersion="13" ma:contentTypeDescription="Create a new document." ma:contentTypeScope="" ma:versionID="71dfbdf2df40ce2146948bc45c06b980">
  <xsd:schema xmlns:xsd="http://www.w3.org/2001/XMLSchema" xmlns:xs="http://www.w3.org/2001/XMLSchema" xmlns:p="http://schemas.microsoft.com/office/2006/metadata/properties" xmlns:ns2="e3999576-b3b2-46fa-a77f-dec5f93eec99" xmlns:ns3="22b8d48c-4ad3-4faf-9cf5-2c9b07c622e1" targetNamespace="http://schemas.microsoft.com/office/2006/metadata/properties" ma:root="true" ma:fieldsID="cecbec9456e2932efa06971395283388" ns2:_="" ns3:_="">
    <xsd:import namespace="e3999576-b3b2-46fa-a77f-dec5f93eec99"/>
    <xsd:import namespace="22b8d48c-4ad3-4faf-9cf5-2c9b07c622e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999576-b3b2-46fa-a77f-dec5f93eec9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cea16c5-c436-4058-8559-87f07f0a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8d48c-4ad3-4faf-9cf5-2c9b07c622e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3cc3dc-0514-43a1-980d-06c3d7c42ce0}" ma:internalName="TaxCatchAll" ma:showField="CatchAllData" ma:web="22b8d48c-4ad3-4faf-9cf5-2c9b07c622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999576-b3b2-46fa-a77f-dec5f93eec99">
      <Terms xmlns="http://schemas.microsoft.com/office/infopath/2007/PartnerControls"/>
    </lcf76f155ced4ddcb4097134ff3c332f>
    <TaxCatchAll xmlns="22b8d48c-4ad3-4faf-9cf5-2c9b07c622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7A06D7-C58C-4FEE-8841-61E88F2271DE}"/>
</file>

<file path=customXml/itemProps2.xml><?xml version="1.0" encoding="utf-8"?>
<ds:datastoreItem xmlns:ds="http://schemas.openxmlformats.org/officeDocument/2006/customXml" ds:itemID="{66729C12-CBA5-4FB4-B252-3FB8A06021FC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3999576-b3b2-46fa-a77f-dec5f93eec99"/>
    <ds:schemaRef ds:uri="http://schemas.microsoft.com/office/infopath/2007/PartnerControls"/>
    <ds:schemaRef ds:uri="http://purl.org/dc/terms/"/>
    <ds:schemaRef ds:uri="22b8d48c-4ad3-4faf-9cf5-2c9b07c622e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71F3A7-8AA1-4FC7-B82E-7D0D5D59BD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13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Verdana</vt:lpstr>
      <vt:lpstr>Verdana Bold</vt:lpstr>
      <vt:lpstr>InterSystems Dark</vt:lpstr>
      <vt:lpstr>Comparative Messaging Snapshot  11/21/25</vt:lpstr>
      <vt:lpstr>New Advert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Lloyd</dc:creator>
  <cp:lastModifiedBy>Maureen Flaherty</cp:lastModifiedBy>
  <cp:revision>2</cp:revision>
  <dcterms:created xsi:type="dcterms:W3CDTF">2024-10-17T12:43:26Z</dcterms:created>
  <dcterms:modified xsi:type="dcterms:W3CDTF">2026-01-14T15:54:34Z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0x0101001EE9BF6998317144AF47127AF18109CA</vt:lpwstr>
  </property>
  <property fmtid="{D5CDD505-2E9C-101B-9397-08002B2CF9AE}" pid="3" name="MediaServiceImageTags">
    <vt:lpwstr/>
  </property>
</Properties>
</file>