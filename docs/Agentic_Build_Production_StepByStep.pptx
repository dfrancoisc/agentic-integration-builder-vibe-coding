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2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12"/>
    <p:sldId id="257" r:id="rId13"/>
    <p:sldId id="258" r:id="rId14"/>
    <p:sldId id="259" r:id="rId11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ral" id="{3927EA50-879B-4E90-A9DB-7AB28537D351}">
          <p14:sldIdLst>
            <p14:sldId id="350"/>
            <p14:sldId id="2147482579"/>
            <p14:sldId id="2147482576"/>
            <p14:sldId id="265"/>
            <p14:sldId id="266"/>
            <p14:sldId id="267"/>
            <p14:sldId id="2147482578"/>
            <p14:sldId id="264"/>
            <p14:sldId id="268"/>
            <p14:sldId id="351"/>
          </p14:sldIdLst>
        </p14:section>
        <p14:section name="Healthcare" id="{3AE5AF61-99EA-4707-AB2D-BB61243398A9}">
          <p14:sldIdLst/>
        </p14:section>
        <p14:section name="Supply Chain" id="{9C0D1CC4-5250-414E-AAF2-4EFD5BD2A6A4}">
          <p14:sldIdLst/>
        </p14:section>
        <p14:section name="Financial Services" id="{7172AF39-0811-404A-85CC-737CA482F004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0B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7" autoAdjust="0"/>
    <p:restoredTop sz="94660"/>
  </p:normalViewPr>
  <p:slideViewPr>
    <p:cSldViewPr snapToGrid="0">
      <p:cViewPr varScale="1">
        <p:scale>
          <a:sx n="55" d="100"/>
          <a:sy n="55" d="100"/>
        </p:scale>
        <p:origin x="12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1" Type="http://schemas.openxmlformats.org/officeDocument/2006/relationships/slide" Target="slides/slide4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reen Flaherty" userId="055b12fd-78f6-4183-897c-96a66f2a3408" providerId="ADAL" clId="{074C1450-733E-4CCC-B3A7-CEE09C44B484}"/>
    <pc:docChg chg="undo custSel addSld delSld modSld sldOrd modSection">
      <pc:chgData name="Maureen Flaherty" userId="055b12fd-78f6-4183-897c-96a66f2a3408" providerId="ADAL" clId="{074C1450-733E-4CCC-B3A7-CEE09C44B484}" dt="2026-01-14T15:54:29.673" v="99" actId="2696"/>
      <pc:docMkLst>
        <pc:docMk/>
      </pc:docMkLst>
      <pc:sldChg chg="del">
        <pc:chgData name="Maureen Flaherty" userId="055b12fd-78f6-4183-897c-96a66f2a3408" providerId="ADAL" clId="{074C1450-733E-4CCC-B3A7-CEE09C44B484}" dt="2026-01-14T15:50:32.825" v="31" actId="2696"/>
        <pc:sldMkLst>
          <pc:docMk/>
          <pc:sldMk cId="4177900411" sldId="263"/>
        </pc:sldMkLst>
      </pc:sldChg>
      <pc:sldChg chg="add ord modTransition">
        <pc:chgData name="Maureen Flaherty" userId="055b12fd-78f6-4183-897c-96a66f2a3408" providerId="ADAL" clId="{074C1450-733E-4CCC-B3A7-CEE09C44B484}" dt="2026-01-14T15:49:56.641" v="27"/>
        <pc:sldMkLst>
          <pc:docMk/>
          <pc:sldMk cId="2616464984" sldId="264"/>
        </pc:sldMkLst>
      </pc:sldChg>
      <pc:sldChg chg="add del ord modTransition">
        <pc:chgData name="Maureen Flaherty" userId="055b12fd-78f6-4183-897c-96a66f2a3408" providerId="ADAL" clId="{074C1450-733E-4CCC-B3A7-CEE09C44B484}" dt="2026-01-14T15:48:32.819" v="17"/>
        <pc:sldMkLst>
          <pc:docMk/>
          <pc:sldMk cId="4057676558" sldId="265"/>
        </pc:sldMkLst>
      </pc:sldChg>
      <pc:sldChg chg="add ord modTransition">
        <pc:chgData name="Maureen Flaherty" userId="055b12fd-78f6-4183-897c-96a66f2a3408" providerId="ADAL" clId="{074C1450-733E-4CCC-B3A7-CEE09C44B484}" dt="2026-01-14T15:48:58.107" v="20"/>
        <pc:sldMkLst>
          <pc:docMk/>
          <pc:sldMk cId="1294954264" sldId="266"/>
        </pc:sldMkLst>
      </pc:sldChg>
      <pc:sldChg chg="add ord modTransition">
        <pc:chgData name="Maureen Flaherty" userId="055b12fd-78f6-4183-897c-96a66f2a3408" providerId="ADAL" clId="{074C1450-733E-4CCC-B3A7-CEE09C44B484}" dt="2026-01-14T15:49:19.903" v="23"/>
        <pc:sldMkLst>
          <pc:docMk/>
          <pc:sldMk cId="467167481" sldId="267"/>
        </pc:sldMkLst>
      </pc:sldChg>
      <pc:sldChg chg="add ord modTransition">
        <pc:chgData name="Maureen Flaherty" userId="055b12fd-78f6-4183-897c-96a66f2a3408" providerId="ADAL" clId="{074C1450-733E-4CCC-B3A7-CEE09C44B484}" dt="2026-01-14T15:52:00.704" v="43"/>
        <pc:sldMkLst>
          <pc:docMk/>
          <pc:sldMk cId="3555468210" sldId="268"/>
        </pc:sldMkLst>
      </pc:sldChg>
      <pc:sldChg chg="del">
        <pc:chgData name="Maureen Flaherty" userId="055b12fd-78f6-4183-897c-96a66f2a3408" providerId="ADAL" clId="{074C1450-733E-4CCC-B3A7-CEE09C44B484}" dt="2026-01-14T15:50:29.650" v="30" actId="2696"/>
        <pc:sldMkLst>
          <pc:docMk/>
          <pc:sldMk cId="354110261" sldId="269"/>
        </pc:sldMkLst>
      </pc:sldChg>
      <pc:sldChg chg="del">
        <pc:chgData name="Maureen Flaherty" userId="055b12fd-78f6-4183-897c-96a66f2a3408" providerId="ADAL" clId="{074C1450-733E-4CCC-B3A7-CEE09C44B484}" dt="2026-01-14T15:51:12.531" v="40" actId="2696"/>
        <pc:sldMkLst>
          <pc:docMk/>
          <pc:sldMk cId="1906609640" sldId="286"/>
        </pc:sldMkLst>
      </pc:sldChg>
      <pc:sldChg chg="del">
        <pc:chgData name="Maureen Flaherty" userId="055b12fd-78f6-4183-897c-96a66f2a3408" providerId="ADAL" clId="{074C1450-733E-4CCC-B3A7-CEE09C44B484}" dt="2026-01-14T15:51:03.124" v="37" actId="2696"/>
        <pc:sldMkLst>
          <pc:docMk/>
          <pc:sldMk cId="2500609656" sldId="333"/>
        </pc:sldMkLst>
      </pc:sldChg>
      <pc:sldChg chg="del">
        <pc:chgData name="Maureen Flaherty" userId="055b12fd-78f6-4183-897c-96a66f2a3408" providerId="ADAL" clId="{074C1450-733E-4CCC-B3A7-CEE09C44B484}" dt="2026-01-14T15:51:00.309" v="36" actId="2696"/>
        <pc:sldMkLst>
          <pc:docMk/>
          <pc:sldMk cId="3127931206" sldId="334"/>
        </pc:sldMkLst>
      </pc:sldChg>
      <pc:sldChg chg="del">
        <pc:chgData name="Maureen Flaherty" userId="055b12fd-78f6-4183-897c-96a66f2a3408" providerId="ADAL" clId="{074C1450-733E-4CCC-B3A7-CEE09C44B484}" dt="2026-01-14T15:50:57.776" v="35" actId="2696"/>
        <pc:sldMkLst>
          <pc:docMk/>
          <pc:sldMk cId="586431250" sldId="335"/>
        </pc:sldMkLst>
      </pc:sldChg>
      <pc:sldChg chg="del">
        <pc:chgData name="Maureen Flaherty" userId="055b12fd-78f6-4183-897c-96a66f2a3408" providerId="ADAL" clId="{074C1450-733E-4CCC-B3A7-CEE09C44B484}" dt="2026-01-14T15:50:51.943" v="33" actId="2696"/>
        <pc:sldMkLst>
          <pc:docMk/>
          <pc:sldMk cId="3127295873" sldId="336"/>
        </pc:sldMkLst>
      </pc:sldChg>
      <pc:sldChg chg="del">
        <pc:chgData name="Maureen Flaherty" userId="055b12fd-78f6-4183-897c-96a66f2a3408" providerId="ADAL" clId="{074C1450-733E-4CCC-B3A7-CEE09C44B484}" dt="2026-01-14T15:51:05.975" v="38" actId="2696"/>
        <pc:sldMkLst>
          <pc:docMk/>
          <pc:sldMk cId="3172700914" sldId="338"/>
        </pc:sldMkLst>
      </pc:sldChg>
      <pc:sldChg chg="del">
        <pc:chgData name="Maureen Flaherty" userId="055b12fd-78f6-4183-897c-96a66f2a3408" providerId="ADAL" clId="{074C1450-733E-4CCC-B3A7-CEE09C44B484}" dt="2026-01-14T15:50:55.055" v="34" actId="2696"/>
        <pc:sldMkLst>
          <pc:docMk/>
          <pc:sldMk cId="4198619520" sldId="343"/>
        </pc:sldMkLst>
      </pc:sldChg>
      <pc:sldChg chg="del">
        <pc:chgData name="Maureen Flaherty" userId="055b12fd-78f6-4183-897c-96a66f2a3408" providerId="ADAL" clId="{074C1450-733E-4CCC-B3A7-CEE09C44B484}" dt="2026-01-14T15:53:07.555" v="52" actId="2696"/>
        <pc:sldMkLst>
          <pc:docMk/>
          <pc:sldMk cId="1434865658" sldId="344"/>
        </pc:sldMkLst>
      </pc:sldChg>
      <pc:sldChg chg="del">
        <pc:chgData name="Maureen Flaherty" userId="055b12fd-78f6-4183-897c-96a66f2a3408" providerId="ADAL" clId="{074C1450-733E-4CCC-B3A7-CEE09C44B484}" dt="2026-01-14T15:53:04.969" v="51" actId="2696"/>
        <pc:sldMkLst>
          <pc:docMk/>
          <pc:sldMk cId="2007471362" sldId="345"/>
        </pc:sldMkLst>
      </pc:sldChg>
      <pc:sldChg chg="del">
        <pc:chgData name="Maureen Flaherty" userId="055b12fd-78f6-4183-897c-96a66f2a3408" providerId="ADAL" clId="{074C1450-733E-4CCC-B3A7-CEE09C44B484}" dt="2026-01-14T15:51:08.480" v="39" actId="2696"/>
        <pc:sldMkLst>
          <pc:docMk/>
          <pc:sldMk cId="143120318" sldId="346"/>
        </pc:sldMkLst>
      </pc:sldChg>
      <pc:sldChg chg="del">
        <pc:chgData name="Maureen Flaherty" userId="055b12fd-78f6-4183-897c-96a66f2a3408" providerId="ADAL" clId="{074C1450-733E-4CCC-B3A7-CEE09C44B484}" dt="2026-01-14T15:53:10.166" v="53" actId="2696"/>
        <pc:sldMkLst>
          <pc:docMk/>
          <pc:sldMk cId="202729952" sldId="347"/>
        </pc:sldMkLst>
      </pc:sldChg>
      <pc:sldChg chg="del">
        <pc:chgData name="Maureen Flaherty" userId="055b12fd-78f6-4183-897c-96a66f2a3408" providerId="ADAL" clId="{074C1450-733E-4CCC-B3A7-CEE09C44B484}" dt="2026-01-14T15:53:12.719" v="54" actId="2696"/>
        <pc:sldMkLst>
          <pc:docMk/>
          <pc:sldMk cId="4071881337" sldId="348"/>
        </pc:sldMkLst>
      </pc:sldChg>
      <pc:sldChg chg="del">
        <pc:chgData name="Maureen Flaherty" userId="055b12fd-78f6-4183-897c-96a66f2a3408" providerId="ADAL" clId="{074C1450-733E-4CCC-B3A7-CEE09C44B484}" dt="2026-01-14T15:51:16.506" v="41" actId="2696"/>
        <pc:sldMkLst>
          <pc:docMk/>
          <pc:sldMk cId="4149104644" sldId="349"/>
        </pc:sldMkLst>
      </pc:sldChg>
      <pc:sldChg chg="del">
        <pc:chgData name="Maureen Flaherty" userId="055b12fd-78f6-4183-897c-96a66f2a3408" providerId="ADAL" clId="{074C1450-733E-4CCC-B3A7-CEE09C44B484}" dt="2026-01-14T15:50:27.207" v="29" actId="2696"/>
        <pc:sldMkLst>
          <pc:docMk/>
          <pc:sldMk cId="67067238" sldId="350"/>
        </pc:sldMkLst>
      </pc:sldChg>
      <pc:sldChg chg="add ord">
        <pc:chgData name="Maureen Flaherty" userId="055b12fd-78f6-4183-897c-96a66f2a3408" providerId="ADAL" clId="{074C1450-733E-4CCC-B3A7-CEE09C44B484}" dt="2026-01-14T15:52:57.791" v="50"/>
        <pc:sldMkLst>
          <pc:docMk/>
          <pc:sldMk cId="170486214" sldId="350"/>
        </pc:sldMkLst>
      </pc:sldChg>
      <pc:sldChg chg="del">
        <pc:chgData name="Maureen Flaherty" userId="055b12fd-78f6-4183-897c-96a66f2a3408" providerId="ADAL" clId="{074C1450-733E-4CCC-B3A7-CEE09C44B484}" dt="2026-01-14T15:50:37.399" v="32" actId="2696"/>
        <pc:sldMkLst>
          <pc:docMk/>
          <pc:sldMk cId="3826232374" sldId="2147482574"/>
        </pc:sldMkLst>
      </pc:sldChg>
      <pc:sldChg chg="addSp delSp new del mod">
        <pc:chgData name="Maureen Flaherty" userId="055b12fd-78f6-4183-897c-96a66f2a3408" providerId="ADAL" clId="{074C1450-733E-4CCC-B3A7-CEE09C44B484}" dt="2026-01-14T15:53:39.007" v="79" actId="2696"/>
        <pc:sldMkLst>
          <pc:docMk/>
          <pc:sldMk cId="2239458667" sldId="2147482575"/>
        </pc:sldMkLst>
        <pc:spChg chg="add del">
          <ac:chgData name="Maureen Flaherty" userId="055b12fd-78f6-4183-897c-96a66f2a3408" providerId="ADAL" clId="{074C1450-733E-4CCC-B3A7-CEE09C44B484}" dt="2026-01-14T15:45:46.491" v="2" actId="22"/>
          <ac:spMkLst>
            <pc:docMk/>
            <pc:sldMk cId="2239458667" sldId="2147482575"/>
            <ac:spMk id="3" creationId="{1F867704-4414-AD83-76AD-CCD90C78164E}"/>
          </ac:spMkLst>
        </pc:spChg>
        <pc:spChg chg="add del">
          <ac:chgData name="Maureen Flaherty" userId="055b12fd-78f6-4183-897c-96a66f2a3408" providerId="ADAL" clId="{074C1450-733E-4CCC-B3A7-CEE09C44B484}" dt="2026-01-14T15:46:10.045" v="4" actId="22"/>
          <ac:spMkLst>
            <pc:docMk/>
            <pc:sldMk cId="2239458667" sldId="2147482575"/>
            <ac:spMk id="5" creationId="{386CB2BC-A219-0AE0-9D9A-102D3A0367C5}"/>
          </ac:spMkLst>
        </pc:spChg>
      </pc:sldChg>
      <pc:sldChg chg="add modTransition">
        <pc:chgData name="Maureen Flaherty" userId="055b12fd-78f6-4183-897c-96a66f2a3408" providerId="ADAL" clId="{074C1450-733E-4CCC-B3A7-CEE09C44B484}" dt="2026-01-14T15:46:42.007" v="5"/>
        <pc:sldMkLst>
          <pc:docMk/>
          <pc:sldMk cId="2144865671" sldId="2147482576"/>
        </pc:sldMkLst>
      </pc:sldChg>
      <pc:sldChg chg="add del ord modTransition">
        <pc:chgData name="Maureen Flaherty" userId="055b12fd-78f6-4183-897c-96a66f2a3408" providerId="ADAL" clId="{074C1450-733E-4CCC-B3A7-CEE09C44B484}" dt="2026-01-14T15:54:29.673" v="99" actId="2696"/>
        <pc:sldMkLst>
          <pc:docMk/>
          <pc:sldMk cId="2325918813" sldId="2147482577"/>
        </pc:sldMkLst>
      </pc:sldChg>
      <pc:sldChg chg="add del ord modTransition">
        <pc:chgData name="Maureen Flaherty" userId="055b12fd-78f6-4183-897c-96a66f2a3408" providerId="ADAL" clId="{074C1450-733E-4CCC-B3A7-CEE09C44B484}" dt="2026-01-14T15:52:21.539" v="47"/>
        <pc:sldMkLst>
          <pc:docMk/>
          <pc:sldMk cId="3440816997" sldId="2147482578"/>
        </pc:sldMkLst>
      </pc:sldChg>
      <pc:sldChg chg="add del">
        <pc:chgData name="Maureen Flaherty" userId="055b12fd-78f6-4183-897c-96a66f2a3408" providerId="ADAL" clId="{074C1450-733E-4CCC-B3A7-CEE09C44B484}" dt="2026-01-14T15:47:36.797" v="13" actId="2696"/>
        <pc:sldMkLst>
          <pc:docMk/>
          <pc:sldMk cId="3927385267" sldId="2147482578"/>
        </pc:sldMkLst>
      </pc:sldChg>
      <pc:sldChg chg="modSp new mod">
        <pc:chgData name="Maureen Flaherty" userId="055b12fd-78f6-4183-897c-96a66f2a3408" providerId="ADAL" clId="{074C1450-733E-4CCC-B3A7-CEE09C44B484}" dt="2026-01-14T15:53:48.217" v="98" actId="20577"/>
        <pc:sldMkLst>
          <pc:docMk/>
          <pc:sldMk cId="3108834502" sldId="2147482579"/>
        </pc:sldMkLst>
        <pc:spChg chg="mod">
          <ac:chgData name="Maureen Flaherty" userId="055b12fd-78f6-4183-897c-96a66f2a3408" providerId="ADAL" clId="{074C1450-733E-4CCC-B3A7-CEE09C44B484}" dt="2026-01-14T15:53:29.549" v="67" actId="20577"/>
          <ac:spMkLst>
            <pc:docMk/>
            <pc:sldMk cId="3108834502" sldId="2147482579"/>
            <ac:spMk id="2" creationId="{D43FC9FF-31D1-B4E5-A783-7937B912F6E7}"/>
          </ac:spMkLst>
        </pc:spChg>
        <pc:spChg chg="mod">
          <ac:chgData name="Maureen Flaherty" userId="055b12fd-78f6-4183-897c-96a66f2a3408" providerId="ADAL" clId="{074C1450-733E-4CCC-B3A7-CEE09C44B484}" dt="2026-01-14T15:53:48.217" v="98" actId="20577"/>
          <ac:spMkLst>
            <pc:docMk/>
            <pc:sldMk cId="3108834502" sldId="2147482579"/>
            <ac:spMk id="3" creationId="{259C3FD2-EDBC-6C08-0F4F-353B36D85594}"/>
          </ac:spMkLst>
        </pc:spChg>
        <pc:spChg chg="mod">
          <ac:chgData name="Maureen Flaherty" userId="055b12fd-78f6-4183-897c-96a66f2a3408" providerId="ADAL" clId="{074C1450-733E-4CCC-B3A7-CEE09C44B484}" dt="2026-01-14T15:53:35.559" v="78" actId="20577"/>
          <ac:spMkLst>
            <pc:docMk/>
            <pc:sldMk cId="3108834502" sldId="2147482579"/>
            <ac:spMk id="4" creationId="{979E122F-9B2B-985C-271C-5B761C1E4914}"/>
          </ac:spMkLst>
        </pc:spChg>
      </pc:sldChg>
      <pc:sldChg chg="add del replId">
        <pc:chgData name="Maureen Flaherty" userId="055b12fd-78f6-4183-897c-96a66f2a3408" providerId="ADAL" clId="{074C1450-733E-4CCC-B3A7-CEE09C44B484}" dt="2026-01-14T15:47:36.797" v="13" actId="2696"/>
        <pc:sldMkLst>
          <pc:docMk/>
          <pc:sldMk cId="4085798608" sldId="2147482579"/>
        </pc:sldMkLst>
      </pc:sldChg>
    </pc:docChg>
  </pc:docChgLst>
  <pc:docChgLst>
    <pc:chgData name="Nistha Shrestha" userId="816a85c9-1e66-4691-a829-470ff6605901" providerId="ADAL" clId="{02F060A3-1420-4DD9-8BE8-0A6F9EE89773}"/>
    <pc:docChg chg="custSel modSld">
      <pc:chgData name="Nistha Shrestha" userId="816a85c9-1e66-4691-a829-470ff6605901" providerId="ADAL" clId="{02F060A3-1420-4DD9-8BE8-0A6F9EE89773}" dt="2026-01-05T14:39:55.729" v="393" actId="207"/>
      <pc:docMkLst>
        <pc:docMk/>
      </pc:docMkLst>
      <pc:sldChg chg="addSp modSp mod">
        <pc:chgData name="Nistha Shrestha" userId="816a85c9-1e66-4691-a829-470ff6605901" providerId="ADAL" clId="{02F060A3-1420-4DD9-8BE8-0A6F9EE89773}" dt="2026-01-05T14:39:55.729" v="393" actId="207"/>
        <pc:sldMkLst>
          <pc:docMk/>
          <pc:sldMk cId="3127931206" sldId="334"/>
        </pc:sldMkLst>
      </pc:sldChg>
      <pc:sldChg chg="addSp delSp modSp mod">
        <pc:chgData name="Nistha Shrestha" userId="816a85c9-1e66-4691-a829-470ff6605901" providerId="ADAL" clId="{02F060A3-1420-4DD9-8BE8-0A6F9EE89773}" dt="2026-01-05T14:39:49.974" v="392"/>
        <pc:sldMkLst>
          <pc:docMk/>
          <pc:sldMk cId="2007471362" sldId="345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51B58981-2159-1AA1-695E-8F8B9C344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146800" y="508571"/>
            <a:ext cx="165100" cy="442087"/>
            <a:chOff x="4249" y="1683"/>
            <a:chExt cx="695" cy="1861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E0A70A1-BEE8-1F7B-C7FC-1C7514692C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solidFill>
              <a:srgbClr val="2F2A9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130AAC8-DE99-DA56-70EF-5233EC260C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solidFill>
              <a:srgbClr val="00B2A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E02122-5AEC-C96D-5281-C64DAEAF89A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34063" y="8358188"/>
            <a:ext cx="476250" cy="2397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06D3F74B-83E5-4D53-ADBD-DB4E587BA0A8}" type="slidenum">
              <a:rPr lang="en-US" smtClean="0">
                <a:latin typeface="Verdana" panose="020B0604030504040204" pitchFamily="34" charset="0"/>
              </a:rPr>
              <a:t>‹#›</a:t>
            </a:fld>
            <a:endParaRPr lang="en-US">
              <a:latin typeface="Verdana" panose="020B060403050404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C0D8ED-AA8D-7AE3-DB3B-61F95FFD4C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550863" y="8358188"/>
            <a:ext cx="5230812" cy="2397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/>
            </a:lvl1pPr>
          </a:lstStyle>
          <a:p>
            <a:endParaRPr lang="en-US">
              <a:latin typeface="Verdana" panose="020B0604030504040204" pitchFamily="34" charset="0"/>
            </a:endParaRPr>
          </a:p>
        </p:txBody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1BB591-39E6-0954-8EF9-581F8FF1D2F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550862" y="557530"/>
            <a:ext cx="5405437" cy="34417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/>
            </a:lvl1pPr>
          </a:lstStyle>
          <a:p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3361897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46" userDrawn="1">
          <p15:clr>
            <a:srgbClr val="F26B43"/>
          </p15:clr>
        </p15:guide>
        <p15:guide id="2" pos="3976" userDrawn="1">
          <p15:clr>
            <a:srgbClr val="F26B43"/>
          </p15:clr>
        </p15:guide>
        <p15:guide id="3" pos="347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6100" y="1064419"/>
            <a:ext cx="5765800" cy="32432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6100" y="4400550"/>
            <a:ext cx="5765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51B58981-2159-1AA1-695E-8F8B9C344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146800" y="508571"/>
            <a:ext cx="165100" cy="442087"/>
            <a:chOff x="4249" y="1683"/>
            <a:chExt cx="695" cy="1861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E0A70A1-BEE8-1F7B-C7FC-1C7514692C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solidFill>
              <a:srgbClr val="2F2A9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130AAC8-DE99-DA56-70EF-5233EC260C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solidFill>
              <a:srgbClr val="00B2A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34063" y="8358188"/>
            <a:ext cx="476250" cy="2397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fld id="{D29A23D1-645A-47C4-AAAF-6F2DE82A7D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550863" y="8358188"/>
            <a:ext cx="5230812" cy="2397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latin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550862" y="557530"/>
            <a:ext cx="5405437" cy="34417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latin typeface="+mj-lt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2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46" userDrawn="1">
          <p15:clr>
            <a:srgbClr val="F26B43"/>
          </p15:clr>
        </p15:guide>
        <p15:guide id="2" pos="347" userDrawn="1">
          <p15:clr>
            <a:srgbClr val="F26B43"/>
          </p15:clr>
        </p15:guide>
        <p15:guide id="3" pos="3976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raphic 40" descr="InterSystems: Creative data technology">
            <a:extLst>
              <a:ext uri="{FF2B5EF4-FFF2-40B4-BE49-F238E27FC236}">
                <a16:creationId xmlns:a16="http://schemas.microsoft.com/office/drawing/2014/main" id="{6D1F4415-3901-E314-2AC4-920569B1FA27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1" r="-7033"/>
          <a:stretch/>
        </p:blipFill>
        <p:spPr>
          <a:xfrm>
            <a:off x="570977" y="459740"/>
            <a:ext cx="2375423" cy="591820"/>
          </a:xfrm>
          <a:prstGeom prst="rect">
            <a:avLst/>
          </a:prstGeom>
        </p:spPr>
      </p:pic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D9EDAB84-7CD5-33C6-2CD8-F5E79A4E634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352801" y="355600"/>
            <a:ext cx="2679700" cy="787400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</a:t>
            </a:r>
            <a:br>
              <a:rPr lang="en-US"/>
            </a:br>
            <a:r>
              <a:rPr lang="en-US"/>
              <a:t>additional logo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2C2119-78F4-9184-FB31-A0593C55D7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6100" y="1524001"/>
            <a:ext cx="7023100" cy="2317750"/>
          </a:xfrm>
        </p:spPr>
        <p:txBody>
          <a:bodyPr vert="horz" lIns="0" tIns="0" rIns="72000" bIns="0" rtlCol="0" anchor="b" anchorCtr="0">
            <a:normAutofit/>
          </a:bodyPr>
          <a:lstStyle>
            <a:lvl1pPr>
              <a:defRPr lang="en-US" sz="4400" dirty="0">
                <a:solidFill>
                  <a:schemeClr val="accent2"/>
                </a:solidFill>
                <a:ea typeface="+mn-ea"/>
                <a:cs typeface="+mn-cs"/>
              </a:defRPr>
            </a:lvl1pPr>
          </a:lstStyle>
          <a:p>
            <a:pPr lvl="0">
              <a:spcAft>
                <a:spcPts val="0"/>
              </a:spcAft>
              <a:buClrTx/>
              <a:buSzTx/>
              <a:buFontTx/>
            </a:pPr>
            <a:r>
              <a:rPr lang="en-US" dirty="0"/>
              <a:t>Click to Add Title, Use Font Size 44, Title Case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E8C6115-E794-4726-A3EE-ED83C2ACA1A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6100" y="3967163"/>
            <a:ext cx="7023100" cy="1224466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baseline="0"/>
            </a:lvl1pPr>
          </a:lstStyle>
          <a:p>
            <a:pPr lvl="0"/>
            <a:r>
              <a:rPr lang="en-US"/>
              <a:t>Click to add subtitle, use font size 18, sentence case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43FD7D-CE39-27E7-6D95-D23E9A2C7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636180" y="2608096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37000"/>
                  </a:srgbClr>
                </a:gs>
                <a:gs pos="0">
                  <a:srgbClr val="FFFFFF">
                    <a:alpha val="1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94F5C06-FEDE-105B-2FD8-53788273D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243843" y="2846440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37000"/>
                  </a:srgbClr>
                </a:gs>
                <a:gs pos="0">
                  <a:srgbClr val="FFFFFF">
                    <a:alpha val="1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33717308-8D15-459A-3F39-8058FF217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851507" y="3084784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alpha val="32000"/>
                </a:srgbClr>
              </a:gs>
              <a:gs pos="100000">
                <a:srgbClr val="00B2A9">
                  <a:alpha val="51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>
                    <a:alpha val="66000"/>
                  </a:srgbClr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14763475-1F08-FAF5-B43C-5E3D6B958B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459170" y="3323128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37000"/>
                  </a:srgbClr>
                </a:gs>
                <a:gs pos="0">
                  <a:srgbClr val="FFFFFF">
                    <a:alpha val="1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C1DE8F84-6043-E703-4A8E-6E13F5703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066834" y="3561472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15000">
                  <a:srgbClr val="D8E8F7">
                    <a:alpha val="2600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80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51F6E0A0-7644-DFF3-4E2E-4188B0BF3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674497" y="3799816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gradFill flip="none" rotWithShape="1">
            <a:gsLst>
              <a:gs pos="100000">
                <a:srgbClr val="2F2A95">
                  <a:alpha val="90000"/>
                </a:srgbClr>
              </a:gs>
              <a:gs pos="0">
                <a:srgbClr val="92C0E9">
                  <a:alpha val="50000"/>
                </a:srgbClr>
              </a:gs>
              <a:gs pos="64198">
                <a:srgbClr val="C5B4E2">
                  <a:alpha val="61000"/>
                </a:srgbClr>
              </a:gs>
              <a:gs pos="33000">
                <a:srgbClr val="92C0E9">
                  <a:alpha val="65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lumMod val="75000"/>
                    <a:alpha val="39000"/>
                  </a:srgbClr>
                </a:gs>
                <a:gs pos="100000">
                  <a:srgbClr val="2F2A95">
                    <a:alpha val="7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307C5875-3058-EE75-9A38-BCE8F741D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282161" y="4038160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33000">
                  <a:srgbClr val="D8E8F7">
                    <a:alpha val="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47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5EE34391-C9CE-183A-62C3-E387A2240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889824" y="4276504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gradFill>
            <a:gsLst>
              <a:gs pos="49500">
                <a:srgbClr val="92C0E9">
                  <a:lumMod val="95000"/>
                  <a:alpha val="66000"/>
                </a:srgbClr>
              </a:gs>
              <a:gs pos="0">
                <a:srgbClr val="00B2A9">
                  <a:alpha val="47000"/>
                </a:srgbClr>
              </a:gs>
              <a:gs pos="100000">
                <a:srgbClr val="C5B4E2">
                  <a:alpha val="7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27000">
                  <a:srgbClr val="00B2A9"/>
                </a:gs>
                <a:gs pos="100000">
                  <a:srgbClr val="C5B4E2"/>
                </a:gs>
                <a:gs pos="0">
                  <a:srgbClr val="006990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8EBD83E-5008-67F9-47C6-A24186982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497488" y="4514848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15000">
                  <a:srgbClr val="D8E8F7">
                    <a:alpha val="2600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80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F028EB46-72F6-B968-F138-F976DC500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21224" y="4753193"/>
            <a:ext cx="768600" cy="2978557"/>
          </a:xfrm>
          <a:custGeom>
            <a:avLst/>
            <a:gdLst>
              <a:gd name="connsiteX0" fmla="*/ 0 w 768600"/>
              <a:gd name="connsiteY0" fmla="*/ 0 h 2978557"/>
              <a:gd name="connsiteX1" fmla="*/ 768600 w 768600"/>
              <a:gd name="connsiteY1" fmla="*/ 381382 h 2978557"/>
              <a:gd name="connsiteX2" fmla="*/ 768600 w 768600"/>
              <a:gd name="connsiteY2" fmla="*/ 507334 h 2978557"/>
              <a:gd name="connsiteX3" fmla="*/ 768600 w 768600"/>
              <a:gd name="connsiteY3" fmla="*/ 2852605 h 2978557"/>
              <a:gd name="connsiteX4" fmla="*/ 768600 w 768600"/>
              <a:gd name="connsiteY4" fmla="*/ 2978557 h 2978557"/>
              <a:gd name="connsiteX5" fmla="*/ 0 w 768600"/>
              <a:gd name="connsiteY5" fmla="*/ 2597175 h 2978557"/>
              <a:gd name="connsiteX6" fmla="*/ 0 w 768600"/>
              <a:gd name="connsiteY6" fmla="*/ 2471223 h 2978557"/>
              <a:gd name="connsiteX7" fmla="*/ 0 w 768600"/>
              <a:gd name="connsiteY7" fmla="*/ 125952 h 2978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978557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852605"/>
                </a:lnTo>
                <a:lnTo>
                  <a:pt x="768600" y="2978557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33000">
                  <a:srgbClr val="D8E8F7">
                    <a:alpha val="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2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3D626CEF-7941-ECF8-D70B-E38E9834C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714910" y="4987549"/>
            <a:ext cx="782578" cy="2978557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gradFill>
            <a:gsLst>
              <a:gs pos="100000">
                <a:srgbClr val="C5B4E2">
                  <a:lumMod val="75000"/>
                  <a:alpha val="98000"/>
                </a:srgbClr>
              </a:gs>
              <a:gs pos="0">
                <a:srgbClr val="92C0E9">
                  <a:alpha val="47000"/>
                </a:srgbClr>
              </a:gs>
              <a:gs pos="61000">
                <a:srgbClr val="2F2A95">
                  <a:alpha val="8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>
                    <a:alpha val="27000"/>
                  </a:srgbClr>
                </a:gs>
                <a:gs pos="100000">
                  <a:srgbClr val="C5B4E2">
                    <a:lumMod val="50000"/>
                    <a:alpha val="65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15A3BFB1-B5B6-9BF8-417C-4DB104022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338646" y="5225894"/>
            <a:ext cx="782578" cy="2978557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33000">
                  <a:srgbClr val="D8E8F7">
                    <a:alpha val="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2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DA69C7CD-E587-9A47-D77D-2E3927ED1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932332" y="5464237"/>
            <a:ext cx="782578" cy="2978557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17000"/>
                  </a:srgbClr>
                </a:gs>
                <a:gs pos="0">
                  <a:srgbClr val="FFFFFF">
                    <a:alpha val="12000"/>
                  </a:srgbClr>
                </a:gs>
                <a:gs pos="100000">
                  <a:srgbClr val="2F2A95">
                    <a:alpha val="11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4F9F84A0-C9F5-7C3D-6C06-A598FD793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70045" y="5698595"/>
            <a:ext cx="768600" cy="2978557"/>
          </a:xfrm>
          <a:custGeom>
            <a:avLst/>
            <a:gdLst>
              <a:gd name="connsiteX0" fmla="*/ 0 w 768600"/>
              <a:gd name="connsiteY0" fmla="*/ 0 h 2978557"/>
              <a:gd name="connsiteX1" fmla="*/ 768600 w 768600"/>
              <a:gd name="connsiteY1" fmla="*/ 381382 h 2978557"/>
              <a:gd name="connsiteX2" fmla="*/ 768600 w 768600"/>
              <a:gd name="connsiteY2" fmla="*/ 507334 h 2978557"/>
              <a:gd name="connsiteX3" fmla="*/ 768600 w 768600"/>
              <a:gd name="connsiteY3" fmla="*/ 2852605 h 2978557"/>
              <a:gd name="connsiteX4" fmla="*/ 768600 w 768600"/>
              <a:gd name="connsiteY4" fmla="*/ 2978557 h 2978557"/>
              <a:gd name="connsiteX5" fmla="*/ 0 w 768600"/>
              <a:gd name="connsiteY5" fmla="*/ 2597175 h 2978557"/>
              <a:gd name="connsiteX6" fmla="*/ 0 w 768600"/>
              <a:gd name="connsiteY6" fmla="*/ 2471223 h 2978557"/>
              <a:gd name="connsiteX7" fmla="*/ 0 w 768600"/>
              <a:gd name="connsiteY7" fmla="*/ 125952 h 2978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978557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852605"/>
                </a:lnTo>
                <a:lnTo>
                  <a:pt x="768600" y="2978557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gradFill flip="none" rotWithShape="1">
            <a:gsLst>
              <a:gs pos="64000">
                <a:srgbClr val="92C0E9">
                  <a:lumMod val="75000"/>
                  <a:alpha val="56000"/>
                </a:srgbClr>
              </a:gs>
              <a:gs pos="0">
                <a:srgbClr val="92C0E9">
                  <a:alpha val="15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2000"/>
                  </a:srgbClr>
                </a:gs>
                <a:gs pos="100000">
                  <a:srgbClr val="92C0E9">
                    <a:lumMod val="50000"/>
                    <a:alpha val="2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7DE1F186-6015-38D2-7A34-4351842D0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149754" y="5932951"/>
            <a:ext cx="782578" cy="2978557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37000"/>
                  </a:srgbClr>
                </a:gs>
                <a:gs pos="0">
                  <a:srgbClr val="FFFFFF">
                    <a:alpha val="1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90F7E14C-19D3-CCAE-F71C-1AC6C515E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88052" y="297668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20000"/>
                  </a:srgbClr>
                </a:gs>
                <a:gs pos="0">
                  <a:srgbClr val="FFFFFF">
                    <a:alpha val="7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51351FC7-415D-F20A-EA9F-3D22330D4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36184" y="431980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lumMod val="94000"/>
                  <a:alpha val="13000"/>
                </a:srgbClr>
              </a:gs>
              <a:gs pos="100000">
                <a:srgbClr val="2F2A95">
                  <a:alpha val="35000"/>
                </a:srgbClr>
              </a:gs>
              <a:gs pos="72000">
                <a:srgbClr val="00B2A9">
                  <a:alpha val="31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>
                    <a:alpha val="40000"/>
                  </a:srgbClr>
                </a:gs>
                <a:gs pos="100000">
                  <a:srgbClr val="2F2A95">
                    <a:alpha val="8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DBFD5279-F048-99C5-CEF5-52E39BC5F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82555" y="583989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alpha val="26000"/>
                </a:srgbClr>
              </a:gs>
              <a:gs pos="99000">
                <a:srgbClr val="00B2A9">
                  <a:alpha val="23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>
                    <a:lumMod val="99000"/>
                    <a:alpha val="20000"/>
                  </a:srgbClr>
                </a:gs>
                <a:gs pos="100000">
                  <a:srgbClr val="00B2A9">
                    <a:lumMod val="50000"/>
                    <a:alpha val="6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E617B0B2-3457-B69E-6E60-6B1C19273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30687" y="735998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100000">
                <a:srgbClr val="92C0E9">
                  <a:lumMod val="75000"/>
                  <a:alpha val="37000"/>
                </a:srgbClr>
              </a:gs>
              <a:gs pos="0">
                <a:srgbClr val="92C0E9">
                  <a:alpha val="14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0000"/>
                  </a:srgbClr>
                </a:gs>
                <a:gs pos="100000">
                  <a:srgbClr val="92C0E9">
                    <a:lumMod val="50000"/>
                    <a:alpha val="3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3D2E3761-EB49-CCF2-C488-2E19DE50C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77058" y="888007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30000"/>
                  </a:srgbClr>
                </a:gs>
                <a:gs pos="0">
                  <a:srgbClr val="FFFFFF">
                    <a:alpha val="10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57FD6EEB-3951-01C7-C999-BEF852BC1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25190" y="1040016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30000"/>
                  </a:srgbClr>
                </a:gs>
                <a:gs pos="0">
                  <a:srgbClr val="FFFFFF">
                    <a:alpha val="10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7D246AE8-51C3-4CF0-C940-DCE8FB545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71561" y="1192025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15000">
                  <a:srgbClr val="D8E8F7">
                    <a:alpha val="2000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46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6E0B0F38-3EE1-F00E-60ED-F97D600BE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19693" y="1344034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C5B4E2">
                  <a:alpha val="35000"/>
                </a:srgbClr>
              </a:gs>
              <a:gs pos="100000">
                <a:srgbClr val="2F2A95">
                  <a:alpha val="56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>
                    <a:alpha val="20000"/>
                  </a:srgbClr>
                </a:gs>
                <a:gs pos="99000">
                  <a:srgbClr val="2F2A95">
                    <a:alpha val="5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2628139E-80D2-B866-676B-E49CA81AA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66064" y="1496043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20000"/>
                  </a:srgbClr>
                </a:gs>
                <a:gs pos="0">
                  <a:srgbClr val="FFFFFF">
                    <a:alpha val="7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B6D7785B-6B99-165F-5DDA-46D333F66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14196" y="1648052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20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54972BA0-5ED4-4364-D1C2-CEC7F914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860567" y="1800061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100000">
                <a:srgbClr val="92C0E9">
                  <a:lumMod val="75000"/>
                  <a:alpha val="9000"/>
                </a:srgbClr>
              </a:gs>
              <a:gs pos="0">
                <a:srgbClr val="92C0E9">
                  <a:alpha val="18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000"/>
                  </a:srgbClr>
                </a:gs>
                <a:gs pos="100000">
                  <a:srgbClr val="92C0E9">
                    <a:lumMod val="50000"/>
                    <a:alpha val="27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6" name="Graphic 10">
            <a:extLst>
              <a:ext uri="{FF2B5EF4-FFF2-40B4-BE49-F238E27FC236}">
                <a16:creationId xmlns:a16="http://schemas.microsoft.com/office/drawing/2014/main" id="{A0831463-6A1A-58C5-9825-C83007958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598128" y="1952070"/>
            <a:ext cx="516068" cy="18813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15000">
                  <a:srgbClr val="D8E8F7">
                    <a:alpha val="2000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46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rtl="0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A54CA11F-54BB-6F8C-34BC-1655AE2E0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55070" y="2109323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100000">
                <a:srgbClr val="92C0E9">
                  <a:lumMod val="75000"/>
                  <a:alpha val="37000"/>
                </a:srgbClr>
              </a:gs>
              <a:gs pos="0">
                <a:srgbClr val="92C0E9">
                  <a:alpha val="14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0000"/>
                  </a:srgbClr>
                </a:gs>
                <a:gs pos="100000">
                  <a:srgbClr val="92C0E9">
                    <a:lumMod val="50000"/>
                    <a:alpha val="3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D24B5B3F-E8EB-10D6-602E-8D4F1732C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01445" y="6167312"/>
            <a:ext cx="768600" cy="2978557"/>
          </a:xfrm>
          <a:custGeom>
            <a:avLst/>
            <a:gdLst>
              <a:gd name="connsiteX0" fmla="*/ 0 w 768600"/>
              <a:gd name="connsiteY0" fmla="*/ 0 h 2978557"/>
              <a:gd name="connsiteX1" fmla="*/ 768600 w 768600"/>
              <a:gd name="connsiteY1" fmla="*/ 381382 h 2978557"/>
              <a:gd name="connsiteX2" fmla="*/ 768600 w 768600"/>
              <a:gd name="connsiteY2" fmla="*/ 507334 h 2978557"/>
              <a:gd name="connsiteX3" fmla="*/ 768600 w 768600"/>
              <a:gd name="connsiteY3" fmla="*/ 2852605 h 2978557"/>
              <a:gd name="connsiteX4" fmla="*/ 768600 w 768600"/>
              <a:gd name="connsiteY4" fmla="*/ 2978557 h 2978557"/>
              <a:gd name="connsiteX5" fmla="*/ 0 w 768600"/>
              <a:gd name="connsiteY5" fmla="*/ 2597175 h 2978557"/>
              <a:gd name="connsiteX6" fmla="*/ 0 w 768600"/>
              <a:gd name="connsiteY6" fmla="*/ 2471223 h 2978557"/>
              <a:gd name="connsiteX7" fmla="*/ 0 w 768600"/>
              <a:gd name="connsiteY7" fmla="*/ 125952 h 2978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978557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852605"/>
                </a:lnTo>
                <a:lnTo>
                  <a:pt x="768600" y="2978557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gradFill flip="none" rotWithShape="1">
            <a:gsLst>
              <a:gs pos="100000">
                <a:srgbClr val="92C0E9">
                  <a:lumMod val="75000"/>
                  <a:alpha val="9000"/>
                </a:srgbClr>
              </a:gs>
              <a:gs pos="0">
                <a:srgbClr val="92C0E9">
                  <a:alpha val="18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000"/>
                  </a:srgbClr>
                </a:gs>
                <a:gs pos="100000">
                  <a:srgbClr val="92C0E9">
                    <a:lumMod val="50000"/>
                    <a:alpha val="27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ABFBF84F-E28A-5B3F-EDFB-8C6A91527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2631" y="2261331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15000">
                  <a:srgbClr val="D8E8F7">
                    <a:alpha val="2600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80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rtl="0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EFE08-00A6-55F9-5732-FD5336FE36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A3245-AD40-EEBE-F50E-1413AF197F9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11603-80E8-510B-6678-4A3F6BEE5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185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10000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2.5E-6 0.03889 L -2.5E-6 -3.7037E-6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decel="10000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2.5E-6 -0.03472 L -2.5E-6 -2.59259E-6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2" presetClass="entr" presetSubtype="1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6.435947E-02 -6.976991E-02 E" pathEditMode="relative" ptsTypes="">
                                      <p:cBhvr>
                                        <p:cTn id="114" dur="15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9.653924E-02 -0.1045241 E" pathEditMode="relative" ptsTypes="">
                                      <p:cBhvr>
                                        <p:cTn id="116" dur="15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8719 -0.1392782 E" pathEditMode="relative" ptsTypes="">
                                      <p:cBhvr>
                                        <p:cTn id="118" dur="1500" spd="-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08988 -0.1740324 E" pathEditMode="relative" ptsTypes="">
                                      <p:cBhvr>
                                        <p:cTn id="120" dur="15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252584 -0.2435407 E" pathEditMode="relative" ptsTypes="">
                                      <p:cBhvr>
                                        <p:cTn id="122" dur="15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74382 -0.2782948 E" pathEditMode="relative" ptsTypes="">
                                      <p:cBhvr>
                                        <p:cTn id="124" dur="1500" spd="-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89618 -0.313049 E" pathEditMode="relative" ptsTypes="">
                                      <p:cBhvr>
                                        <p:cTn id="126" dur="1500" spd="-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217978 -0.3478031 E" pathEditMode="relative" ptsTypes="">
                                      <p:cBhvr>
                                        <p:cTn id="128" dur="15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533185 -0.381976 E" pathEditMode="relative" ptsTypes="">
                                      <p:cBhvr>
                                        <p:cTn id="130" dur="1500" spd="-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4.44444E-6 L 0.3849 -0.4162 " pathEditMode="relative" rAng="0" ptsTypes="AA">
                                      <p:cBhvr>
                                        <p:cTn id="132" dur="1500" spd="-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45" y="-20810"/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1.11111E-6 L 0.44922 -0.48565 " pathEditMode="relative" rAng="0" ptsTypes="AA">
                                      <p:cBhvr>
                                        <p:cTn id="134" dur="1500" spd="-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61" y="-24282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1.85185E-6 L 0.48073 -0.51991 " pathEditMode="relative" rAng="0" ptsTypes="AA">
                                      <p:cBhvr>
                                        <p:cTn id="136" dur="1500" spd="-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036" y="-25995"/>
                                    </p:animMotion>
                                  </p:childTnLst>
                                </p:cTn>
                              </p:par>
                              <p:par>
                                <p:cTn id="13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4.81481E-6 L 0.54375 -0.5882 " pathEditMode="relative" rAng="0" ptsTypes="AA">
                                      <p:cBhvr>
                                        <p:cTn id="138" dur="1500" spd="-100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187" y="-29421"/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930786 -0.2087865 E" pathEditMode="relative" ptsTypes="">
                                      <p:cBhvr>
                                        <p:cTn id="140" dur="15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3.33333E-6 L 0.41706 -0.45093 " pathEditMode="relative" rAng="0" ptsTypes="AA">
                                      <p:cBhvr>
                                        <p:cTn id="142" dur="1500" spd="-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46" y="-22546"/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07407E-6 L 0.51224 -0.55394 " pathEditMode="relative" rAng="0" ptsTypes="AA">
                                      <p:cBhvr>
                                        <p:cTn id="144" dur="1500" spd="-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612" y="-27708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2.59259E-6 L 0.08034 -0.07824 " pathEditMode="relative" rAng="0" ptsTypes="AA">
                                      <p:cBhvr>
                                        <p:cTn id="146" dur="1500" spd="-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10" y="-3912"/>
                                    </p:animMotion>
                                  </p:childTnLst>
                                </p:cTn>
                              </p:par>
                              <p:par>
                                <p:cTn id="14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00673 -9.792431E-02 E" pathEditMode="relative" ptsTypes="">
                                      <p:cBhvr>
                                        <p:cTn id="148" dur="1500" spd="-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7.40741E-7 L 0.12136 -0.12014 " pathEditMode="relative" rAng="0" ptsTypes="AA">
                                      <p:cBhvr>
                                        <p:cTn id="150" dur="1500" spd="-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68" y="-6019"/>
                                    </p:animMotion>
                                  </p:childTnLst>
                                </p:cTn>
                              </p:par>
                              <p:par>
                                <p:cTn id="15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1.48148E-6 L 0.14193 -0.14236 " pathEditMode="relative" rAng="0" ptsTypes="AA">
                                      <p:cBhvr>
                                        <p:cTn id="152" dur="1500" spd="-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96" y="-7130"/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1.85185E-6 L 0.2039 -0.2088 " pathEditMode="relative" rAng="0" ptsTypes="AA">
                                      <p:cBhvr>
                                        <p:cTn id="154" dur="1500" spd="-100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95" y="-10440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4.07407E-6 L 0.18334 -0.18658 " pathEditMode="relative" rAng="0" ptsTypes="AA">
                                      <p:cBhvr>
                                        <p:cTn id="156" dur="1500" spd="-100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67" y="-9329"/>
                                    </p:animMotion>
                                  </p:childTnLst>
                                </p:cTn>
                              </p:par>
                              <p:par>
                                <p:cTn id="15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3.7037E-6 L 0.16264 -0.16435 " pathEditMode="relative" rAng="0" ptsTypes="AA">
                                      <p:cBhvr>
                                        <p:cTn id="158" dur="1500" spd="-10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25" y="-8218"/>
                                    </p:animMotion>
                                  </p:childTnLst>
                                </p:cTn>
                              </p:par>
                              <p:par>
                                <p:cTn id="15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1.11111E-6 L 0.22461 -0.23102 " pathEditMode="relative" rAng="0" ptsTypes="AA">
                                      <p:cBhvr>
                                        <p:cTn id="160" dur="1500" spd="-100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24" y="-11551"/>
                                    </p:animMotion>
                                  </p:childTnLst>
                                </p:cTn>
                              </p:par>
                              <p:par>
                                <p:cTn id="16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1.11111E-6 L 0.24531 -0.25301 " pathEditMode="relative" rAng="0" ptsTypes="AA">
                                      <p:cBhvr>
                                        <p:cTn id="162" dur="1500" spd="-100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66" y="-12662"/>
                                    </p:animMotion>
                                  </p:childTnLst>
                                </p:cTn>
                              </p:par>
                              <p:par>
                                <p:cTn id="16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33333E-6 L 0.26588 -0.27523 " pathEditMode="relative" rAng="0" ptsTypes="AA">
                                      <p:cBhvr>
                                        <p:cTn id="164" dur="1500" spd="-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94" y="-13773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44444E-6 L 0.28658 -0.29746 " pathEditMode="relative" rAng="0" ptsTypes="AA">
                                      <p:cBhvr>
                                        <p:cTn id="166" dur="1500" spd="-100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23" y="-14884"/>
                                    </p:animMotion>
                                  </p:childTnLst>
                                </p:cTn>
                              </p:par>
                              <p:par>
                                <p:cTn id="16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7.40741E-7 L 0.30768 -0.31991 " pathEditMode="relative" rAng="0" ptsTypes="AA">
                                      <p:cBhvr>
                                        <p:cTn id="168" dur="1500" spd="-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378" y="-15995"/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4.44444E-6 L 0.32878 -0.34259 " pathEditMode="relative" rAng="0" ptsTypes="AA">
                                      <p:cBhvr>
                                        <p:cTn id="170" dur="1500" spd="-100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32" y="-17130"/>
                                    </p:animMotion>
                                  </p:childTnLst>
                                </p:cTn>
                              </p:par>
                              <p:par>
                                <p:cTn id="17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4.81481E-6 L 0.34947 -0.36459 " pathEditMode="relative" rAng="0" ptsTypes="AA">
                                      <p:cBhvr>
                                        <p:cTn id="172" dur="1500" spd="-100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74" y="-182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2" grpId="1"/>
      <p:bldP spid="8" grpId="0">
        <p:tmplLst>
          <p:tmpl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800"/>
                  </p:stCondLst>
                  <p:childTnLst>
                    <p:animMotion origin="layout" path="M -2.5E-6 -0.03472 L -2.5E-6 -2.59259E-6 " pathEditMode="relative" rAng="0" ptsTypes="AA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10" grpId="0" animBg="1"/>
      <p:bldP spid="10" grpId="1" animBg="1"/>
      <p:bldP spid="12" grpId="0" animBg="1"/>
      <p:bldP spid="12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69" grpId="0" animBg="1"/>
      <p:bldP spid="69" grpId="1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4F90E-C437-B160-DB42-AA6E08BC3E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tIns="176400" anchor="t"/>
          <a:lstStyle>
            <a:lvl1pPr>
              <a:defRPr/>
            </a:lvl1pPr>
          </a:lstStyle>
          <a:p>
            <a:r>
              <a:rPr lang="en-US"/>
              <a:t>Click to Add Title, Use Font Size 28, Title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700BE-F723-E229-99A1-0212A69DEA1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6100" y="1649413"/>
            <a:ext cx="11099800" cy="4637087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grpSp>
        <p:nvGrpSpPr>
          <p:cNvPr id="88" name="Group 4">
            <a:extLst>
              <a:ext uri="{FF2B5EF4-FFF2-40B4-BE49-F238E27FC236}">
                <a16:creationId xmlns:a16="http://schemas.microsoft.com/office/drawing/2014/main" id="{165E01C8-9093-5393-01C5-0626717EE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89" name="Freeform 5">
              <a:extLst>
                <a:ext uri="{FF2B5EF4-FFF2-40B4-BE49-F238E27FC236}">
                  <a16:creationId xmlns:a16="http://schemas.microsoft.com/office/drawing/2014/main" id="{351BF7D7-1ED1-A9FE-20ED-DCC9B6C986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90" name="Freeform 6">
              <a:extLst>
                <a:ext uri="{FF2B5EF4-FFF2-40B4-BE49-F238E27FC236}">
                  <a16:creationId xmlns:a16="http://schemas.microsoft.com/office/drawing/2014/main" id="{E763757B-637B-DB54-8B17-92BD08F108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DE7DC-B27D-C64A-6BC6-E9CFD576E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7B8C1-DF1F-1201-36FB-343DCD5B0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FB9C0-2A34-AC36-769C-6DE99F354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EDF02C81-A083-F218-CF77-BE161A7F8E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100" y="1143000"/>
            <a:ext cx="11099800" cy="381000"/>
          </a:xfrm>
        </p:spPr>
        <p:txBody>
          <a:bodyPr vert="horz" lIns="0" tIns="54000" rIns="0" bIns="0" rtlCol="0" anchor="t" anchorCtr="0">
            <a:normAutofit/>
          </a:bodyPr>
          <a:lstStyle>
            <a:lvl1pPr marL="0" indent="0">
              <a:buNone/>
              <a:defRPr lang="en-US" sz="1800" b="0" dirty="0" smtClean="0">
                <a:latin typeface="+mj-lt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Click to add subtitle, use font size 18, sentence case</a:t>
            </a:r>
          </a:p>
        </p:txBody>
      </p:sp>
    </p:spTree>
    <p:extLst>
      <p:ext uri="{BB962C8B-B14F-4D97-AF65-F5344CB8AC3E}">
        <p14:creationId xmlns:p14="http://schemas.microsoft.com/office/powerpoint/2010/main" val="11112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409CA-97B8-B0F8-3198-F6ABE6B576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3101" y="1524001"/>
            <a:ext cx="8305800" cy="2317750"/>
          </a:xfrm>
        </p:spPr>
        <p:txBody>
          <a:bodyPr bIns="144000" anchor="b">
            <a:normAutofit/>
          </a:bodyPr>
          <a:lstStyle>
            <a:lvl1pPr algn="ctr"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Add Section Header, Use Font Size 44, Title Case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A54E0-8ABB-2A35-1DFF-800EF36C47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43101" y="3967163"/>
            <a:ext cx="8305800" cy="1222375"/>
          </a:xfrm>
        </p:spPr>
        <p:txBody>
          <a:bodyPr lIns="0" tIns="144000" rIns="0" bIns="0" anchor="t">
            <a:normAutofit/>
          </a:bodyPr>
          <a:lstStyle>
            <a:lvl1pPr marL="0" indent="0" algn="ctr">
              <a:buFont typeface="Verdana" panose="020B0604020202020204" pitchFamily="34" charset="0"/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add subtitle, use font size 18, sentence case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043EA-06F3-E7C8-3619-A6B5E520E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2B5DD-602C-C09D-A527-58CEA0D22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1C035-E909-A298-5D24-F7F53BF6A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22" name="Graphic 10">
            <a:extLst>
              <a:ext uri="{FF2B5EF4-FFF2-40B4-BE49-F238E27FC236}">
                <a16:creationId xmlns:a16="http://schemas.microsoft.com/office/drawing/2014/main" id="{DBAE56D5-CD63-5D4E-B9FF-EAE8B58B7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75069" y="-2202102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3" name="Graphic 10">
            <a:extLst>
              <a:ext uri="{FF2B5EF4-FFF2-40B4-BE49-F238E27FC236}">
                <a16:creationId xmlns:a16="http://schemas.microsoft.com/office/drawing/2014/main" id="{6AC7A8BB-C756-3659-0DED-9270B362D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76725" y="-1951600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4" name="Graphic 10">
            <a:extLst>
              <a:ext uri="{FF2B5EF4-FFF2-40B4-BE49-F238E27FC236}">
                <a16:creationId xmlns:a16="http://schemas.microsoft.com/office/drawing/2014/main" id="{FAC4647B-235D-5BF6-95EB-20961F668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8380" y="-1701098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5" name="Graphic 10">
            <a:extLst>
              <a:ext uri="{FF2B5EF4-FFF2-40B4-BE49-F238E27FC236}">
                <a16:creationId xmlns:a16="http://schemas.microsoft.com/office/drawing/2014/main" id="{AA74202D-78F9-8EDD-1816-7A87015B32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0035" y="-1450595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8" name="Graphic 10">
            <a:extLst>
              <a:ext uri="{FF2B5EF4-FFF2-40B4-BE49-F238E27FC236}">
                <a16:creationId xmlns:a16="http://schemas.microsoft.com/office/drawing/2014/main" id="{819B3FE4-A0D7-39B8-6C46-FD8F8CA8B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690" y="-1200093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0" name="Graphic 10">
            <a:extLst>
              <a:ext uri="{FF2B5EF4-FFF2-40B4-BE49-F238E27FC236}">
                <a16:creationId xmlns:a16="http://schemas.microsoft.com/office/drawing/2014/main" id="{B0E4605A-60DD-0717-8340-903B3B051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6654" y="-949591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7" name="Graphic 10">
            <a:extLst>
              <a:ext uri="{FF2B5EF4-FFF2-40B4-BE49-F238E27FC236}">
                <a16:creationId xmlns:a16="http://schemas.microsoft.com/office/drawing/2014/main" id="{0F0174C8-989A-9DAA-C065-74AF69F84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73414" y="-245260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8" name="Graphic 10">
            <a:extLst>
              <a:ext uri="{FF2B5EF4-FFF2-40B4-BE49-F238E27FC236}">
                <a16:creationId xmlns:a16="http://schemas.microsoft.com/office/drawing/2014/main" id="{FAB7FE08-4371-D71D-431F-C2783877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1759" y="-2703107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9" name="Graphic 10">
            <a:extLst>
              <a:ext uri="{FF2B5EF4-FFF2-40B4-BE49-F238E27FC236}">
                <a16:creationId xmlns:a16="http://schemas.microsoft.com/office/drawing/2014/main" id="{2C1734BA-229D-CE09-3CAF-96446789B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0104" y="-295360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6" name="Graphic 10">
            <a:extLst>
              <a:ext uri="{FF2B5EF4-FFF2-40B4-BE49-F238E27FC236}">
                <a16:creationId xmlns:a16="http://schemas.microsoft.com/office/drawing/2014/main" id="{FEF74314-4F88-482A-AF57-3CAD0BE44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14999" y="-699097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4" name="Graphic 10">
            <a:extLst>
              <a:ext uri="{FF2B5EF4-FFF2-40B4-BE49-F238E27FC236}">
                <a16:creationId xmlns:a16="http://schemas.microsoft.com/office/drawing/2014/main" id="{37B0440A-8F5A-0E6B-1EA1-2A10CF4B3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15629" y="541066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5" name="Graphic 10">
            <a:extLst>
              <a:ext uri="{FF2B5EF4-FFF2-40B4-BE49-F238E27FC236}">
                <a16:creationId xmlns:a16="http://schemas.microsoft.com/office/drawing/2014/main" id="{10500C62-0236-970B-FA42-C008D33A5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17284" y="5661171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6" name="Graphic 10">
            <a:extLst>
              <a:ext uri="{FF2B5EF4-FFF2-40B4-BE49-F238E27FC236}">
                <a16:creationId xmlns:a16="http://schemas.microsoft.com/office/drawing/2014/main" id="{1A71913C-7FB4-10CE-ABE3-2331F31E8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18939" y="5911673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7" name="Graphic 10">
            <a:extLst>
              <a:ext uri="{FF2B5EF4-FFF2-40B4-BE49-F238E27FC236}">
                <a16:creationId xmlns:a16="http://schemas.microsoft.com/office/drawing/2014/main" id="{01F13630-1564-93B0-DE5F-1C42AECB7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20594" y="6162175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8" name="Graphic 10">
            <a:extLst>
              <a:ext uri="{FF2B5EF4-FFF2-40B4-BE49-F238E27FC236}">
                <a16:creationId xmlns:a16="http://schemas.microsoft.com/office/drawing/2014/main" id="{6B4DD9EE-616C-3ADC-61D2-8E07EDFBD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22250" y="6412677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0" name="Graphic 10">
            <a:extLst>
              <a:ext uri="{FF2B5EF4-FFF2-40B4-BE49-F238E27FC236}">
                <a16:creationId xmlns:a16="http://schemas.microsoft.com/office/drawing/2014/main" id="{3C24CB1B-A3A0-9E79-AF74-F660D8A3E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23905" y="666317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1" name="Graphic 10">
            <a:extLst>
              <a:ext uri="{FF2B5EF4-FFF2-40B4-BE49-F238E27FC236}">
                <a16:creationId xmlns:a16="http://schemas.microsoft.com/office/drawing/2014/main" id="{A357B5C8-1A81-454A-50F3-BBBE2577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13973" y="516016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2" name="Graphic 10">
            <a:extLst>
              <a:ext uri="{FF2B5EF4-FFF2-40B4-BE49-F238E27FC236}">
                <a16:creationId xmlns:a16="http://schemas.microsoft.com/office/drawing/2014/main" id="{CE249406-3872-BD78-8EB6-FC4DC6A9D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12318" y="490966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3" name="Graphic 10">
            <a:extLst>
              <a:ext uri="{FF2B5EF4-FFF2-40B4-BE49-F238E27FC236}">
                <a16:creationId xmlns:a16="http://schemas.microsoft.com/office/drawing/2014/main" id="{6F4F5ABE-9562-2A6F-18A5-C932EB869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810663" y="4659162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85" name="Graphic 10">
            <a:extLst>
              <a:ext uri="{FF2B5EF4-FFF2-40B4-BE49-F238E27FC236}">
                <a16:creationId xmlns:a16="http://schemas.microsoft.com/office/drawing/2014/main" id="{A73426FB-FD72-BC03-F20F-E76F13649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25560" y="6913673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20" name="Graphic 10">
            <a:extLst>
              <a:ext uri="{FF2B5EF4-FFF2-40B4-BE49-F238E27FC236}">
                <a16:creationId xmlns:a16="http://schemas.microsoft.com/office/drawing/2014/main" id="{2C968F0D-B3F6-A00C-0887-C01C4B388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208965" y="439150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21" name="Graphic 10">
            <a:extLst>
              <a:ext uri="{FF2B5EF4-FFF2-40B4-BE49-F238E27FC236}">
                <a16:creationId xmlns:a16="http://schemas.microsoft.com/office/drawing/2014/main" id="{9B3E001F-87BE-4DA6-FD38-52A968A71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813301" y="-43636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545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2.22222E-6 L -0.03268 0.0382 " pathEditMode="relative" rAng="0" ptsTypes="AA">
                                      <p:cBhvr>
                                        <p:cTn id="39" dur="1500" spd="-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1898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93889E-18 1.85185E-6 L -0.06536 0.07477 " pathEditMode="relative" rAng="0" ptsTypes="AA">
                                      <p:cBhvr>
                                        <p:cTn id="41" dur="15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68" y="3727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4.07407E-6 L -0.09804 0.11135 " pathEditMode="relative" rAng="0" ptsTypes="AA">
                                      <p:cBhvr>
                                        <p:cTn id="43" dur="1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09" y="5556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1.48148E-6 L -0.13072 0.14792 " pathEditMode="relative" rAng="0" ptsTypes="AA">
                                      <p:cBhvr>
                                        <p:cTn id="45" dur="15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36" y="7384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2.59259E-6 L -0.16341 0.18449 " pathEditMode="relative" rAng="0" ptsTypes="AA">
                                      <p:cBhvr>
                                        <p:cTn id="47" dur="15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77" y="9213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4.81481E-6 L -0.19609 0.22084 " pathEditMode="relative" rAng="0" ptsTypes="AA">
                                      <p:cBhvr>
                                        <p:cTn id="49" dur="1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05" y="11042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7.40741E-7 L -0.22864 0.25741 " pathEditMode="relative" rAng="0" ptsTypes="AA">
                                      <p:cBhvr>
                                        <p:cTn id="51" dur="15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432" y="1287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3.33333E-6 L -0.26132 0.29398 " pathEditMode="relative" rAng="0" ptsTypes="AA">
                                      <p:cBhvr>
                                        <p:cTn id="53" dur="15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73" y="14699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2.59259E-6 L -0.29401 0.33056 " pathEditMode="relative" rAng="0" ptsTypes="AA">
                                      <p:cBhvr>
                                        <p:cTn id="55" dur="150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01" y="16528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48148E-6 L -0.32669 0.36713 " pathEditMode="relative" rAng="0" ptsTypes="AA">
                                      <p:cBhvr>
                                        <p:cTn id="57" dur="15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341" y="18356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3.267263E-02 3.652592E-02 E" pathEditMode="relative" ptsTypes="">
                                      <p:cBhvr>
                                        <p:cTn id="89" dur="1500" spd="-100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0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6.534532E-02 7.305287E-02 E" pathEditMode="relative" ptsTypes="">
                                      <p:cBhvr>
                                        <p:cTn id="91" dur="1500" spd="-100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2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9.801789E-02 0.1095798 E" pathEditMode="relative" ptsTypes="">
                                      <p:cBhvr>
                                        <p:cTn id="93" dur="1500" spd="-100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306905 0.1461069 E" pathEditMode="relative" ptsTypes="">
                                      <p:cBhvr>
                                        <p:cTn id="95" dur="1500" spd="-100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6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633632 0.1826338 E" pathEditMode="relative" ptsTypes="">
                                      <p:cBhvr>
                                        <p:cTn id="97" dur="1500" spd="-100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8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960358 0.2191608 E" pathEditMode="relative" ptsTypes="">
                                      <p:cBhvr>
                                        <p:cTn id="99" dur="1500" spd="-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2287084 0.2556879 E" pathEditMode="relative" ptsTypes="">
                                      <p:cBhvr>
                                        <p:cTn id="101" dur="1500" spd="-100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2613811 0.2922149 E" pathEditMode="relative" ptsTypes="">
                                      <p:cBhvr>
                                        <p:cTn id="103" dur="1500" spd="-100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64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2940537 0.3287418 E" pathEditMode="relative" ptsTypes="">
                                      <p:cBhvr>
                                        <p:cTn id="105" dur="1500" spd="-100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64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3267228 0.3677704 E" pathEditMode="relative" ptsTypes="">
                                      <p:cBhvr>
                                        <p:cTn id="107" dur="1500" spd="-100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03889 L 0 -3.7037E-6 " pathEditMode="relative" rAng="0" ptsTypes="AA">
                                      <p:cBhvr>
                                        <p:cTn id="1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-0.03472 L 0 -2.59259E-6 " pathEditMode="relative" rAng="0" ptsTypes="AA">
                                      <p:cBhvr>
                                        <p:cTn id="1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0 -0.03472 L 0 -2.59259E-6 " pathEditMode="relative" rAng="0" ptsTypes="AA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8" grpId="0" animBg="1"/>
      <p:bldP spid="28" grpId="1" animBg="1"/>
      <p:bldP spid="30" grpId="0" animBg="1"/>
      <p:bldP spid="30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66" grpId="0" animBg="1"/>
      <p:bldP spid="66" grpId="1" animBg="1"/>
      <p:bldP spid="74" grpId="0" animBg="1"/>
      <p:bldP spid="74" grpId="1" animBg="1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80" grpId="0" animBg="1"/>
      <p:bldP spid="80" grpId="1" animBg="1"/>
      <p:bldP spid="81" grpId="0" animBg="1"/>
      <p:bldP spid="81" grpId="1" animBg="1"/>
      <p:bldP spid="82" grpId="0" animBg="1"/>
      <p:bldP spid="82" grpId="1" animBg="1"/>
      <p:bldP spid="83" grpId="0" animBg="1"/>
      <p:bldP spid="83" grpId="1" animBg="1"/>
      <p:bldP spid="85" grpId="0" animBg="1"/>
      <p:bldP spid="120" grpId="0" animBg="1"/>
      <p:bldP spid="121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A8432-F17A-0891-B39D-2FCAF031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tIns="176400" anchor="t" anchorCtr="0"/>
          <a:lstStyle/>
          <a:p>
            <a:r>
              <a:rPr lang="en-US"/>
              <a:t>Click to Add Title, Use Font Size 28, Title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C0AC0-4C91-09D8-4EB7-2339802F7B2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6100" y="1524000"/>
            <a:ext cx="5486400" cy="4762500"/>
          </a:xfrm>
        </p:spPr>
        <p:txBody>
          <a:bodyPr lIns="0" tIns="0" rIns="0" bIns="0"/>
          <a:lstStyle/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69AA6C-79DD-00E8-6E3B-5771F9BB6E7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59500" y="1524000"/>
            <a:ext cx="5486400" cy="4762500"/>
          </a:xfrm>
        </p:spPr>
        <p:txBody>
          <a:bodyPr lIns="0" tIns="0" rIns="0" bIns="0"/>
          <a:lstStyle/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3D544-760D-F8F7-B34C-0EFE2025F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3E48D-B146-F645-8CC2-E41A6C6E8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7C6A6-CBCB-F14D-6DDF-15206BB6F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88" name="Group 4">
            <a:extLst>
              <a:ext uri="{FF2B5EF4-FFF2-40B4-BE49-F238E27FC236}">
                <a16:creationId xmlns:a16="http://schemas.microsoft.com/office/drawing/2014/main" id="{165E01C8-9093-5393-01C5-0626717EE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89" name="Freeform 5">
              <a:extLst>
                <a:ext uri="{FF2B5EF4-FFF2-40B4-BE49-F238E27FC236}">
                  <a16:creationId xmlns:a16="http://schemas.microsoft.com/office/drawing/2014/main" id="{351BF7D7-1ED1-A9FE-20ED-DCC9B6C986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90" name="Freeform 6">
              <a:extLst>
                <a:ext uri="{FF2B5EF4-FFF2-40B4-BE49-F238E27FC236}">
                  <a16:creationId xmlns:a16="http://schemas.microsoft.com/office/drawing/2014/main" id="{E763757B-637B-DB54-8B17-92BD08F108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450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ABF71-CF3E-230E-BA48-B91D64744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tIns="176400" anchor="t" anchorCtr="0"/>
          <a:lstStyle/>
          <a:p>
            <a:r>
              <a:rPr lang="en-US"/>
              <a:t>Click to Add Title, Use Font Size 28, Title Case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12DA8-A6BF-4AB8-86CF-BDB3A0A7C58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6100" y="1523999"/>
            <a:ext cx="5486400" cy="109537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subtitle, use font size 20, sentence case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DB2F4B-E795-2C6E-B791-FA285AAACFB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6100" y="2744788"/>
            <a:ext cx="5486400" cy="3541711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803344-E744-22A3-9A75-3B9F08F90EC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59500" y="1523999"/>
            <a:ext cx="5486400" cy="1095375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subtitle, use font size 20, sentence case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771797-9A36-AAF5-12A9-BFE7F5200EDF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59500" y="2744788"/>
            <a:ext cx="5486400" cy="3541711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33E33A-1CC7-BF0C-166A-266148BD5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1BEDD7-557F-FE4D-6955-35BD859E7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77413A-A7A5-542D-649B-72ADBBD3F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6455070D-BED4-EC0F-FBA9-F4C41F2BF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09619A86-78F8-F132-0B47-F30E5C047E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FE2CEA68-50AE-F9C8-9C83-42DD304303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5962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6D5A5-FE3E-2160-684A-E6A98F62E9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tIns="176400" anchor="t" anchorCtr="0"/>
          <a:lstStyle/>
          <a:p>
            <a:r>
              <a:rPr lang="en-US"/>
              <a:t>Click to Add Title, Use Font Size 28, Title Case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02385B9-B5B0-5372-0604-E5B72C9BE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6547D4E-D7A0-D018-C320-DD98F64D6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81FAD0-7A6E-F4EC-802B-0E2095DB2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C09CECC3-BF13-39E5-D333-31C1D6BC6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EEC2F251-8D93-E009-A004-C1AA623382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0B4CEED9-C0E1-72B5-5477-06CA897D77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7991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1CF2424-3037-4B4E-D498-DACD55DED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1243564-9F90-9ECE-2686-717877E67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4D5816A-A563-F4DA-76F8-5E4E362F3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C09CECC3-BF13-39E5-D333-31C1D6BC6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EEC2F251-8D93-E009-A004-C1AA623382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0B4CEED9-C0E1-72B5-5477-06CA897D77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9456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EB0BD77-ACED-82AE-4E0F-0EF7E78DC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-1" y="0"/>
            <a:ext cx="4749798" cy="6858001"/>
          </a:xfrm>
          <a:prstGeom prst="rect">
            <a:avLst/>
          </a:prstGeom>
          <a:gradFill flip="none" rotWithShape="1">
            <a:gsLst>
              <a:gs pos="0">
                <a:srgbClr val="0C0B26">
                  <a:alpha val="0"/>
                </a:srgbClr>
              </a:gs>
              <a:gs pos="35000">
                <a:srgbClr val="0C0B26"/>
              </a:gs>
            </a:gsLst>
            <a:lin ang="16200000" scaled="1"/>
            <a:tileRect/>
          </a:gradFill>
          <a:ln w="19050" cap="flat">
            <a:noFill/>
            <a:prstDash val="solid"/>
            <a:miter/>
          </a:ln>
          <a:effectLst/>
        </p:spPr>
        <p:txBody>
          <a:bodyPr wrap="square" rtlCol="0" anchor="ctr">
            <a:noAutofit/>
          </a:bodyPr>
          <a:lstStyle/>
          <a:p>
            <a:pPr defTabSz="2665918">
              <a:spcBef>
                <a:spcPts val="2918"/>
              </a:spcBef>
              <a:buClr>
                <a:srgbClr val="F2F2F2"/>
              </a:buClr>
            </a:pPr>
            <a:endParaRPr lang="en-US" sz="9457" kern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2B5DD-602C-C09D-A527-58CEA0D22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1C035-E909-A298-5D24-F7F53BF6A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69B91F7-815B-CF2A-D8A9-34BD0E593D8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286626" y="355600"/>
            <a:ext cx="6359273" cy="5926137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Click to add content. If you’re pasting from another location, please right-click and select the ‘Keep Text  Only’ option.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62FD348-5921-019C-E579-0AB39FADCE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2204786"/>
            <a:ext cx="3656286" cy="2296968"/>
          </a:xfrm>
        </p:spPr>
        <p:txBody>
          <a:bodyPr vert="horz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/>
              <a:t>Click to Add Title, Use Font Size 28, Title Case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4D1E00E-3421-30BC-B6C7-72957BC52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46101" y="4528491"/>
            <a:ext cx="1361700" cy="3244391"/>
          </a:xfrm>
          <a:custGeom>
            <a:avLst/>
            <a:gdLst>
              <a:gd name="connsiteX0" fmla="*/ 0 w 1361700"/>
              <a:gd name="connsiteY0" fmla="*/ 0 h 3244391"/>
              <a:gd name="connsiteX1" fmla="*/ 1361700 w 1361700"/>
              <a:gd name="connsiteY1" fmla="*/ 675680 h 3244391"/>
              <a:gd name="connsiteX2" fmla="*/ 1361700 w 1361700"/>
              <a:gd name="connsiteY2" fmla="*/ 894254 h 3244391"/>
              <a:gd name="connsiteX3" fmla="*/ 1361700 w 1361700"/>
              <a:gd name="connsiteY3" fmla="*/ 3025817 h 3244391"/>
              <a:gd name="connsiteX4" fmla="*/ 1361700 w 1361700"/>
              <a:gd name="connsiteY4" fmla="*/ 3244391 h 3244391"/>
              <a:gd name="connsiteX5" fmla="*/ 0 w 1361700"/>
              <a:gd name="connsiteY5" fmla="*/ 2568711 h 3244391"/>
              <a:gd name="connsiteX6" fmla="*/ 0 w 1361700"/>
              <a:gd name="connsiteY6" fmla="*/ 2350137 h 3244391"/>
              <a:gd name="connsiteX7" fmla="*/ 0 w 1361700"/>
              <a:gd name="connsiteY7" fmla="*/ 218574 h 3244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1700" h="3244391">
                <a:moveTo>
                  <a:pt x="0" y="0"/>
                </a:moveTo>
                <a:lnTo>
                  <a:pt x="1361700" y="675680"/>
                </a:lnTo>
                <a:lnTo>
                  <a:pt x="1361700" y="894254"/>
                </a:lnTo>
                <a:lnTo>
                  <a:pt x="1361700" y="3025817"/>
                </a:lnTo>
                <a:lnTo>
                  <a:pt x="1361700" y="3244391"/>
                </a:lnTo>
                <a:lnTo>
                  <a:pt x="0" y="2568711"/>
                </a:lnTo>
                <a:lnTo>
                  <a:pt x="0" y="2350137"/>
                </a:lnTo>
                <a:lnTo>
                  <a:pt x="0" y="218574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15000">
                  <a:srgbClr val="D8E8F7">
                    <a:alpha val="2600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80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defTabSz="2665918">
              <a:lnSpc>
                <a:spcPct val="90000"/>
              </a:lnSpc>
              <a:spcBef>
                <a:spcPts val="2918"/>
              </a:spcBef>
              <a:buClr>
                <a:srgbClr val="F2F2F2"/>
              </a:buClr>
              <a:buSzPct val="120000"/>
            </a:pPr>
            <a:endParaRPr lang="en-US" sz="9457" kern="0" noProof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A163389-76B0-EEE8-FF4B-ED32417AE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0" y="5068106"/>
            <a:ext cx="1226948" cy="2813375"/>
          </a:xfrm>
          <a:custGeom>
            <a:avLst/>
            <a:gdLst>
              <a:gd name="connsiteX0" fmla="*/ 0 w 1226948"/>
              <a:gd name="connsiteY0" fmla="*/ 0 h 2813375"/>
              <a:gd name="connsiteX1" fmla="*/ 1226948 w 1226948"/>
              <a:gd name="connsiteY1" fmla="*/ 608816 h 2813375"/>
              <a:gd name="connsiteX2" fmla="*/ 1226948 w 1226948"/>
              <a:gd name="connsiteY2" fmla="*/ 805760 h 2813375"/>
              <a:gd name="connsiteX3" fmla="*/ 1226948 w 1226948"/>
              <a:gd name="connsiteY3" fmla="*/ 2616431 h 2813375"/>
              <a:gd name="connsiteX4" fmla="*/ 1226948 w 1226948"/>
              <a:gd name="connsiteY4" fmla="*/ 2813375 h 2813375"/>
              <a:gd name="connsiteX5" fmla="*/ 0 w 1226948"/>
              <a:gd name="connsiteY5" fmla="*/ 2204559 h 2813375"/>
              <a:gd name="connsiteX6" fmla="*/ 0 w 1226948"/>
              <a:gd name="connsiteY6" fmla="*/ 2007615 h 2813375"/>
              <a:gd name="connsiteX7" fmla="*/ 0 w 1226948"/>
              <a:gd name="connsiteY7" fmla="*/ 196944 h 281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948" h="2813375">
                <a:moveTo>
                  <a:pt x="0" y="0"/>
                </a:moveTo>
                <a:lnTo>
                  <a:pt x="1226948" y="608816"/>
                </a:lnTo>
                <a:lnTo>
                  <a:pt x="1226948" y="805760"/>
                </a:lnTo>
                <a:lnTo>
                  <a:pt x="1226948" y="2616431"/>
                </a:lnTo>
                <a:lnTo>
                  <a:pt x="1226948" y="2813375"/>
                </a:lnTo>
                <a:lnTo>
                  <a:pt x="0" y="2204559"/>
                </a:lnTo>
                <a:lnTo>
                  <a:pt x="0" y="2007615"/>
                </a:lnTo>
                <a:lnTo>
                  <a:pt x="0" y="196944"/>
                </a:lnTo>
                <a:close/>
              </a:path>
            </a:pathLst>
          </a:custGeom>
          <a:gradFill>
            <a:gsLst>
              <a:gs pos="100000">
                <a:srgbClr val="C5B4E2">
                  <a:lumMod val="75000"/>
                  <a:alpha val="98000"/>
                </a:srgbClr>
              </a:gs>
              <a:gs pos="0">
                <a:srgbClr val="92C0E9">
                  <a:alpha val="47000"/>
                </a:srgbClr>
              </a:gs>
              <a:gs pos="61000">
                <a:srgbClr val="2F2A95">
                  <a:alpha val="8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>
                    <a:alpha val="27000"/>
                  </a:srgbClr>
                </a:gs>
                <a:gs pos="100000">
                  <a:srgbClr val="C5B4E2">
                    <a:lumMod val="50000"/>
                    <a:alpha val="65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lvl="0" defTabSz="2665918">
              <a:spcBef>
                <a:spcPts val="2918"/>
              </a:spcBef>
              <a:buClr>
                <a:srgbClr val="F2F2F2"/>
              </a:buClr>
            </a:pPr>
            <a:endParaRPr lang="en-US" sz="9457" kern="0" noProof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3D4C70D-82A7-7173-CFC4-43FCFC58D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323794" y="-1227550"/>
            <a:ext cx="1280450" cy="2751551"/>
          </a:xfrm>
          <a:custGeom>
            <a:avLst/>
            <a:gdLst>
              <a:gd name="connsiteX0" fmla="*/ 0 w 1280450"/>
              <a:gd name="connsiteY0" fmla="*/ 0 h 2751551"/>
              <a:gd name="connsiteX1" fmla="*/ 1280450 w 1280450"/>
              <a:gd name="connsiteY1" fmla="*/ 635363 h 2751551"/>
              <a:gd name="connsiteX2" fmla="*/ 1280450 w 1280450"/>
              <a:gd name="connsiteY2" fmla="*/ 840895 h 2751551"/>
              <a:gd name="connsiteX3" fmla="*/ 1280450 w 1280450"/>
              <a:gd name="connsiteY3" fmla="*/ 2546019 h 2751551"/>
              <a:gd name="connsiteX4" fmla="*/ 1280450 w 1280450"/>
              <a:gd name="connsiteY4" fmla="*/ 2751551 h 2751551"/>
              <a:gd name="connsiteX5" fmla="*/ 0 w 1280450"/>
              <a:gd name="connsiteY5" fmla="*/ 2116188 h 2751551"/>
              <a:gd name="connsiteX6" fmla="*/ 0 w 1280450"/>
              <a:gd name="connsiteY6" fmla="*/ 1910656 h 2751551"/>
              <a:gd name="connsiteX7" fmla="*/ 0 w 1280450"/>
              <a:gd name="connsiteY7" fmla="*/ 205532 h 2751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450" h="2751551">
                <a:moveTo>
                  <a:pt x="0" y="0"/>
                </a:moveTo>
                <a:lnTo>
                  <a:pt x="1280450" y="635363"/>
                </a:lnTo>
                <a:lnTo>
                  <a:pt x="1280450" y="840895"/>
                </a:lnTo>
                <a:lnTo>
                  <a:pt x="1280450" y="2546019"/>
                </a:lnTo>
                <a:lnTo>
                  <a:pt x="1280450" y="2751551"/>
                </a:lnTo>
                <a:lnTo>
                  <a:pt x="0" y="2116188"/>
                </a:lnTo>
                <a:lnTo>
                  <a:pt x="0" y="1910656"/>
                </a:lnTo>
                <a:lnTo>
                  <a:pt x="0" y="20553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37000"/>
                  </a:srgbClr>
                </a:gs>
                <a:gs pos="0">
                  <a:srgbClr val="FFFFFF">
                    <a:alpha val="1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defTabSz="2665918">
              <a:lnSpc>
                <a:spcPct val="90000"/>
              </a:lnSpc>
              <a:spcBef>
                <a:spcPts val="2918"/>
              </a:spcBef>
              <a:buClr>
                <a:srgbClr val="F2F2F2"/>
              </a:buClr>
              <a:buSzPct val="120000"/>
            </a:pPr>
            <a:endParaRPr lang="en-US" sz="9457" kern="0" noProof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4EC937F-2ABC-A3A9-F8FC-C4DD593B3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2696448" y="-798318"/>
            <a:ext cx="1280450" cy="2982614"/>
          </a:xfrm>
          <a:custGeom>
            <a:avLst/>
            <a:gdLst>
              <a:gd name="connsiteX0" fmla="*/ 1280450 w 1280450"/>
              <a:gd name="connsiteY0" fmla="*/ 2982614 h 2982614"/>
              <a:gd name="connsiteX1" fmla="*/ 0 w 1280450"/>
              <a:gd name="connsiteY1" fmla="*/ 2347250 h 2982614"/>
              <a:gd name="connsiteX2" fmla="*/ 0 w 1280450"/>
              <a:gd name="connsiteY2" fmla="*/ 2141719 h 2982614"/>
              <a:gd name="connsiteX3" fmla="*/ 0 w 1280450"/>
              <a:gd name="connsiteY3" fmla="*/ 205532 h 2982614"/>
              <a:gd name="connsiteX4" fmla="*/ 0 w 1280450"/>
              <a:gd name="connsiteY4" fmla="*/ 0 h 2982614"/>
              <a:gd name="connsiteX5" fmla="*/ 1280450 w 1280450"/>
              <a:gd name="connsiteY5" fmla="*/ 635363 h 2982614"/>
              <a:gd name="connsiteX6" fmla="*/ 1280450 w 1280450"/>
              <a:gd name="connsiteY6" fmla="*/ 840895 h 2982614"/>
              <a:gd name="connsiteX7" fmla="*/ 1280450 w 1280450"/>
              <a:gd name="connsiteY7" fmla="*/ 2777082 h 2982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450" h="2982614">
                <a:moveTo>
                  <a:pt x="1280450" y="2982614"/>
                </a:moveTo>
                <a:lnTo>
                  <a:pt x="0" y="2347250"/>
                </a:lnTo>
                <a:lnTo>
                  <a:pt x="0" y="2141719"/>
                </a:lnTo>
                <a:lnTo>
                  <a:pt x="0" y="205532"/>
                </a:lnTo>
                <a:lnTo>
                  <a:pt x="0" y="0"/>
                </a:lnTo>
                <a:lnTo>
                  <a:pt x="1280450" y="635363"/>
                </a:lnTo>
                <a:lnTo>
                  <a:pt x="1280450" y="840895"/>
                </a:lnTo>
                <a:lnTo>
                  <a:pt x="1280450" y="2777082"/>
                </a:lnTo>
                <a:close/>
              </a:path>
            </a:pathLst>
          </a:custGeom>
          <a:gradFill>
            <a:gsLst>
              <a:gs pos="49500">
                <a:srgbClr val="92C0E9">
                  <a:lumMod val="95000"/>
                  <a:alpha val="66000"/>
                </a:srgbClr>
              </a:gs>
              <a:gs pos="0">
                <a:srgbClr val="00B2A9">
                  <a:alpha val="47000"/>
                </a:srgbClr>
              </a:gs>
              <a:gs pos="100000">
                <a:srgbClr val="C5B4E2">
                  <a:alpha val="7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27000">
                  <a:srgbClr val="00B2A9"/>
                </a:gs>
                <a:gs pos="100000">
                  <a:srgbClr val="C5B4E2"/>
                </a:gs>
                <a:gs pos="0">
                  <a:srgbClr val="006990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lvl="0" defTabSz="2665918">
              <a:spcBef>
                <a:spcPts val="2918"/>
              </a:spcBef>
              <a:buClr>
                <a:srgbClr val="F2F2F2"/>
              </a:buClr>
            </a:pPr>
            <a:endParaRPr lang="en-US" sz="9457" kern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4DFCF571-837D-13DF-BACC-6F3F3B5BD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9749" y="6492925"/>
            <a:ext cx="8302626" cy="153888"/>
          </a:xfrm>
        </p:spPr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775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2B5DD-602C-C09D-A527-58CEA0D221BD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1C035-E909-A298-5D24-F7F53BF6AA5A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69B91F7-815B-CF2A-D8A9-34BD0E593D86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3352800" y="1649413"/>
            <a:ext cx="8293101" cy="4637087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/>
              <a:t>Click to add content. If you’re pasting from another location, please right-click and select the ‘Keep Text  Only’ option.</a:t>
            </a:r>
          </a:p>
        </p:txBody>
      </p:sp>
      <p:grpSp>
        <p:nvGrpSpPr>
          <p:cNvPr id="16" name="Group 4">
            <a:extLst>
              <a:ext uri="{FF2B5EF4-FFF2-40B4-BE49-F238E27FC236}">
                <a16:creationId xmlns:a16="http://schemas.microsoft.com/office/drawing/2014/main" id="{9D2D5ACD-ED87-9440-14B3-A88AD4E46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903B6DC9-BBC4-5F87-9837-38FC315DC6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9EBED387-5AE5-F640-DCDC-C1247ECE5A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662FD348-5921-019C-E579-0AB39FADCE0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352800" y="365125"/>
            <a:ext cx="7689243" cy="1158875"/>
          </a:xfrm>
        </p:spPr>
        <p:txBody>
          <a:bodyPr vert="horz" lIns="0" tIns="17640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/>
              <a:t>Click to Add Title, Use Font Size 28, Title Case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750CB7-6314-A457-19CE-912D2D8CA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0" y="-278092"/>
            <a:ext cx="2254111" cy="6564592"/>
          </a:xfrm>
          <a:custGeom>
            <a:avLst/>
            <a:gdLst>
              <a:gd name="connsiteX0" fmla="*/ 0 w 2254111"/>
              <a:gd name="connsiteY0" fmla="*/ 0 h 6564592"/>
              <a:gd name="connsiteX1" fmla="*/ 2254111 w 2254111"/>
              <a:gd name="connsiteY1" fmla="*/ 1118498 h 6564592"/>
              <a:gd name="connsiteX2" fmla="*/ 2254111 w 2254111"/>
              <a:gd name="connsiteY2" fmla="*/ 1168711 h 6564592"/>
              <a:gd name="connsiteX3" fmla="*/ 2254111 w 2254111"/>
              <a:gd name="connsiteY3" fmla="*/ 1315217 h 6564592"/>
              <a:gd name="connsiteX4" fmla="*/ 2254111 w 2254111"/>
              <a:gd name="connsiteY4" fmla="*/ 1333811 h 6564592"/>
              <a:gd name="connsiteX5" fmla="*/ 2254111 w 2254111"/>
              <a:gd name="connsiteY5" fmla="*/ 1480317 h 6564592"/>
              <a:gd name="connsiteX6" fmla="*/ 2254111 w 2254111"/>
              <a:gd name="connsiteY6" fmla="*/ 6202773 h 6564592"/>
              <a:gd name="connsiteX7" fmla="*/ 2254111 w 2254111"/>
              <a:gd name="connsiteY7" fmla="*/ 6349279 h 6564592"/>
              <a:gd name="connsiteX8" fmla="*/ 2254111 w 2254111"/>
              <a:gd name="connsiteY8" fmla="*/ 6367873 h 6564592"/>
              <a:gd name="connsiteX9" fmla="*/ 2254111 w 2254111"/>
              <a:gd name="connsiteY9" fmla="*/ 6514379 h 6564592"/>
              <a:gd name="connsiteX10" fmla="*/ 2254111 w 2254111"/>
              <a:gd name="connsiteY10" fmla="*/ 6564592 h 6564592"/>
              <a:gd name="connsiteX11" fmla="*/ 0 w 2254111"/>
              <a:gd name="connsiteY11" fmla="*/ 5446096 h 6564592"/>
              <a:gd name="connsiteX12" fmla="*/ 0 w 2254111"/>
              <a:gd name="connsiteY12" fmla="*/ 5395882 h 6564592"/>
              <a:gd name="connsiteX13" fmla="*/ 0 w 2254111"/>
              <a:gd name="connsiteY13" fmla="*/ 5249376 h 6564592"/>
              <a:gd name="connsiteX14" fmla="*/ 0 w 2254111"/>
              <a:gd name="connsiteY14" fmla="*/ 5230782 h 6564592"/>
              <a:gd name="connsiteX15" fmla="*/ 0 w 2254111"/>
              <a:gd name="connsiteY15" fmla="*/ 5084276 h 6564592"/>
              <a:gd name="connsiteX16" fmla="*/ 0 w 2254111"/>
              <a:gd name="connsiteY16" fmla="*/ 361820 h 6564592"/>
              <a:gd name="connsiteX17" fmla="*/ 0 w 2254111"/>
              <a:gd name="connsiteY17" fmla="*/ 215314 h 6564592"/>
              <a:gd name="connsiteX18" fmla="*/ 0 w 2254111"/>
              <a:gd name="connsiteY18" fmla="*/ 196720 h 6564592"/>
              <a:gd name="connsiteX19" fmla="*/ 0 w 2254111"/>
              <a:gd name="connsiteY19" fmla="*/ 50214 h 6564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254111" h="6564592">
                <a:moveTo>
                  <a:pt x="0" y="0"/>
                </a:moveTo>
                <a:lnTo>
                  <a:pt x="2254111" y="1118498"/>
                </a:lnTo>
                <a:lnTo>
                  <a:pt x="2254111" y="1168711"/>
                </a:lnTo>
                <a:lnTo>
                  <a:pt x="2254111" y="1315217"/>
                </a:lnTo>
                <a:lnTo>
                  <a:pt x="2254111" y="1333811"/>
                </a:lnTo>
                <a:lnTo>
                  <a:pt x="2254111" y="1480317"/>
                </a:lnTo>
                <a:lnTo>
                  <a:pt x="2254111" y="6202773"/>
                </a:lnTo>
                <a:lnTo>
                  <a:pt x="2254111" y="6349279"/>
                </a:lnTo>
                <a:lnTo>
                  <a:pt x="2254111" y="6367873"/>
                </a:lnTo>
                <a:lnTo>
                  <a:pt x="2254111" y="6514379"/>
                </a:lnTo>
                <a:lnTo>
                  <a:pt x="2254111" y="6564592"/>
                </a:lnTo>
                <a:lnTo>
                  <a:pt x="0" y="5446096"/>
                </a:lnTo>
                <a:lnTo>
                  <a:pt x="0" y="5395882"/>
                </a:lnTo>
                <a:lnTo>
                  <a:pt x="0" y="5249376"/>
                </a:lnTo>
                <a:lnTo>
                  <a:pt x="0" y="5230782"/>
                </a:lnTo>
                <a:lnTo>
                  <a:pt x="0" y="5084276"/>
                </a:lnTo>
                <a:lnTo>
                  <a:pt x="0" y="361820"/>
                </a:lnTo>
                <a:lnTo>
                  <a:pt x="0" y="215314"/>
                </a:lnTo>
                <a:lnTo>
                  <a:pt x="0" y="196720"/>
                </a:lnTo>
                <a:lnTo>
                  <a:pt x="0" y="50214"/>
                </a:lnTo>
                <a:close/>
              </a:path>
            </a:pathLst>
          </a:custGeom>
          <a:gradFill flip="none" rotWithShape="1">
            <a:gsLst>
              <a:gs pos="49500">
                <a:srgbClr val="92C0E9">
                  <a:lumMod val="95000"/>
                  <a:alpha val="66000"/>
                </a:srgbClr>
              </a:gs>
              <a:gs pos="0">
                <a:srgbClr val="00B2A9">
                  <a:alpha val="47000"/>
                </a:srgbClr>
              </a:gs>
              <a:gs pos="100000">
                <a:srgbClr val="C5B4E2">
                  <a:alpha val="70000"/>
                </a:srgbClr>
              </a:gs>
            </a:gsLst>
            <a:lin ang="18900000" scaled="1"/>
            <a:tileRect/>
          </a:gradFill>
          <a:ln w="19050" cap="flat">
            <a:gradFill flip="none" rotWithShape="1">
              <a:gsLst>
                <a:gs pos="27000">
                  <a:srgbClr val="00B2A9"/>
                </a:gs>
                <a:gs pos="100000">
                  <a:srgbClr val="C5B4E2"/>
                </a:gs>
                <a:gs pos="0">
                  <a:srgbClr val="006990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defTabSz="2665918">
              <a:spcBef>
                <a:spcPts val="2918"/>
              </a:spcBef>
              <a:buClr>
                <a:srgbClr val="F2F2F2"/>
              </a:buClr>
            </a:pPr>
            <a:endParaRPr lang="en-US" sz="9457" kern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DCE63EE-403F-BC41-72F4-9D7592B08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9749" y="6492925"/>
            <a:ext cx="8302626" cy="153888"/>
          </a:xfrm>
        </p:spPr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4EA1182-B655-D7C5-2E7D-384675E69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09575" y="2619375"/>
            <a:ext cx="2254111" cy="5607629"/>
          </a:xfrm>
          <a:custGeom>
            <a:avLst/>
            <a:gdLst>
              <a:gd name="connsiteX0" fmla="*/ 0 w 2254111"/>
              <a:gd name="connsiteY0" fmla="*/ 0 h 5607629"/>
              <a:gd name="connsiteX1" fmla="*/ 2254111 w 2254111"/>
              <a:gd name="connsiteY1" fmla="*/ 1118498 h 5607629"/>
              <a:gd name="connsiteX2" fmla="*/ 2254111 w 2254111"/>
              <a:gd name="connsiteY2" fmla="*/ 1480317 h 5607629"/>
              <a:gd name="connsiteX3" fmla="*/ 2254111 w 2254111"/>
              <a:gd name="connsiteY3" fmla="*/ 5245810 h 5607629"/>
              <a:gd name="connsiteX4" fmla="*/ 2254111 w 2254111"/>
              <a:gd name="connsiteY4" fmla="*/ 5607629 h 5607629"/>
              <a:gd name="connsiteX5" fmla="*/ 0 w 2254111"/>
              <a:gd name="connsiteY5" fmla="*/ 4489133 h 5607629"/>
              <a:gd name="connsiteX6" fmla="*/ 0 w 2254111"/>
              <a:gd name="connsiteY6" fmla="*/ 4127313 h 5607629"/>
              <a:gd name="connsiteX7" fmla="*/ 0 w 2254111"/>
              <a:gd name="connsiteY7" fmla="*/ 361820 h 5607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54111" h="5607629">
                <a:moveTo>
                  <a:pt x="0" y="0"/>
                </a:moveTo>
                <a:lnTo>
                  <a:pt x="2254111" y="1118498"/>
                </a:lnTo>
                <a:lnTo>
                  <a:pt x="2254111" y="1480317"/>
                </a:lnTo>
                <a:lnTo>
                  <a:pt x="2254111" y="5245810"/>
                </a:lnTo>
                <a:lnTo>
                  <a:pt x="2254111" y="5607629"/>
                </a:lnTo>
                <a:lnTo>
                  <a:pt x="0" y="4489133"/>
                </a:lnTo>
                <a:lnTo>
                  <a:pt x="0" y="4127313"/>
                </a:lnTo>
                <a:lnTo>
                  <a:pt x="0" y="361820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15000">
                  <a:srgbClr val="D8E8F7">
                    <a:alpha val="26000"/>
                    <a:lumMod val="8900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80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defTabSz="2665918">
              <a:lnSpc>
                <a:spcPct val="90000"/>
              </a:lnSpc>
              <a:spcBef>
                <a:spcPts val="2918"/>
              </a:spcBef>
              <a:buClr>
                <a:srgbClr val="F2F2F2"/>
              </a:buClr>
              <a:buSzPct val="120000"/>
            </a:pPr>
            <a:endParaRPr lang="en-US" sz="9457" kern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01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2693B-C87B-579E-9804-888003BD2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vert="horz" lIns="0" tIns="17640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marL="0" lvl="0"/>
            <a:r>
              <a:rPr lang="en-US"/>
              <a:t>Click to Add Title, Use Font Size 28, Title Case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45236C-6934-9C66-504A-8F0B460FD0D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46100" y="1524000"/>
            <a:ext cx="5486400" cy="4762500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add text. Please ensure content remains within the text box. Placeholder text will not show in presentations unless edited.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819E9-01B5-8DB8-17BD-128C735F74A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59500" y="1524000"/>
            <a:ext cx="5486400" cy="4762500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add content. If you’re pasting from another location, please right-click and select the ‘Keep Text Only’ option.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92463-E3CA-957F-6112-5C9C3E83F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89AB0-EAEB-3767-BC49-60F999D45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5D070-2586-23C5-26E6-E3FA7318E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CC8E8BFF-8BC3-159C-CB63-CCB6BA27A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2F6C3600-11E2-A516-9631-F9CE08E70E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FCADADE-630C-988E-4352-B1E904FD30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3524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E62BD-4213-CC26-037F-124C93A00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vert="horz" lIns="0" tIns="176400" rIns="0" bIns="0" rtlCol="0" anchor="t" anchorCtr="0">
            <a:normAutofit/>
          </a:bodyPr>
          <a:lstStyle>
            <a:lvl1pPr>
              <a:defRPr lang="en-US"/>
            </a:lvl1pPr>
          </a:lstStyle>
          <a:p>
            <a:pPr marL="0" lvl="0"/>
            <a:r>
              <a:rPr lang="en-US"/>
              <a:t>Click to Add Title, Use Font Size 28, Title Case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EF869D-DF7B-2703-9E04-157257D37C9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46100" y="1524000"/>
            <a:ext cx="5486400" cy="4762500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add text. Please ensure content remains within the text box. Placeholder text will not show in presentations unless edited.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F1DC0CC-6F94-0E17-FE23-A3FBB5C1184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59500" y="1524000"/>
            <a:ext cx="5486400" cy="4762500"/>
          </a:xfrm>
          <a:solidFill>
            <a:schemeClr val="bg2"/>
          </a:solidFill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lIns="360000" tIns="900000" rIns="36000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the icon to add an image. To scale or reposition the image in the frame, use the ‘Crop’ options in the ‘Picture Format’ tab. Right-click on image to add or edit alt text.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075E52-8DB8-6048-9901-D16A5CA4EC6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D750AE-50CF-50BA-B5C8-BA8ED97E68A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8FF9FA-D3C7-040B-F613-A409EE3FAB0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53B795D-038E-FCB0-E4CC-A4F00025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36108CD-1162-1B9F-1CBA-B4006E88F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A7DE99E-5356-58A6-58BE-A8F3C57952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8741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Picture)">
    <p:bg>
      <p:bgPr>
        <a:gradFill>
          <a:gsLst>
            <a:gs pos="100000">
              <a:srgbClr val="0C0B26"/>
            </a:gs>
            <a:gs pos="0">
              <a:schemeClr val="bg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raphic 40" descr="InterSystems: Creative data technology">
            <a:extLst>
              <a:ext uri="{FF2B5EF4-FFF2-40B4-BE49-F238E27FC236}">
                <a16:creationId xmlns:a16="http://schemas.microsoft.com/office/drawing/2014/main" id="{6D1F4415-3901-E314-2AC4-920569B1FA27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1" r="-7033"/>
          <a:stretch/>
        </p:blipFill>
        <p:spPr>
          <a:xfrm>
            <a:off x="570977" y="459740"/>
            <a:ext cx="2375423" cy="591820"/>
          </a:xfrm>
          <a:prstGeom prst="rect">
            <a:avLst/>
          </a:prstGeom>
        </p:spPr>
      </p:pic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2DDE2CD5-04AF-E44A-3D47-A38FBFFC379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352801" y="355600"/>
            <a:ext cx="2679700" cy="787400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</a:t>
            </a:r>
            <a:br>
              <a:rPr lang="en-US"/>
            </a:br>
            <a:r>
              <a:rPr lang="en-US"/>
              <a:t>additional logo</a:t>
            </a:r>
          </a:p>
        </p:txBody>
      </p:sp>
      <p:sp>
        <p:nvSpPr>
          <p:cNvPr id="11" name="Title 67">
            <a:extLst>
              <a:ext uri="{FF2B5EF4-FFF2-40B4-BE49-F238E27FC236}">
                <a16:creationId xmlns:a16="http://schemas.microsoft.com/office/drawing/2014/main" id="{0C3EB450-B833-689E-3131-6F56B67DB4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1524001"/>
            <a:ext cx="6275614" cy="2317750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pPr>
              <a:buClrTx/>
              <a:buSzTx/>
              <a:buFontTx/>
            </a:pPr>
            <a:r>
              <a:rPr lang="en-US"/>
              <a:t>Click to Add Title, Use Font Size 44, Title Case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E971615-77E4-E062-C4A0-A9F503D4AE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6100" y="3967163"/>
            <a:ext cx="6275615" cy="1222375"/>
          </a:xfrm>
        </p:spPr>
        <p:txBody>
          <a:bodyPr/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 xml:space="preserve">Click to add subtitle, use font size 18, </a:t>
            </a:r>
            <a:br>
              <a:rPr lang="en-US"/>
            </a:br>
            <a:r>
              <a:rPr lang="en-US"/>
              <a:t>sentence case</a:t>
            </a:r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682A3A59-64B7-A01E-ABEC-B1D35CF2B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590334" y="368300"/>
            <a:ext cx="3055566" cy="6588760"/>
          </a:xfrm>
          <a:custGeom>
            <a:avLst/>
            <a:gdLst>
              <a:gd name="connsiteX0" fmla="*/ 0 w 3055566"/>
              <a:gd name="connsiteY0" fmla="*/ 0 h 6588760"/>
              <a:gd name="connsiteX1" fmla="*/ 3055566 w 3055566"/>
              <a:gd name="connsiteY1" fmla="*/ 1516182 h 6588760"/>
              <a:gd name="connsiteX2" fmla="*/ 3055566 w 3055566"/>
              <a:gd name="connsiteY2" fmla="*/ 6588760 h 6588760"/>
              <a:gd name="connsiteX3" fmla="*/ 0 w 3055566"/>
              <a:gd name="connsiteY3" fmla="*/ 6588760 h 6588760"/>
              <a:gd name="connsiteX4" fmla="*/ 0 w 3055566"/>
              <a:gd name="connsiteY4" fmla="*/ 6482134 h 6588760"/>
              <a:gd name="connsiteX5" fmla="*/ 0 w 3055566"/>
              <a:gd name="connsiteY5" fmla="*/ 6367834 h 6588760"/>
              <a:gd name="connsiteX6" fmla="*/ 0 w 3055566"/>
              <a:gd name="connsiteY6" fmla="*/ 5560477 h 6588760"/>
              <a:gd name="connsiteX7" fmla="*/ 0 w 3055566"/>
              <a:gd name="connsiteY7" fmla="*/ 5440734 h 6588760"/>
              <a:gd name="connsiteX8" fmla="*/ 0 w 3055566"/>
              <a:gd name="connsiteY8" fmla="*/ 5286839 h 6588760"/>
              <a:gd name="connsiteX9" fmla="*/ 0 w 3055566"/>
              <a:gd name="connsiteY9" fmla="*/ 3942134 h 6588760"/>
              <a:gd name="connsiteX10" fmla="*/ 0 w 3055566"/>
              <a:gd name="connsiteY10" fmla="*/ 3934197 h 6588760"/>
              <a:gd name="connsiteX11" fmla="*/ 0 w 3055566"/>
              <a:gd name="connsiteY11" fmla="*/ 2978626 h 6588760"/>
              <a:gd name="connsiteX12" fmla="*/ 0 w 3055566"/>
              <a:gd name="connsiteY12" fmla="*/ 1772021 h 6588760"/>
              <a:gd name="connsiteX13" fmla="*/ 0 w 3055566"/>
              <a:gd name="connsiteY13" fmla="*/ 995734 h 6588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55566" h="6588760">
                <a:moveTo>
                  <a:pt x="0" y="0"/>
                </a:moveTo>
                <a:lnTo>
                  <a:pt x="3055566" y="1516182"/>
                </a:lnTo>
                <a:lnTo>
                  <a:pt x="3055566" y="6588760"/>
                </a:lnTo>
                <a:lnTo>
                  <a:pt x="0" y="6588760"/>
                </a:lnTo>
                <a:lnTo>
                  <a:pt x="0" y="6482134"/>
                </a:lnTo>
                <a:lnTo>
                  <a:pt x="0" y="6367834"/>
                </a:lnTo>
                <a:lnTo>
                  <a:pt x="0" y="5560477"/>
                </a:lnTo>
                <a:lnTo>
                  <a:pt x="0" y="5440734"/>
                </a:lnTo>
                <a:lnTo>
                  <a:pt x="0" y="5286839"/>
                </a:lnTo>
                <a:lnTo>
                  <a:pt x="0" y="3942134"/>
                </a:lnTo>
                <a:lnTo>
                  <a:pt x="0" y="3934197"/>
                </a:lnTo>
                <a:lnTo>
                  <a:pt x="0" y="2978626"/>
                </a:lnTo>
                <a:lnTo>
                  <a:pt x="0" y="1772021"/>
                </a:lnTo>
                <a:lnTo>
                  <a:pt x="0" y="995734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100000">
                  <a:schemeClr val="accent2"/>
                </a:gs>
                <a:gs pos="1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AEC0FEE0-FFFF-FC07-EBB9-CDBB13040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016267" y="368300"/>
            <a:ext cx="3292930" cy="6645419"/>
          </a:xfrm>
          <a:custGeom>
            <a:avLst/>
            <a:gdLst>
              <a:gd name="connsiteX0" fmla="*/ 0 w 3292930"/>
              <a:gd name="connsiteY0" fmla="*/ 0 h 6645419"/>
              <a:gd name="connsiteX1" fmla="*/ 3292930 w 3292930"/>
              <a:gd name="connsiteY1" fmla="*/ 1633963 h 6645419"/>
              <a:gd name="connsiteX2" fmla="*/ 3292930 w 3292930"/>
              <a:gd name="connsiteY2" fmla="*/ 6645419 h 6645419"/>
              <a:gd name="connsiteX3" fmla="*/ 0 w 3292930"/>
              <a:gd name="connsiteY3" fmla="*/ 6645419 h 6645419"/>
              <a:gd name="connsiteX4" fmla="*/ 0 w 3292930"/>
              <a:gd name="connsiteY4" fmla="*/ 6482134 h 6645419"/>
              <a:gd name="connsiteX5" fmla="*/ 0 w 3292930"/>
              <a:gd name="connsiteY5" fmla="*/ 6367834 h 6645419"/>
              <a:gd name="connsiteX6" fmla="*/ 0 w 3292930"/>
              <a:gd name="connsiteY6" fmla="*/ 5560477 h 6645419"/>
              <a:gd name="connsiteX7" fmla="*/ 0 w 3292930"/>
              <a:gd name="connsiteY7" fmla="*/ 5440734 h 6645419"/>
              <a:gd name="connsiteX8" fmla="*/ 0 w 3292930"/>
              <a:gd name="connsiteY8" fmla="*/ 5286839 h 6645419"/>
              <a:gd name="connsiteX9" fmla="*/ 0 w 3292930"/>
              <a:gd name="connsiteY9" fmla="*/ 3942134 h 6645419"/>
              <a:gd name="connsiteX10" fmla="*/ 0 w 3292930"/>
              <a:gd name="connsiteY10" fmla="*/ 3934197 h 6645419"/>
              <a:gd name="connsiteX11" fmla="*/ 0 w 3292930"/>
              <a:gd name="connsiteY11" fmla="*/ 2978626 h 6645419"/>
              <a:gd name="connsiteX12" fmla="*/ 0 w 3292930"/>
              <a:gd name="connsiteY12" fmla="*/ 1772021 h 6645419"/>
              <a:gd name="connsiteX13" fmla="*/ 0 w 3292930"/>
              <a:gd name="connsiteY13" fmla="*/ 995734 h 6645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292930" h="6645419">
                <a:moveTo>
                  <a:pt x="0" y="0"/>
                </a:moveTo>
                <a:lnTo>
                  <a:pt x="3292930" y="1633963"/>
                </a:lnTo>
                <a:lnTo>
                  <a:pt x="3292930" y="6645419"/>
                </a:lnTo>
                <a:lnTo>
                  <a:pt x="0" y="6645419"/>
                </a:lnTo>
                <a:lnTo>
                  <a:pt x="0" y="6482134"/>
                </a:lnTo>
                <a:lnTo>
                  <a:pt x="0" y="6367834"/>
                </a:lnTo>
                <a:lnTo>
                  <a:pt x="0" y="5560477"/>
                </a:lnTo>
                <a:lnTo>
                  <a:pt x="0" y="5440734"/>
                </a:lnTo>
                <a:lnTo>
                  <a:pt x="0" y="5286839"/>
                </a:lnTo>
                <a:lnTo>
                  <a:pt x="0" y="3942134"/>
                </a:lnTo>
                <a:lnTo>
                  <a:pt x="0" y="3934197"/>
                </a:lnTo>
                <a:lnTo>
                  <a:pt x="0" y="2978626"/>
                </a:lnTo>
                <a:lnTo>
                  <a:pt x="0" y="1772021"/>
                </a:lnTo>
                <a:lnTo>
                  <a:pt x="0" y="995734"/>
                </a:lnTo>
                <a:close/>
              </a:path>
            </a:pathLst>
          </a:custGeom>
          <a:gradFill flip="none" rotWithShape="1">
            <a:gsLst>
              <a:gs pos="100000">
                <a:schemeClr val="accent2">
                  <a:alpha val="75000"/>
                </a:schemeClr>
              </a:gs>
              <a:gs pos="0">
                <a:schemeClr val="tx1">
                  <a:alpha val="10000"/>
                </a:schemeClr>
              </a:gs>
            </a:gsLst>
            <a:lin ang="6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t">
            <a:no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 sz="2000">
              <a:latin typeface="Verdana" panose="020B060403050404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F0715C5-C9DC-DB57-3B95-04D1AE8AE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828136" y="1143000"/>
            <a:ext cx="635184" cy="1928579"/>
          </a:xfrm>
          <a:custGeom>
            <a:avLst/>
            <a:gdLst>
              <a:gd name="connsiteX0" fmla="*/ 0 w 712819"/>
              <a:gd name="connsiteY0" fmla="*/ 0 h 2164300"/>
              <a:gd name="connsiteX1" fmla="*/ 712819 w 712819"/>
              <a:gd name="connsiteY1" fmla="*/ 353704 h 2164300"/>
              <a:gd name="connsiteX2" fmla="*/ 712819 w 712819"/>
              <a:gd name="connsiteY2" fmla="*/ 360048 h 2164300"/>
              <a:gd name="connsiteX3" fmla="*/ 712819 w 712819"/>
              <a:gd name="connsiteY3" fmla="*/ 897076 h 2164300"/>
              <a:gd name="connsiteX4" fmla="*/ 712819 w 712819"/>
              <a:gd name="connsiteY4" fmla="*/ 1620928 h 2164300"/>
              <a:gd name="connsiteX5" fmla="*/ 712819 w 712819"/>
              <a:gd name="connsiteY5" fmla="*/ 2157956 h 2164300"/>
              <a:gd name="connsiteX6" fmla="*/ 712819 w 712819"/>
              <a:gd name="connsiteY6" fmla="*/ 2164300 h 2164300"/>
              <a:gd name="connsiteX7" fmla="*/ 0 w 712819"/>
              <a:gd name="connsiteY7" fmla="*/ 1810596 h 2164300"/>
              <a:gd name="connsiteX8" fmla="*/ 0 w 712819"/>
              <a:gd name="connsiteY8" fmla="*/ 1804252 h 2164300"/>
              <a:gd name="connsiteX9" fmla="*/ 0 w 712819"/>
              <a:gd name="connsiteY9" fmla="*/ 1267224 h 2164300"/>
              <a:gd name="connsiteX10" fmla="*/ 0 w 712819"/>
              <a:gd name="connsiteY10" fmla="*/ 543372 h 2164300"/>
              <a:gd name="connsiteX11" fmla="*/ 0 w 712819"/>
              <a:gd name="connsiteY11" fmla="*/ 6344 h 216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12819" h="2164300">
                <a:moveTo>
                  <a:pt x="0" y="0"/>
                </a:moveTo>
                <a:lnTo>
                  <a:pt x="712819" y="353704"/>
                </a:lnTo>
                <a:lnTo>
                  <a:pt x="712819" y="360048"/>
                </a:lnTo>
                <a:lnTo>
                  <a:pt x="712819" y="897076"/>
                </a:lnTo>
                <a:lnTo>
                  <a:pt x="712819" y="1620928"/>
                </a:lnTo>
                <a:lnTo>
                  <a:pt x="712819" y="2157956"/>
                </a:lnTo>
                <a:lnTo>
                  <a:pt x="712819" y="2164300"/>
                </a:lnTo>
                <a:lnTo>
                  <a:pt x="0" y="1810596"/>
                </a:lnTo>
                <a:lnTo>
                  <a:pt x="0" y="1804252"/>
                </a:lnTo>
                <a:lnTo>
                  <a:pt x="0" y="1267224"/>
                </a:lnTo>
                <a:lnTo>
                  <a:pt x="0" y="543372"/>
                </a:lnTo>
                <a:lnTo>
                  <a:pt x="0" y="6344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FB502E4A-CB25-56F4-4122-BAB1DF3AED7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442200" y="355600"/>
            <a:ext cx="3540058" cy="6645419"/>
          </a:xfrm>
          <a:custGeom>
            <a:avLst/>
            <a:gdLst>
              <a:gd name="connsiteX0" fmla="*/ 0 w 3540058"/>
              <a:gd name="connsiteY0" fmla="*/ 0 h 6645419"/>
              <a:gd name="connsiteX1" fmla="*/ 3540058 w 3540058"/>
              <a:gd name="connsiteY1" fmla="*/ 1756589 h 6645419"/>
              <a:gd name="connsiteX2" fmla="*/ 3540058 w 3540058"/>
              <a:gd name="connsiteY2" fmla="*/ 6645419 h 6645419"/>
              <a:gd name="connsiteX3" fmla="*/ 0 w 3540058"/>
              <a:gd name="connsiteY3" fmla="*/ 6645419 h 6645419"/>
              <a:gd name="connsiteX4" fmla="*/ 0 w 3540058"/>
              <a:gd name="connsiteY4" fmla="*/ 6482134 h 6645419"/>
              <a:gd name="connsiteX5" fmla="*/ 0 w 3540058"/>
              <a:gd name="connsiteY5" fmla="*/ 6367834 h 6645419"/>
              <a:gd name="connsiteX6" fmla="*/ 0 w 3540058"/>
              <a:gd name="connsiteY6" fmla="*/ 5560477 h 6645419"/>
              <a:gd name="connsiteX7" fmla="*/ 0 w 3540058"/>
              <a:gd name="connsiteY7" fmla="*/ 5440734 h 6645419"/>
              <a:gd name="connsiteX8" fmla="*/ 0 w 3540058"/>
              <a:gd name="connsiteY8" fmla="*/ 5286839 h 6645419"/>
              <a:gd name="connsiteX9" fmla="*/ 0 w 3540058"/>
              <a:gd name="connsiteY9" fmla="*/ 3942134 h 6645419"/>
              <a:gd name="connsiteX10" fmla="*/ 0 w 3540058"/>
              <a:gd name="connsiteY10" fmla="*/ 3934197 h 6645419"/>
              <a:gd name="connsiteX11" fmla="*/ 0 w 3540058"/>
              <a:gd name="connsiteY11" fmla="*/ 2978626 h 6645419"/>
              <a:gd name="connsiteX12" fmla="*/ 0 w 3540058"/>
              <a:gd name="connsiteY12" fmla="*/ 1772021 h 6645419"/>
              <a:gd name="connsiteX13" fmla="*/ 0 w 3540058"/>
              <a:gd name="connsiteY13" fmla="*/ 995734 h 6645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540058" h="6645419">
                <a:moveTo>
                  <a:pt x="0" y="0"/>
                </a:moveTo>
                <a:lnTo>
                  <a:pt x="3540058" y="1756589"/>
                </a:lnTo>
                <a:lnTo>
                  <a:pt x="3540058" y="6645419"/>
                </a:lnTo>
                <a:lnTo>
                  <a:pt x="0" y="6645419"/>
                </a:lnTo>
                <a:lnTo>
                  <a:pt x="0" y="6482134"/>
                </a:lnTo>
                <a:lnTo>
                  <a:pt x="0" y="6367834"/>
                </a:lnTo>
                <a:lnTo>
                  <a:pt x="0" y="5560477"/>
                </a:lnTo>
                <a:lnTo>
                  <a:pt x="0" y="5440734"/>
                </a:lnTo>
                <a:lnTo>
                  <a:pt x="0" y="5286839"/>
                </a:lnTo>
                <a:lnTo>
                  <a:pt x="0" y="3942134"/>
                </a:lnTo>
                <a:lnTo>
                  <a:pt x="0" y="3934197"/>
                </a:lnTo>
                <a:lnTo>
                  <a:pt x="0" y="2978626"/>
                </a:lnTo>
                <a:lnTo>
                  <a:pt x="0" y="1772021"/>
                </a:lnTo>
                <a:lnTo>
                  <a:pt x="0" y="99573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360000" tIns="1764000" rIns="36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the icon to add an image. To scale or reposition the image in the frame, use the ‘Crop’ options in the ‘Picture Format’ tab. Right-click on image to add or edit alt text.</a:t>
            </a:r>
          </a:p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1CFF55A-1D5F-AAA6-4D3A-1DFCBBC26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821714" y="3222172"/>
            <a:ext cx="483977" cy="1654169"/>
          </a:xfrm>
          <a:custGeom>
            <a:avLst/>
            <a:gdLst>
              <a:gd name="connsiteX0" fmla="*/ 0 w 594266"/>
              <a:gd name="connsiteY0" fmla="*/ 0 h 2031124"/>
              <a:gd name="connsiteX1" fmla="*/ 594266 w 594266"/>
              <a:gd name="connsiteY1" fmla="*/ 294877 h 2031124"/>
              <a:gd name="connsiteX2" fmla="*/ 594266 w 594266"/>
              <a:gd name="connsiteY2" fmla="*/ 526950 h 2031124"/>
              <a:gd name="connsiteX3" fmla="*/ 594266 w 594266"/>
              <a:gd name="connsiteY3" fmla="*/ 747877 h 2031124"/>
              <a:gd name="connsiteX4" fmla="*/ 594266 w 594266"/>
              <a:gd name="connsiteY4" fmla="*/ 1578124 h 2031124"/>
              <a:gd name="connsiteX5" fmla="*/ 594266 w 594266"/>
              <a:gd name="connsiteY5" fmla="*/ 1799051 h 2031124"/>
              <a:gd name="connsiteX6" fmla="*/ 594266 w 594266"/>
              <a:gd name="connsiteY6" fmla="*/ 2031124 h 2031124"/>
              <a:gd name="connsiteX7" fmla="*/ 0 w 594266"/>
              <a:gd name="connsiteY7" fmla="*/ 1736247 h 2031124"/>
              <a:gd name="connsiteX8" fmla="*/ 0 w 594266"/>
              <a:gd name="connsiteY8" fmla="*/ 1504174 h 2031124"/>
              <a:gd name="connsiteX9" fmla="*/ 0 w 594266"/>
              <a:gd name="connsiteY9" fmla="*/ 1283247 h 2031124"/>
              <a:gd name="connsiteX10" fmla="*/ 0 w 594266"/>
              <a:gd name="connsiteY10" fmla="*/ 453000 h 2031124"/>
              <a:gd name="connsiteX11" fmla="*/ 0 w 594266"/>
              <a:gd name="connsiteY11" fmla="*/ 232073 h 2031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94266" h="2031124">
                <a:moveTo>
                  <a:pt x="0" y="0"/>
                </a:moveTo>
                <a:lnTo>
                  <a:pt x="594266" y="294877"/>
                </a:lnTo>
                <a:lnTo>
                  <a:pt x="594266" y="526950"/>
                </a:lnTo>
                <a:lnTo>
                  <a:pt x="594266" y="747877"/>
                </a:lnTo>
                <a:lnTo>
                  <a:pt x="594266" y="1578124"/>
                </a:lnTo>
                <a:lnTo>
                  <a:pt x="594266" y="1799051"/>
                </a:lnTo>
                <a:lnTo>
                  <a:pt x="594266" y="2031124"/>
                </a:lnTo>
                <a:lnTo>
                  <a:pt x="0" y="1736247"/>
                </a:lnTo>
                <a:lnTo>
                  <a:pt x="0" y="1504174"/>
                </a:lnTo>
                <a:lnTo>
                  <a:pt x="0" y="1283247"/>
                </a:lnTo>
                <a:lnTo>
                  <a:pt x="0" y="453000"/>
                </a:lnTo>
                <a:lnTo>
                  <a:pt x="0" y="232073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9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31561E-FFE1-F9A5-FBF8-E494B0436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145728" y="4127662"/>
            <a:ext cx="622300" cy="2146138"/>
          </a:xfrm>
          <a:custGeom>
            <a:avLst/>
            <a:gdLst>
              <a:gd name="connsiteX0" fmla="*/ 0 w 622300"/>
              <a:gd name="connsiteY0" fmla="*/ 0 h 2146138"/>
              <a:gd name="connsiteX1" fmla="*/ 622300 w 622300"/>
              <a:gd name="connsiteY1" fmla="*/ 308788 h 2146138"/>
              <a:gd name="connsiteX2" fmla="*/ 622300 w 622300"/>
              <a:gd name="connsiteY2" fmla="*/ 423088 h 2146138"/>
              <a:gd name="connsiteX3" fmla="*/ 622300 w 622300"/>
              <a:gd name="connsiteY3" fmla="*/ 524688 h 2146138"/>
              <a:gd name="connsiteX4" fmla="*/ 622300 w 622300"/>
              <a:gd name="connsiteY4" fmla="*/ 545838 h 2146138"/>
              <a:gd name="connsiteX5" fmla="*/ 622300 w 622300"/>
              <a:gd name="connsiteY5" fmla="*/ 647438 h 2146138"/>
              <a:gd name="connsiteX6" fmla="*/ 622300 w 622300"/>
              <a:gd name="connsiteY6" fmla="*/ 750208 h 2146138"/>
              <a:gd name="connsiteX7" fmla="*/ 622300 w 622300"/>
              <a:gd name="connsiteY7" fmla="*/ 761738 h 2146138"/>
              <a:gd name="connsiteX8" fmla="*/ 622300 w 622300"/>
              <a:gd name="connsiteY8" fmla="*/ 851808 h 2146138"/>
              <a:gd name="connsiteX9" fmla="*/ 622300 w 622300"/>
              <a:gd name="connsiteY9" fmla="*/ 863338 h 2146138"/>
              <a:gd name="connsiteX10" fmla="*/ 622300 w 622300"/>
              <a:gd name="connsiteY10" fmla="*/ 966108 h 2146138"/>
              <a:gd name="connsiteX11" fmla="*/ 622300 w 622300"/>
              <a:gd name="connsiteY11" fmla="*/ 1067708 h 2146138"/>
              <a:gd name="connsiteX12" fmla="*/ 622300 w 622300"/>
              <a:gd name="connsiteY12" fmla="*/ 1387218 h 2146138"/>
              <a:gd name="connsiteX13" fmla="*/ 622300 w 622300"/>
              <a:gd name="connsiteY13" fmla="*/ 1488818 h 2146138"/>
              <a:gd name="connsiteX14" fmla="*/ 622300 w 622300"/>
              <a:gd name="connsiteY14" fmla="*/ 1591588 h 2146138"/>
              <a:gd name="connsiteX15" fmla="*/ 622300 w 622300"/>
              <a:gd name="connsiteY15" fmla="*/ 1603118 h 2146138"/>
              <a:gd name="connsiteX16" fmla="*/ 622300 w 622300"/>
              <a:gd name="connsiteY16" fmla="*/ 1693188 h 2146138"/>
              <a:gd name="connsiteX17" fmla="*/ 622300 w 622300"/>
              <a:gd name="connsiteY17" fmla="*/ 1704718 h 2146138"/>
              <a:gd name="connsiteX18" fmla="*/ 622300 w 622300"/>
              <a:gd name="connsiteY18" fmla="*/ 1807488 h 2146138"/>
              <a:gd name="connsiteX19" fmla="*/ 622300 w 622300"/>
              <a:gd name="connsiteY19" fmla="*/ 1909088 h 2146138"/>
              <a:gd name="connsiteX20" fmla="*/ 622300 w 622300"/>
              <a:gd name="connsiteY20" fmla="*/ 1930238 h 2146138"/>
              <a:gd name="connsiteX21" fmla="*/ 622300 w 622300"/>
              <a:gd name="connsiteY21" fmla="*/ 2031838 h 2146138"/>
              <a:gd name="connsiteX22" fmla="*/ 622300 w 622300"/>
              <a:gd name="connsiteY22" fmla="*/ 2146138 h 2146138"/>
              <a:gd name="connsiteX23" fmla="*/ 0 w 622300"/>
              <a:gd name="connsiteY23" fmla="*/ 1837351 h 2146138"/>
              <a:gd name="connsiteX24" fmla="*/ 0 w 622300"/>
              <a:gd name="connsiteY24" fmla="*/ 1723051 h 2146138"/>
              <a:gd name="connsiteX25" fmla="*/ 0 w 622300"/>
              <a:gd name="connsiteY25" fmla="*/ 1621451 h 2146138"/>
              <a:gd name="connsiteX26" fmla="*/ 0 w 622300"/>
              <a:gd name="connsiteY26" fmla="*/ 1600300 h 2146138"/>
              <a:gd name="connsiteX27" fmla="*/ 0 w 622300"/>
              <a:gd name="connsiteY27" fmla="*/ 1498700 h 2146138"/>
              <a:gd name="connsiteX28" fmla="*/ 0 w 622300"/>
              <a:gd name="connsiteY28" fmla="*/ 1395930 h 2146138"/>
              <a:gd name="connsiteX29" fmla="*/ 0 w 622300"/>
              <a:gd name="connsiteY29" fmla="*/ 1384400 h 2146138"/>
              <a:gd name="connsiteX30" fmla="*/ 0 w 622300"/>
              <a:gd name="connsiteY30" fmla="*/ 1294330 h 2146138"/>
              <a:gd name="connsiteX31" fmla="*/ 0 w 622300"/>
              <a:gd name="connsiteY31" fmla="*/ 1282800 h 2146138"/>
              <a:gd name="connsiteX32" fmla="*/ 0 w 622300"/>
              <a:gd name="connsiteY32" fmla="*/ 1180030 h 2146138"/>
              <a:gd name="connsiteX33" fmla="*/ 0 w 622300"/>
              <a:gd name="connsiteY33" fmla="*/ 1078430 h 2146138"/>
              <a:gd name="connsiteX34" fmla="*/ 0 w 622300"/>
              <a:gd name="connsiteY34" fmla="*/ 758921 h 2146138"/>
              <a:gd name="connsiteX35" fmla="*/ 0 w 622300"/>
              <a:gd name="connsiteY35" fmla="*/ 657321 h 2146138"/>
              <a:gd name="connsiteX36" fmla="*/ 0 w 622300"/>
              <a:gd name="connsiteY36" fmla="*/ 554551 h 2146138"/>
              <a:gd name="connsiteX37" fmla="*/ 0 w 622300"/>
              <a:gd name="connsiteY37" fmla="*/ 543021 h 2146138"/>
              <a:gd name="connsiteX38" fmla="*/ 0 w 622300"/>
              <a:gd name="connsiteY38" fmla="*/ 452951 h 2146138"/>
              <a:gd name="connsiteX39" fmla="*/ 0 w 622300"/>
              <a:gd name="connsiteY39" fmla="*/ 441421 h 2146138"/>
              <a:gd name="connsiteX40" fmla="*/ 0 w 622300"/>
              <a:gd name="connsiteY40" fmla="*/ 338651 h 2146138"/>
              <a:gd name="connsiteX41" fmla="*/ 0 w 622300"/>
              <a:gd name="connsiteY41" fmla="*/ 237051 h 2146138"/>
              <a:gd name="connsiteX42" fmla="*/ 0 w 622300"/>
              <a:gd name="connsiteY42" fmla="*/ 215900 h 2146138"/>
              <a:gd name="connsiteX43" fmla="*/ 0 w 622300"/>
              <a:gd name="connsiteY43" fmla="*/ 114300 h 214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22300" h="2146138">
                <a:moveTo>
                  <a:pt x="0" y="0"/>
                </a:moveTo>
                <a:lnTo>
                  <a:pt x="622300" y="308788"/>
                </a:lnTo>
                <a:lnTo>
                  <a:pt x="622300" y="423088"/>
                </a:lnTo>
                <a:lnTo>
                  <a:pt x="622300" y="524688"/>
                </a:lnTo>
                <a:lnTo>
                  <a:pt x="622300" y="545838"/>
                </a:lnTo>
                <a:lnTo>
                  <a:pt x="622300" y="647438"/>
                </a:lnTo>
                <a:lnTo>
                  <a:pt x="622300" y="750208"/>
                </a:lnTo>
                <a:lnTo>
                  <a:pt x="622300" y="761738"/>
                </a:lnTo>
                <a:lnTo>
                  <a:pt x="622300" y="851808"/>
                </a:lnTo>
                <a:lnTo>
                  <a:pt x="622300" y="863338"/>
                </a:lnTo>
                <a:lnTo>
                  <a:pt x="622300" y="966108"/>
                </a:lnTo>
                <a:lnTo>
                  <a:pt x="622300" y="1067708"/>
                </a:lnTo>
                <a:lnTo>
                  <a:pt x="622300" y="1387218"/>
                </a:lnTo>
                <a:lnTo>
                  <a:pt x="622300" y="1488818"/>
                </a:lnTo>
                <a:lnTo>
                  <a:pt x="622300" y="1591588"/>
                </a:lnTo>
                <a:lnTo>
                  <a:pt x="622300" y="1603118"/>
                </a:lnTo>
                <a:lnTo>
                  <a:pt x="622300" y="1693188"/>
                </a:lnTo>
                <a:lnTo>
                  <a:pt x="622300" y="1704718"/>
                </a:lnTo>
                <a:lnTo>
                  <a:pt x="622300" y="1807488"/>
                </a:lnTo>
                <a:lnTo>
                  <a:pt x="622300" y="1909088"/>
                </a:lnTo>
                <a:lnTo>
                  <a:pt x="622300" y="1930238"/>
                </a:lnTo>
                <a:lnTo>
                  <a:pt x="622300" y="2031838"/>
                </a:lnTo>
                <a:lnTo>
                  <a:pt x="622300" y="2146138"/>
                </a:lnTo>
                <a:lnTo>
                  <a:pt x="0" y="1837351"/>
                </a:lnTo>
                <a:lnTo>
                  <a:pt x="0" y="1723051"/>
                </a:lnTo>
                <a:lnTo>
                  <a:pt x="0" y="1621451"/>
                </a:lnTo>
                <a:lnTo>
                  <a:pt x="0" y="1600300"/>
                </a:lnTo>
                <a:lnTo>
                  <a:pt x="0" y="1498700"/>
                </a:lnTo>
                <a:lnTo>
                  <a:pt x="0" y="1395930"/>
                </a:lnTo>
                <a:lnTo>
                  <a:pt x="0" y="1384400"/>
                </a:lnTo>
                <a:lnTo>
                  <a:pt x="0" y="1294330"/>
                </a:lnTo>
                <a:lnTo>
                  <a:pt x="0" y="1282800"/>
                </a:lnTo>
                <a:lnTo>
                  <a:pt x="0" y="1180030"/>
                </a:lnTo>
                <a:lnTo>
                  <a:pt x="0" y="1078430"/>
                </a:lnTo>
                <a:lnTo>
                  <a:pt x="0" y="758921"/>
                </a:lnTo>
                <a:lnTo>
                  <a:pt x="0" y="657321"/>
                </a:lnTo>
                <a:lnTo>
                  <a:pt x="0" y="554551"/>
                </a:lnTo>
                <a:lnTo>
                  <a:pt x="0" y="543021"/>
                </a:lnTo>
                <a:lnTo>
                  <a:pt x="0" y="452951"/>
                </a:lnTo>
                <a:lnTo>
                  <a:pt x="0" y="441421"/>
                </a:lnTo>
                <a:lnTo>
                  <a:pt x="0" y="338651"/>
                </a:lnTo>
                <a:lnTo>
                  <a:pt x="0" y="237051"/>
                </a:lnTo>
                <a:lnTo>
                  <a:pt x="0" y="215900"/>
                </a:lnTo>
                <a:lnTo>
                  <a:pt x="0" y="114300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lumMod val="94000"/>
                  <a:alpha val="89000"/>
                </a:srgbClr>
              </a:gs>
              <a:gs pos="100000">
                <a:srgbClr val="2F2A95">
                  <a:alpha val="90000"/>
                </a:srgbClr>
              </a:gs>
              <a:gs pos="62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2F2A95"/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vert="horz" wrap="square" lIns="0" tIns="0" rIns="0" bIns="0" rtlCol="0" anchor="ctr">
            <a:noAutofit/>
          </a:bodyPr>
          <a:lstStyle>
            <a:lvl1pPr>
              <a:defRPr kumimoji="0" lang="en-US" sz="100" b="0" i="0" u="none" strike="noStrike" kern="0" cap="none" spc="0" normalizeH="0" baseline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</a:defRPr>
            </a:lvl1pPr>
          </a:lstStyle>
          <a:p>
            <a:pPr marL="0"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r>
              <a:rPr lang="en-US"/>
              <a:t>cc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4BBAE49-6B14-65B6-CA87-EE5253B41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19612" y="1854200"/>
            <a:ext cx="633150" cy="2150136"/>
          </a:xfrm>
          <a:custGeom>
            <a:avLst/>
            <a:gdLst>
              <a:gd name="connsiteX0" fmla="*/ 0 w 633150"/>
              <a:gd name="connsiteY0" fmla="*/ 0 h 2150136"/>
              <a:gd name="connsiteX1" fmla="*/ 633150 w 633150"/>
              <a:gd name="connsiteY1" fmla="*/ 314171 h 2150136"/>
              <a:gd name="connsiteX2" fmla="*/ 633150 w 633150"/>
              <a:gd name="connsiteY2" fmla="*/ 513405 h 2150136"/>
              <a:gd name="connsiteX3" fmla="*/ 633150 w 633150"/>
              <a:gd name="connsiteY3" fmla="*/ 1950903 h 2150136"/>
              <a:gd name="connsiteX4" fmla="*/ 633150 w 633150"/>
              <a:gd name="connsiteY4" fmla="*/ 2150136 h 2150136"/>
              <a:gd name="connsiteX5" fmla="*/ 0 w 633150"/>
              <a:gd name="connsiteY5" fmla="*/ 1835965 h 2150136"/>
              <a:gd name="connsiteX6" fmla="*/ 0 w 633150"/>
              <a:gd name="connsiteY6" fmla="*/ 1636732 h 2150136"/>
              <a:gd name="connsiteX7" fmla="*/ 0 w 633150"/>
              <a:gd name="connsiteY7" fmla="*/ 199234 h 2150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3150" h="2150136">
                <a:moveTo>
                  <a:pt x="0" y="0"/>
                </a:moveTo>
                <a:lnTo>
                  <a:pt x="633150" y="314171"/>
                </a:lnTo>
                <a:lnTo>
                  <a:pt x="633150" y="513405"/>
                </a:lnTo>
                <a:lnTo>
                  <a:pt x="633150" y="1950903"/>
                </a:lnTo>
                <a:lnTo>
                  <a:pt x="633150" y="2150136"/>
                </a:lnTo>
                <a:lnTo>
                  <a:pt x="0" y="1835965"/>
                </a:lnTo>
                <a:lnTo>
                  <a:pt x="0" y="1636732"/>
                </a:lnTo>
                <a:lnTo>
                  <a:pt x="0" y="199234"/>
                </a:lnTo>
                <a:close/>
              </a:path>
            </a:pathLst>
          </a:custGeom>
          <a:gradFill flip="none" rotWithShape="1">
            <a:gsLst>
              <a:gs pos="0">
                <a:srgbClr val="C5B4E2">
                  <a:alpha val="72000"/>
                </a:srgbClr>
              </a:gs>
              <a:gs pos="100000">
                <a:srgbClr val="2F2A95">
                  <a:alpha val="8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/>
                </a:gs>
                <a:gs pos="99000">
                  <a:srgbClr val="C5B4E2">
                    <a:lumMod val="7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>
            <a:lvl1pPr>
              <a:buNone/>
              <a:defRPr kumimoji="0" lang="en-US" sz="100" b="0" i="0" u="none" strike="noStrike" kern="0" cap="none" spc="0" normalizeH="0" baseline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</a:defRPr>
            </a:lvl1pPr>
          </a:lstStyle>
          <a:p>
            <a:pPr marL="0"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r>
              <a:rPr lang="en-US"/>
              <a:t>……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BE344-8FC6-9C44-DD7D-8F78A4E6DE3B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EBB5DB-C28B-B116-6A61-282D5993E514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91CF3-F9AC-4E4E-03E4-43B31A583FD3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0266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33333E-6 0.03889 L -3.33333E-6 -3.7037E-6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8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8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75E-6 -0.03472 L -3.75E-6 1.85185E-6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1" grpId="1"/>
      <p:bldP spid="35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1"/>
      <p:bldP spid="100" grpId="0" animBg="1"/>
      <p:bldP spid="73" grpId="0" animBg="1"/>
      <p:bldP spid="12" grpId="0" animBg="1"/>
      <p:bldP spid="33" grpId="0" animBg="1"/>
      <p:bldP spid="19" grpId="0" animBg="1"/>
      <p:bldP spid="9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(Pictur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409CA-97B8-B0F8-3198-F6ABE6B576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2800" y="1524001"/>
            <a:ext cx="7023100" cy="2317750"/>
          </a:xfrm>
        </p:spPr>
        <p:txBody>
          <a:bodyPr bIns="144000" anchor="b">
            <a:normAutofit/>
          </a:bodyPr>
          <a:lstStyle>
            <a:lvl1pPr algn="l" rtl="0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Add Section Header, Use Font Size 36, Title Case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A54E0-8ABB-2A35-1DFF-800EF36C47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22800" y="3967163"/>
            <a:ext cx="7023100" cy="1222375"/>
          </a:xfrm>
        </p:spPr>
        <p:txBody>
          <a:bodyPr lIns="0" tIns="144000" rIns="0" bIns="0" anchor="t">
            <a:normAutofit/>
          </a:bodyPr>
          <a:lstStyle>
            <a:lvl1pPr marL="0" indent="0" algn="l" rtl="0">
              <a:buFont typeface="Verdana" panose="020B0604020202020204" pitchFamily="34" charset="0"/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 xml:space="preserve">Click to add subtitle, use font size 18, </a:t>
            </a:r>
            <a:br>
              <a:rPr lang="en-US"/>
            </a:br>
            <a:r>
              <a:rPr lang="en-US"/>
              <a:t>sentence case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043EA-06F3-E7C8-3619-A6B5E520E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2B5DD-602C-C09D-A527-58CEA0D22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1C035-E909-A298-5D24-F7F53BF6A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22" name="Graphic 10">
            <a:extLst>
              <a:ext uri="{FF2B5EF4-FFF2-40B4-BE49-F238E27FC236}">
                <a16:creationId xmlns:a16="http://schemas.microsoft.com/office/drawing/2014/main" id="{DBAE56D5-CD63-5D4E-B9FF-EAE8B58B7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75069" y="-1018931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3" name="Graphic 10">
            <a:extLst>
              <a:ext uri="{FF2B5EF4-FFF2-40B4-BE49-F238E27FC236}">
                <a16:creationId xmlns:a16="http://schemas.microsoft.com/office/drawing/2014/main" id="{6AC7A8BB-C756-3659-0DED-9270B362D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76725" y="-76842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4" name="Graphic 10">
            <a:extLst>
              <a:ext uri="{FF2B5EF4-FFF2-40B4-BE49-F238E27FC236}">
                <a16:creationId xmlns:a16="http://schemas.microsoft.com/office/drawing/2014/main" id="{FAC4647B-235D-5BF6-95EB-20961F668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8380" y="-517927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89613E9-BE82-93D5-8C3F-BB04E5F2A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7826" y="-17930"/>
            <a:ext cx="2784904" cy="6301255"/>
          </a:xfrm>
          <a:custGeom>
            <a:avLst/>
            <a:gdLst>
              <a:gd name="connsiteX0" fmla="*/ 0 w 2784904"/>
              <a:gd name="connsiteY0" fmla="*/ 0 h 6301255"/>
              <a:gd name="connsiteX1" fmla="*/ 2784904 w 2784904"/>
              <a:gd name="connsiteY1" fmla="*/ 0 h 6301255"/>
              <a:gd name="connsiteX2" fmla="*/ 2784904 w 2784904"/>
              <a:gd name="connsiteY2" fmla="*/ 14755 h 6301255"/>
              <a:gd name="connsiteX3" fmla="*/ 2784904 w 2784904"/>
              <a:gd name="connsiteY3" fmla="*/ 1456078 h 6301255"/>
              <a:gd name="connsiteX4" fmla="*/ 2784904 w 2784904"/>
              <a:gd name="connsiteY4" fmla="*/ 1470833 h 6301255"/>
              <a:gd name="connsiteX5" fmla="*/ 2784904 w 2784904"/>
              <a:gd name="connsiteY5" fmla="*/ 4830422 h 6301255"/>
              <a:gd name="connsiteX6" fmla="*/ 2784904 w 2784904"/>
              <a:gd name="connsiteY6" fmla="*/ 4845177 h 6301255"/>
              <a:gd name="connsiteX7" fmla="*/ 2784904 w 2784904"/>
              <a:gd name="connsiteY7" fmla="*/ 6286500 h 6301255"/>
              <a:gd name="connsiteX8" fmla="*/ 2784904 w 2784904"/>
              <a:gd name="connsiteY8" fmla="*/ 6301255 h 6301255"/>
              <a:gd name="connsiteX9" fmla="*/ 0 w 2784904"/>
              <a:gd name="connsiteY9" fmla="*/ 4954961 h 6301255"/>
              <a:gd name="connsiteX10" fmla="*/ 0 w 2784904"/>
              <a:gd name="connsiteY10" fmla="*/ 4940206 h 6301255"/>
              <a:gd name="connsiteX11" fmla="*/ 0 w 2784904"/>
              <a:gd name="connsiteY11" fmla="*/ 3498883 h 6301255"/>
              <a:gd name="connsiteX12" fmla="*/ 0 w 2784904"/>
              <a:gd name="connsiteY12" fmla="*/ 3484128 h 6301255"/>
              <a:gd name="connsiteX13" fmla="*/ 0 w 2784904"/>
              <a:gd name="connsiteY13" fmla="*/ 1470833 h 6301255"/>
              <a:gd name="connsiteX14" fmla="*/ 0 w 2784904"/>
              <a:gd name="connsiteY14" fmla="*/ 1456078 h 6301255"/>
              <a:gd name="connsiteX15" fmla="*/ 0 w 2784904"/>
              <a:gd name="connsiteY15" fmla="*/ 14755 h 6301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784904" h="6301255">
                <a:moveTo>
                  <a:pt x="0" y="0"/>
                </a:moveTo>
                <a:lnTo>
                  <a:pt x="2784904" y="0"/>
                </a:lnTo>
                <a:lnTo>
                  <a:pt x="2784904" y="14755"/>
                </a:lnTo>
                <a:lnTo>
                  <a:pt x="2784904" y="1456078"/>
                </a:lnTo>
                <a:lnTo>
                  <a:pt x="2784904" y="1470833"/>
                </a:lnTo>
                <a:lnTo>
                  <a:pt x="2784904" y="4830422"/>
                </a:lnTo>
                <a:lnTo>
                  <a:pt x="2784904" y="4845177"/>
                </a:lnTo>
                <a:lnTo>
                  <a:pt x="2784904" y="6286500"/>
                </a:lnTo>
                <a:lnTo>
                  <a:pt x="2784904" y="6301255"/>
                </a:lnTo>
                <a:lnTo>
                  <a:pt x="0" y="4954961"/>
                </a:lnTo>
                <a:lnTo>
                  <a:pt x="0" y="4940206"/>
                </a:lnTo>
                <a:lnTo>
                  <a:pt x="0" y="3498883"/>
                </a:lnTo>
                <a:lnTo>
                  <a:pt x="0" y="3484128"/>
                </a:lnTo>
                <a:lnTo>
                  <a:pt x="0" y="1470833"/>
                </a:lnTo>
                <a:lnTo>
                  <a:pt x="0" y="1456078"/>
                </a:lnTo>
                <a:lnTo>
                  <a:pt x="0" y="14755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78000">
                  <a:schemeClr val="accent2"/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5" name="Graphic 10">
            <a:extLst>
              <a:ext uri="{FF2B5EF4-FFF2-40B4-BE49-F238E27FC236}">
                <a16:creationId xmlns:a16="http://schemas.microsoft.com/office/drawing/2014/main" id="{AA74202D-78F9-8EDD-1816-7A87015B32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0035" y="-26742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8" name="Graphic 10">
            <a:extLst>
              <a:ext uri="{FF2B5EF4-FFF2-40B4-BE49-F238E27FC236}">
                <a16:creationId xmlns:a16="http://schemas.microsoft.com/office/drawing/2014/main" id="{819B3FE4-A0D7-39B8-6C46-FD8F8CA8B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690" y="-16922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0" name="Graphic 10">
            <a:extLst>
              <a:ext uri="{FF2B5EF4-FFF2-40B4-BE49-F238E27FC236}">
                <a16:creationId xmlns:a16="http://schemas.microsoft.com/office/drawing/2014/main" id="{B0E4605A-60DD-0717-8340-903B3B051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6654" y="233580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7" name="Graphic 10">
            <a:extLst>
              <a:ext uri="{FF2B5EF4-FFF2-40B4-BE49-F238E27FC236}">
                <a16:creationId xmlns:a16="http://schemas.microsoft.com/office/drawing/2014/main" id="{0F0174C8-989A-9DAA-C065-74AF69F84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73414" y="-1269433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8" name="Graphic 10">
            <a:extLst>
              <a:ext uri="{FF2B5EF4-FFF2-40B4-BE49-F238E27FC236}">
                <a16:creationId xmlns:a16="http://schemas.microsoft.com/office/drawing/2014/main" id="{FAB7FE08-4371-D71D-431F-C2783877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771759" y="-151993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9" name="Graphic 10">
            <a:extLst>
              <a:ext uri="{FF2B5EF4-FFF2-40B4-BE49-F238E27FC236}">
                <a16:creationId xmlns:a16="http://schemas.microsoft.com/office/drawing/2014/main" id="{2C1734BA-229D-CE09-3CAF-96446789B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0104" y="-1770438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6" name="Graphic 10">
            <a:extLst>
              <a:ext uri="{FF2B5EF4-FFF2-40B4-BE49-F238E27FC236}">
                <a16:creationId xmlns:a16="http://schemas.microsoft.com/office/drawing/2014/main" id="{FEF74314-4F88-482A-AF57-3CAD0BE44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14999" y="48407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21" name="Graphic 10">
            <a:extLst>
              <a:ext uri="{FF2B5EF4-FFF2-40B4-BE49-F238E27FC236}">
                <a16:creationId xmlns:a16="http://schemas.microsoft.com/office/drawing/2014/main" id="{9B3E001F-87BE-4DA6-FD38-52A968A71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813301" y="746805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6" name="Graphic 10">
            <a:extLst>
              <a:ext uri="{FF2B5EF4-FFF2-40B4-BE49-F238E27FC236}">
                <a16:creationId xmlns:a16="http://schemas.microsoft.com/office/drawing/2014/main" id="{2340242A-9028-BDF2-B234-CEFF28701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62333" y="-203428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0" name="Graphic 10">
            <a:extLst>
              <a:ext uri="{FF2B5EF4-FFF2-40B4-BE49-F238E27FC236}">
                <a16:creationId xmlns:a16="http://schemas.microsoft.com/office/drawing/2014/main" id="{E44E955E-7612-E8F0-3B5D-365C947191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57620" y="-2291461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1" name="Graphic 10">
            <a:extLst>
              <a:ext uri="{FF2B5EF4-FFF2-40B4-BE49-F238E27FC236}">
                <a16:creationId xmlns:a16="http://schemas.microsoft.com/office/drawing/2014/main" id="{5D9C53CF-BDD4-B556-0C5D-03B8F8156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2907" y="-254863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F2DD8D5-232D-2D37-C219-11B51A3B0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7741" y="0"/>
            <a:ext cx="3052740" cy="6286500"/>
          </a:xfrm>
          <a:custGeom>
            <a:avLst/>
            <a:gdLst>
              <a:gd name="connsiteX0" fmla="*/ 0 w 3052740"/>
              <a:gd name="connsiteY0" fmla="*/ 0 h 6286500"/>
              <a:gd name="connsiteX1" fmla="*/ 3052740 w 3052740"/>
              <a:gd name="connsiteY1" fmla="*/ 0 h 6286500"/>
              <a:gd name="connsiteX2" fmla="*/ 3052740 w 3052740"/>
              <a:gd name="connsiteY2" fmla="*/ 1456078 h 6286500"/>
              <a:gd name="connsiteX3" fmla="*/ 3052740 w 3052740"/>
              <a:gd name="connsiteY3" fmla="*/ 4830422 h 6286500"/>
              <a:gd name="connsiteX4" fmla="*/ 3052740 w 3052740"/>
              <a:gd name="connsiteY4" fmla="*/ 6286500 h 6286500"/>
              <a:gd name="connsiteX5" fmla="*/ 0 w 3052740"/>
              <a:gd name="connsiteY5" fmla="*/ 4810727 h 6286500"/>
              <a:gd name="connsiteX6" fmla="*/ 0 w 3052740"/>
              <a:gd name="connsiteY6" fmla="*/ 3354649 h 6286500"/>
              <a:gd name="connsiteX7" fmla="*/ 0 w 3052740"/>
              <a:gd name="connsiteY7" fmla="*/ 1456078 h 628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52740" h="6286500">
                <a:moveTo>
                  <a:pt x="0" y="0"/>
                </a:moveTo>
                <a:lnTo>
                  <a:pt x="3052740" y="0"/>
                </a:lnTo>
                <a:lnTo>
                  <a:pt x="3052740" y="1456078"/>
                </a:lnTo>
                <a:lnTo>
                  <a:pt x="3052740" y="4830422"/>
                </a:lnTo>
                <a:lnTo>
                  <a:pt x="3052740" y="6286500"/>
                </a:lnTo>
                <a:lnTo>
                  <a:pt x="0" y="4810727"/>
                </a:lnTo>
                <a:lnTo>
                  <a:pt x="0" y="3354649"/>
                </a:lnTo>
                <a:lnTo>
                  <a:pt x="0" y="1456078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75000"/>
                </a:schemeClr>
              </a:gs>
              <a:gs pos="100000">
                <a:schemeClr val="tx1">
                  <a:alpha val="10000"/>
                </a:schemeClr>
              </a:gs>
            </a:gsLst>
            <a:lin ang="6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90000" bIns="90000" rtlCol="0" anchor="t">
            <a:noAutofit/>
          </a:bodyPr>
          <a:lstStyle/>
          <a:p>
            <a:pPr lvl="0" rtl="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 sz="20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129" name="Picture Placeholder 128">
            <a:extLst>
              <a:ext uri="{FF2B5EF4-FFF2-40B4-BE49-F238E27FC236}">
                <a16:creationId xmlns:a16="http://schemas.microsoft.com/office/drawing/2014/main" id="{88690719-AF8F-23FF-0686-C12A1BF1A4E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36741" y="0"/>
            <a:ext cx="3323874" cy="6286500"/>
          </a:xfrm>
          <a:custGeom>
            <a:avLst/>
            <a:gdLst>
              <a:gd name="connsiteX0" fmla="*/ 0 w 3323874"/>
              <a:gd name="connsiteY0" fmla="*/ 0 h 6286500"/>
              <a:gd name="connsiteX1" fmla="*/ 3323874 w 3323874"/>
              <a:gd name="connsiteY1" fmla="*/ 0 h 6286500"/>
              <a:gd name="connsiteX2" fmla="*/ 3323874 w 3323874"/>
              <a:gd name="connsiteY2" fmla="*/ 1456078 h 6286500"/>
              <a:gd name="connsiteX3" fmla="*/ 3323874 w 3323874"/>
              <a:gd name="connsiteY3" fmla="*/ 4830422 h 6286500"/>
              <a:gd name="connsiteX4" fmla="*/ 3323874 w 3323874"/>
              <a:gd name="connsiteY4" fmla="*/ 6286500 h 6286500"/>
              <a:gd name="connsiteX5" fmla="*/ 0 w 3323874"/>
              <a:gd name="connsiteY5" fmla="*/ 4679655 h 6286500"/>
              <a:gd name="connsiteX6" fmla="*/ 0 w 3323874"/>
              <a:gd name="connsiteY6" fmla="*/ 3223577 h 6286500"/>
              <a:gd name="connsiteX7" fmla="*/ 0 w 3323874"/>
              <a:gd name="connsiteY7" fmla="*/ 1456078 h 628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23874" h="6286500">
                <a:moveTo>
                  <a:pt x="0" y="0"/>
                </a:moveTo>
                <a:lnTo>
                  <a:pt x="3323874" y="0"/>
                </a:lnTo>
                <a:lnTo>
                  <a:pt x="3323874" y="1456078"/>
                </a:lnTo>
                <a:lnTo>
                  <a:pt x="3323874" y="4830422"/>
                </a:lnTo>
                <a:lnTo>
                  <a:pt x="3323874" y="6286500"/>
                </a:lnTo>
                <a:lnTo>
                  <a:pt x="0" y="4679655"/>
                </a:lnTo>
                <a:lnTo>
                  <a:pt x="0" y="3223577"/>
                </a:lnTo>
                <a:lnTo>
                  <a:pt x="0" y="1456078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360000" tIns="1764000" rIns="360000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the icon to add an image. To scale or reposition the image in the frame, use the ‘Crop’ options in the ‘Picture Format’ tab. Right-click on image to add or edit alt text.</a:t>
            </a:r>
          </a:p>
          <a:p>
            <a:endParaRPr lang="en-US"/>
          </a:p>
        </p:txBody>
      </p:sp>
      <p:sp>
        <p:nvSpPr>
          <p:cNvPr id="94" name="Graphic 10">
            <a:extLst>
              <a:ext uri="{FF2B5EF4-FFF2-40B4-BE49-F238E27FC236}">
                <a16:creationId xmlns:a16="http://schemas.microsoft.com/office/drawing/2014/main" id="{37B0440A-8F5A-0E6B-1EA1-2A10CF4B3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15629" y="541066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5" name="Graphic 10">
            <a:extLst>
              <a:ext uri="{FF2B5EF4-FFF2-40B4-BE49-F238E27FC236}">
                <a16:creationId xmlns:a16="http://schemas.microsoft.com/office/drawing/2014/main" id="{10500C62-0236-970B-FA42-C008D33A5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17284" y="5661171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6" name="Graphic 10">
            <a:extLst>
              <a:ext uri="{FF2B5EF4-FFF2-40B4-BE49-F238E27FC236}">
                <a16:creationId xmlns:a16="http://schemas.microsoft.com/office/drawing/2014/main" id="{1A71913C-7FB4-10CE-ABE3-2331F31E8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18939" y="5911673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7" name="Graphic 10">
            <a:extLst>
              <a:ext uri="{FF2B5EF4-FFF2-40B4-BE49-F238E27FC236}">
                <a16:creationId xmlns:a16="http://schemas.microsoft.com/office/drawing/2014/main" id="{01F13630-1564-93B0-DE5F-1C42AECB7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20594" y="6162175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8" name="Graphic 10">
            <a:extLst>
              <a:ext uri="{FF2B5EF4-FFF2-40B4-BE49-F238E27FC236}">
                <a16:creationId xmlns:a16="http://schemas.microsoft.com/office/drawing/2014/main" id="{6B4DD9EE-616C-3ADC-61D2-8E07EDFBD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22250" y="6412677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9" name="Graphic 10">
            <a:extLst>
              <a:ext uri="{FF2B5EF4-FFF2-40B4-BE49-F238E27FC236}">
                <a16:creationId xmlns:a16="http://schemas.microsoft.com/office/drawing/2014/main" id="{3C24CB1B-A3A0-9E79-AF74-F660D8A3E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23905" y="6663179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00" name="Graphic 10">
            <a:extLst>
              <a:ext uri="{FF2B5EF4-FFF2-40B4-BE49-F238E27FC236}">
                <a16:creationId xmlns:a16="http://schemas.microsoft.com/office/drawing/2014/main" id="{A357B5C8-1A81-454A-50F3-BBBE2577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13973" y="5160166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01" name="Graphic 10">
            <a:extLst>
              <a:ext uri="{FF2B5EF4-FFF2-40B4-BE49-F238E27FC236}">
                <a16:creationId xmlns:a16="http://schemas.microsoft.com/office/drawing/2014/main" id="{CE249406-3872-BD78-8EB6-FC4DC6A9D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12318" y="490966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02" name="Graphic 10">
            <a:extLst>
              <a:ext uri="{FF2B5EF4-FFF2-40B4-BE49-F238E27FC236}">
                <a16:creationId xmlns:a16="http://schemas.microsoft.com/office/drawing/2014/main" id="{6F4F5ABE-9562-2A6F-18A5-C932EB869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810663" y="4659162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04" name="Graphic 10">
            <a:extLst>
              <a:ext uri="{FF2B5EF4-FFF2-40B4-BE49-F238E27FC236}">
                <a16:creationId xmlns:a16="http://schemas.microsoft.com/office/drawing/2014/main" id="{2C968F0D-B3F6-A00C-0887-C01C4B388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208965" y="4391504"/>
            <a:ext cx="796647" cy="2904236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83000">
                  <a:schemeClr val="tx2"/>
                </a:gs>
                <a:gs pos="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endParaRPr kumimoji="0" lang="en-US" sz="9457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24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4.07407E-6 L -0.03268 0.03819 " pathEditMode="relative" rAng="0" ptsTypes="AA">
                                      <p:cBhvr>
                                        <p:cTn id="48" dur="1500" spd="-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8" y="1898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93889E-18 -3.33333E-6 L -0.06536 0.07477 " pathEditMode="relative" rAng="0" ptsTypes="AA">
                                      <p:cBhvr>
                                        <p:cTn id="50" dur="15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68" y="3727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7.40741E-7 L -0.09804 0.11134 " pathEditMode="relative" rAng="0" ptsTypes="AA">
                                      <p:cBhvr>
                                        <p:cTn id="52" dur="1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09" y="5556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4.81481E-6 L -0.13072 0.14791 " pathEditMode="relative" rAng="0" ptsTypes="AA">
                                      <p:cBhvr>
                                        <p:cTn id="54" dur="15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36" y="7384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1.11111E-6 L -0.16341 0.18449 " pathEditMode="relative" rAng="0" ptsTypes="AA">
                                      <p:cBhvr>
                                        <p:cTn id="56" dur="15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77" y="9213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2.96296E-6 L -0.19609 0.22083 " pathEditMode="relative" rAng="0" ptsTypes="AA">
                                      <p:cBhvr>
                                        <p:cTn id="58" dur="1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05" y="11042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4.44444E-6 L -0.22864 0.25741 " pathEditMode="relative" rAng="0" ptsTypes="AA">
                                      <p:cBhvr>
                                        <p:cTn id="60" dur="15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432" y="12870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3.7037E-7 L -0.26132 0.29398 " pathEditMode="relative" rAng="0" ptsTypes="AA">
                                      <p:cBhvr>
                                        <p:cTn id="62" dur="15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73" y="14699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2.22222E-6 L -0.29401 0.33055 " pathEditMode="relative" rAng="0" ptsTypes="AA">
                                      <p:cBhvr>
                                        <p:cTn id="64" dur="150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01" y="16528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64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7037E-6 L -0.32669 0.36713 " pathEditMode="relative" rAng="0" ptsTypes="AA">
                                      <p:cBhvr>
                                        <p:cTn id="66" dur="15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341" y="18356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64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2.22222E-6 L -0.35885 0.40555 " pathEditMode="relative" rAng="0" ptsTypes="AA">
                                      <p:cBhvr>
                                        <p:cTn id="68" dur="1500" spd="-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943" y="20278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64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22222E-6 L -0.39127 0.44305 " pathEditMode="relative" rAng="0" ptsTypes="AA">
                                      <p:cBhvr>
                                        <p:cTn id="70" dur="15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70" y="22153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64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2.22222E-6 L -0.42369 0.48055 " pathEditMode="relative" rAng="0" ptsTypes="AA">
                                      <p:cBhvr>
                                        <p:cTn id="72" dur="150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85" y="24028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2" presetClass="path" presetSubtype="0" decel="10000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2.5E-6 0.03889 L 2.5E-6 -3.7037E-6 " pathEditMode="relative" rAng="0" ptsTypes="AA">
                                      <p:cBhvr>
                                        <p:cTn id="7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path" presetSubtype="0" decel="10000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2.5E-6 -0.03472 L 2.5E-6 -2.59259E-6 " pathEditMode="relative" rAng="0" ptsTypes="AA">
                                      <p:cBhvr>
                                        <p:cTn id="8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3.95833E-6 -3.33333E-6 L -0.03268 0.03658 " pathEditMode="relative" rAng="0" ptsTypes="AA">
                                      <p:cBhvr>
                                        <p:cTn id="111" dur="1500" spd="-100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41" y="1829"/>
                                    </p:animMotion>
                                  </p:childTnLst>
                                </p:cTn>
                              </p:par>
                              <p:par>
                                <p:cTn id="112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6.534532E-02 7.305287E-02 E" pathEditMode="relative" ptsTypes="">
                                      <p:cBhvr>
                                        <p:cTn id="113" dur="1500" spd="-100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9.801789E-02 0.1095798 E" pathEditMode="relative" ptsTypes="">
                                      <p:cBhvr>
                                        <p:cTn id="115" dur="1500" spd="-100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306905 0.1461069 E" pathEditMode="relative" ptsTypes="">
                                      <p:cBhvr>
                                        <p:cTn id="117" dur="1500" spd="-100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633632 0.1826338 E" pathEditMode="relative" ptsTypes="">
                                      <p:cBhvr>
                                        <p:cTn id="119" dur="1500" spd="-100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1960358 0.2191608 E" pathEditMode="relative" ptsTypes="">
                                      <p:cBhvr>
                                        <p:cTn id="121" dur="1500" spd="-100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2287084 0.2556879 E" pathEditMode="relative" ptsTypes="">
                                      <p:cBhvr>
                                        <p:cTn id="123" dur="1500" spd="-100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-0.2613811 0.2922149 E" pathEditMode="relative" ptsTypes="">
                                      <p:cBhvr>
                                        <p:cTn id="125" dur="1500" spd="-100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64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2.29167E-6 -2.22222E-6 L -0.29401 0.32871 " pathEditMode="relative" rAng="0" ptsTypes="AA">
                                      <p:cBhvr>
                                        <p:cTn id="127" dur="1500" spd="-100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01" y="16435"/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64" presetClass="path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58333E-6 -3.33333E-6 L -0.32669 0.36783 " pathEditMode="relative" rAng="0" ptsTypes="AA">
                                      <p:cBhvr>
                                        <p:cTn id="129" dur="1500" spd="-100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341" y="18380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2" presetClass="entr" presetSubtype="1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1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1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>
        <p:tmplLst>
          <p:tmpl>
            <p:tnLst>
              <p:par>
                <p:cTn presetID="10" presetClass="entr" presetSubtype="0" fill="hold" nodeType="withEffect">
                  <p:stCondLst>
                    <p:cond delay="1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1200"/>
                  </p:stCondLst>
                  <p:childTnLst>
                    <p:animMotion origin="layout" path="M 2.5E-6 -0.03472 L 2.5E-6 -2.59259E-6 " pathEditMode="relative" rAng="0" ptsTypes="AA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7" grpId="0" animBg="1"/>
      <p:bldP spid="25" grpId="0" animBg="1"/>
      <p:bldP spid="25" grpId="1" animBg="1"/>
      <p:bldP spid="28" grpId="0" animBg="1"/>
      <p:bldP spid="28" grpId="1" animBg="1"/>
      <p:bldP spid="30" grpId="0" animBg="1"/>
      <p:bldP spid="30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66" grpId="0" animBg="1"/>
      <p:bldP spid="66" grpId="1" animBg="1"/>
      <p:bldP spid="121" grpId="0" animBg="1"/>
      <p:bldP spid="36" grpId="0" animBg="1"/>
      <p:bldP spid="36" grpId="1" animBg="1"/>
      <p:bldP spid="40" grpId="0" animBg="1"/>
      <p:bldP spid="40" grpId="1" animBg="1"/>
      <p:bldP spid="41" grpId="0" animBg="1"/>
      <p:bldP spid="41" grpId="1" animBg="1"/>
      <p:bldP spid="33" grpId="0" animBg="1"/>
      <p:bldP spid="129" grpId="0" animBg="1"/>
      <p:bldP spid="94" grpId="0" animBg="1"/>
      <p:bldP spid="94" grpId="1" animBg="1"/>
      <p:bldP spid="95" grpId="0" animBg="1"/>
      <p:bldP spid="95" grpId="1" animBg="1"/>
      <p:bldP spid="96" grpId="0" animBg="1"/>
      <p:bldP spid="96" grpId="1" animBg="1"/>
      <p:bldP spid="97" grpId="0" animBg="1"/>
      <p:bldP spid="97" grpId="1" animBg="1"/>
      <p:bldP spid="98" grpId="0" animBg="1"/>
      <p:bldP spid="98" grpId="1" animBg="1"/>
      <p:bldP spid="99" grpId="0" animBg="1"/>
      <p:bldP spid="99" grpId="1" animBg="1"/>
      <p:bldP spid="100" grpId="0" animBg="1"/>
      <p:bldP spid="100" grpId="1" animBg="1"/>
      <p:bldP spid="101" grpId="0" animBg="1"/>
      <p:bldP spid="101" grpId="1" animBg="1"/>
      <p:bldP spid="102" grpId="0" animBg="1"/>
      <p:bldP spid="102" grpId="1" animBg="1"/>
      <p:bldP spid="104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73A600-7862-1261-A2A1-034E7EDC5F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4DE4F-C3BC-007D-EF1F-8A400A10CB2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GB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14/01/2026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C97045-F2C9-FC48-9295-31C1919A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3C0BA8C-A0A2-493C-9386-2300DE9AE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4FD8990E-4FA2-F603-EAB5-7E6A1B77BA5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CBD11F3-A53B-D639-35D7-4319E4A9D7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BFA86F74-A4FA-366C-0547-8046917C56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6100" y="2733964"/>
            <a:ext cx="4798014" cy="1390072"/>
          </a:xfrm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4400" b="1" i="0" baseline="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FontTx/>
              <a:buNone/>
              <a:defRPr sz="4400">
                <a:solidFill>
                  <a:schemeClr val="accent2"/>
                </a:solidFill>
                <a:latin typeface="+mj-lt"/>
              </a:defRPr>
            </a:lvl2pPr>
            <a:lvl3pPr marL="914400" indent="0" algn="ctr">
              <a:buFontTx/>
              <a:buNone/>
              <a:defRPr sz="4400">
                <a:solidFill>
                  <a:schemeClr val="accent2"/>
                </a:solidFill>
                <a:latin typeface="+mj-lt"/>
              </a:defRPr>
            </a:lvl3pPr>
            <a:lvl4pPr marL="1371600" indent="0" algn="ctr">
              <a:buFontTx/>
              <a:buNone/>
              <a:defRPr sz="4400">
                <a:solidFill>
                  <a:schemeClr val="accent2"/>
                </a:solidFill>
                <a:latin typeface="+mj-lt"/>
              </a:defRPr>
            </a:lvl4pPr>
            <a:lvl5pPr marL="1828800" indent="0" algn="ctr">
              <a:buFontTx/>
              <a:buNone/>
              <a:defRPr sz="4400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Agenda Title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D865F23-5DAD-7144-3906-23B0256A1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543898" y="4599753"/>
            <a:ext cx="668911" cy="1690987"/>
          </a:xfrm>
          <a:custGeom>
            <a:avLst/>
            <a:gdLst>
              <a:gd name="connsiteX0" fmla="*/ 0 w 1152358"/>
              <a:gd name="connsiteY0" fmla="*/ 0 h 2913134"/>
              <a:gd name="connsiteX1" fmla="*/ 1152358 w 1152358"/>
              <a:gd name="connsiteY1" fmla="*/ 571804 h 2913134"/>
              <a:gd name="connsiteX2" fmla="*/ 1152358 w 1152358"/>
              <a:gd name="connsiteY2" fmla="*/ 1450229 h 2913134"/>
              <a:gd name="connsiteX3" fmla="*/ 1152358 w 1152358"/>
              <a:gd name="connsiteY3" fmla="*/ 2913134 h 2913134"/>
              <a:gd name="connsiteX4" fmla="*/ 0 w 1152358"/>
              <a:gd name="connsiteY4" fmla="*/ 2341330 h 2913134"/>
              <a:gd name="connsiteX5" fmla="*/ 0 w 1152358"/>
              <a:gd name="connsiteY5" fmla="*/ 878425 h 291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2358" h="2913134">
                <a:moveTo>
                  <a:pt x="0" y="0"/>
                </a:moveTo>
                <a:lnTo>
                  <a:pt x="1152358" y="571804"/>
                </a:lnTo>
                <a:lnTo>
                  <a:pt x="1152358" y="1450229"/>
                </a:lnTo>
                <a:lnTo>
                  <a:pt x="1152358" y="2913134"/>
                </a:lnTo>
                <a:lnTo>
                  <a:pt x="0" y="2341330"/>
                </a:lnTo>
                <a:lnTo>
                  <a:pt x="0" y="878425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80000"/>
                  </a:schemeClr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4C9C2217-4CFC-25EC-DA63-8712F58F9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956527" y="3491486"/>
            <a:ext cx="684155" cy="2157777"/>
          </a:xfrm>
          <a:custGeom>
            <a:avLst/>
            <a:gdLst>
              <a:gd name="connsiteX0" fmla="*/ 0 w 794338"/>
              <a:gd name="connsiteY0" fmla="*/ 0 h 2505291"/>
              <a:gd name="connsiteX1" fmla="*/ 794338 w 794338"/>
              <a:gd name="connsiteY1" fmla="*/ 394153 h 2505291"/>
              <a:gd name="connsiteX2" fmla="*/ 794338 w 794338"/>
              <a:gd name="connsiteY2" fmla="*/ 2505291 h 2505291"/>
              <a:gd name="connsiteX3" fmla="*/ 0 w 794338"/>
              <a:gd name="connsiteY3" fmla="*/ 2111138 h 250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4338" h="2505291">
                <a:moveTo>
                  <a:pt x="0" y="0"/>
                </a:moveTo>
                <a:lnTo>
                  <a:pt x="794338" y="394153"/>
                </a:lnTo>
                <a:lnTo>
                  <a:pt x="794338" y="2505291"/>
                </a:lnTo>
                <a:lnTo>
                  <a:pt x="0" y="2111138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  <a:defRPr kumimoji="0" sz="1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0EDA2C1-FFE7-6894-FD8F-C50BF0AC7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819684" y="567262"/>
            <a:ext cx="668910" cy="1690987"/>
          </a:xfrm>
          <a:custGeom>
            <a:avLst/>
            <a:gdLst>
              <a:gd name="connsiteX0" fmla="*/ 0 w 1152358"/>
              <a:gd name="connsiteY0" fmla="*/ 0 h 2913134"/>
              <a:gd name="connsiteX1" fmla="*/ 1152358 w 1152358"/>
              <a:gd name="connsiteY1" fmla="*/ 571804 h 2913134"/>
              <a:gd name="connsiteX2" fmla="*/ 1152358 w 1152358"/>
              <a:gd name="connsiteY2" fmla="*/ 1450229 h 2913134"/>
              <a:gd name="connsiteX3" fmla="*/ 1152358 w 1152358"/>
              <a:gd name="connsiteY3" fmla="*/ 2913134 h 2913134"/>
              <a:gd name="connsiteX4" fmla="*/ 0 w 1152358"/>
              <a:gd name="connsiteY4" fmla="*/ 2341330 h 2913134"/>
              <a:gd name="connsiteX5" fmla="*/ 0 w 1152358"/>
              <a:gd name="connsiteY5" fmla="*/ 878425 h 291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2358" h="2913134">
                <a:moveTo>
                  <a:pt x="0" y="0"/>
                </a:moveTo>
                <a:lnTo>
                  <a:pt x="1152358" y="571804"/>
                </a:lnTo>
                <a:lnTo>
                  <a:pt x="1152358" y="1450229"/>
                </a:lnTo>
                <a:lnTo>
                  <a:pt x="1152358" y="2913134"/>
                </a:lnTo>
                <a:lnTo>
                  <a:pt x="0" y="2341330"/>
                </a:lnTo>
                <a:lnTo>
                  <a:pt x="0" y="878425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80000"/>
                  </a:schemeClr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103F671-8345-2357-3652-7FA124AF4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 flipH="1" flipV="1">
            <a:off x="391819" y="1208739"/>
            <a:ext cx="684153" cy="2157777"/>
          </a:xfrm>
          <a:custGeom>
            <a:avLst/>
            <a:gdLst>
              <a:gd name="connsiteX0" fmla="*/ 0 w 794338"/>
              <a:gd name="connsiteY0" fmla="*/ 0 h 2505291"/>
              <a:gd name="connsiteX1" fmla="*/ 794338 w 794338"/>
              <a:gd name="connsiteY1" fmla="*/ 394153 h 2505291"/>
              <a:gd name="connsiteX2" fmla="*/ 794338 w 794338"/>
              <a:gd name="connsiteY2" fmla="*/ 2505291 h 2505291"/>
              <a:gd name="connsiteX3" fmla="*/ 0 w 794338"/>
              <a:gd name="connsiteY3" fmla="*/ 2111138 h 250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4338" h="2505291">
                <a:moveTo>
                  <a:pt x="0" y="0"/>
                </a:moveTo>
                <a:lnTo>
                  <a:pt x="794338" y="394153"/>
                </a:lnTo>
                <a:lnTo>
                  <a:pt x="794338" y="2505291"/>
                </a:lnTo>
                <a:lnTo>
                  <a:pt x="0" y="2111138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  <a:defRPr kumimoji="0" sz="1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Verdana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C5D3CAD-A58F-85CC-5577-5156C96582E6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032500" y="1627188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46" name="Text Placeholder 37">
            <a:extLst>
              <a:ext uri="{FF2B5EF4-FFF2-40B4-BE49-F238E27FC236}">
                <a16:creationId xmlns:a16="http://schemas.microsoft.com/office/drawing/2014/main" id="{DFC5834E-A3BC-6828-034C-89FD765ACEDC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6032500" y="2424113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45" name="Text Placeholder 37">
            <a:extLst>
              <a:ext uri="{FF2B5EF4-FFF2-40B4-BE49-F238E27FC236}">
                <a16:creationId xmlns:a16="http://schemas.microsoft.com/office/drawing/2014/main" id="{3157F0C1-B6FC-72BD-CA5B-1311A3971CB6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032500" y="3221038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44" name="Text Placeholder 37">
            <a:extLst>
              <a:ext uri="{FF2B5EF4-FFF2-40B4-BE49-F238E27FC236}">
                <a16:creationId xmlns:a16="http://schemas.microsoft.com/office/drawing/2014/main" id="{0044BEAE-C33F-CB1A-53E6-A17672D6A308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6032500" y="4017963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43" name="Text Placeholder 37">
            <a:extLst>
              <a:ext uri="{FF2B5EF4-FFF2-40B4-BE49-F238E27FC236}">
                <a16:creationId xmlns:a16="http://schemas.microsoft.com/office/drawing/2014/main" id="{D7CE6FD3-B71D-C181-AF40-259A4DC70025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6032500" y="4814888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42" name="Text Placeholder 37">
            <a:extLst>
              <a:ext uri="{FF2B5EF4-FFF2-40B4-BE49-F238E27FC236}">
                <a16:creationId xmlns:a16="http://schemas.microsoft.com/office/drawing/2014/main" id="{810397D2-C488-84C8-3A6A-A910F6380379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6032500" y="5611813"/>
            <a:ext cx="622300" cy="587374"/>
          </a:xfrm>
          <a:ln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en-US" sz="3200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marL="0" lvl="0" algn="r">
              <a:buNone/>
            </a:pPr>
            <a:r>
              <a:rPr lang="en-US"/>
              <a:t>XX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0F5CE08-CCD2-5631-5E5C-0549366B7078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783614" y="1627188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F086F16D-D8C3-5108-DDA3-6DE3CF47DAD5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783614" y="2424113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733F1917-302D-A5BE-C1D5-B17CBA9FCB33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783614" y="3221038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B5DEE5E6-59FB-33F9-8980-0004276C0D4E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6783614" y="4017963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694A4538-3017-9257-1896-BB231AD719C6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6783614" y="4814888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0417A4EF-B02C-2531-83C9-9CB7F8FEC52E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783614" y="5611813"/>
            <a:ext cx="5408386" cy="587374"/>
          </a:xfrm>
          <a:noFill/>
        </p:spPr>
        <p:txBody>
          <a:bodyPr wrap="square" lIns="0" tIns="0" rIns="0" bIns="0" rtlCol="0" anchor="ctr">
            <a:normAutofit/>
          </a:bodyPr>
          <a:lstStyle>
            <a:lvl1pPr marL="0" indent="0" rtl="0">
              <a:buFontTx/>
              <a:buNone/>
              <a:defRPr lang="en-US" sz="2400" dirty="0" smtClean="0">
                <a:latin typeface="+mn-lt"/>
              </a:defRPr>
            </a:lvl1pPr>
            <a:lvl2pPr>
              <a:defRPr lang="en-US" dirty="0" smtClean="0">
                <a:latin typeface="+mn-lt"/>
              </a:defRPr>
            </a:lvl2pPr>
            <a:lvl3pPr>
              <a:defRPr lang="en-US" sz="1800" dirty="0" smtClean="0">
                <a:latin typeface="+mn-lt"/>
              </a:defRPr>
            </a:lvl3pPr>
            <a:lvl4pPr>
              <a:defRPr lang="en-US" sz="1800" dirty="0" smtClean="0">
                <a:latin typeface="+mn-lt"/>
              </a:defRPr>
            </a:lvl4pPr>
            <a:lvl5pPr>
              <a:defRPr lang="en-US" sz="1800" dirty="0">
                <a:latin typeface="+mn-lt"/>
              </a:defRPr>
            </a:lvl5pPr>
          </a:lstStyle>
          <a:p>
            <a:pPr marL="0" lvl="0"/>
            <a:r>
              <a:rPr lang="en-US"/>
              <a:t>Click to add agenda point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1A8D5C0A-62A1-A1BD-FC12-40AC23FD0347}"/>
              </a:ext>
            </a:extLst>
          </p:cNvPr>
          <p:cNvSpPr>
            <a:spLocks noGrp="1"/>
          </p:cNvSpPr>
          <p:nvPr userDrawn="1">
            <p:ph type="body" sz="quarter" idx="25"/>
          </p:nvPr>
        </p:nvSpPr>
        <p:spPr>
          <a:xfrm flipV="1">
            <a:off x="6026150" y="1524000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7">
            <a:extLst>
              <a:ext uri="{FF2B5EF4-FFF2-40B4-BE49-F238E27FC236}">
                <a16:creationId xmlns:a16="http://schemas.microsoft.com/office/drawing/2014/main" id="{4540FA9F-D2C3-C3B3-F06B-8A93911F161F}"/>
              </a:ext>
            </a:extLst>
          </p:cNvPr>
          <p:cNvSpPr>
            <a:spLocks noGrp="1"/>
          </p:cNvSpPr>
          <p:nvPr userDrawn="1">
            <p:ph type="body" sz="quarter" idx="26"/>
          </p:nvPr>
        </p:nvSpPr>
        <p:spPr>
          <a:xfrm flipV="1">
            <a:off x="6026150" y="2317396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7">
            <a:extLst>
              <a:ext uri="{FF2B5EF4-FFF2-40B4-BE49-F238E27FC236}">
                <a16:creationId xmlns:a16="http://schemas.microsoft.com/office/drawing/2014/main" id="{8BAB9388-6C79-0B3A-D970-FCD1B3755E4B}"/>
              </a:ext>
            </a:extLst>
          </p:cNvPr>
          <p:cNvSpPr>
            <a:spLocks noGrp="1"/>
          </p:cNvSpPr>
          <p:nvPr userDrawn="1">
            <p:ph type="body" sz="quarter" idx="27"/>
          </p:nvPr>
        </p:nvSpPr>
        <p:spPr>
          <a:xfrm flipV="1">
            <a:off x="6026150" y="3110792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47">
            <a:extLst>
              <a:ext uri="{FF2B5EF4-FFF2-40B4-BE49-F238E27FC236}">
                <a16:creationId xmlns:a16="http://schemas.microsoft.com/office/drawing/2014/main" id="{2CE680E7-AB02-36CD-457F-DFF340B368F7}"/>
              </a:ext>
            </a:extLst>
          </p:cNvPr>
          <p:cNvSpPr>
            <a:spLocks noGrp="1"/>
          </p:cNvSpPr>
          <p:nvPr userDrawn="1">
            <p:ph type="body" sz="quarter" idx="28"/>
          </p:nvPr>
        </p:nvSpPr>
        <p:spPr>
          <a:xfrm flipV="1">
            <a:off x="6026150" y="3904188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7">
            <a:extLst>
              <a:ext uri="{FF2B5EF4-FFF2-40B4-BE49-F238E27FC236}">
                <a16:creationId xmlns:a16="http://schemas.microsoft.com/office/drawing/2014/main" id="{B21F9694-65DC-62B0-9986-AF2F72BF4651}"/>
              </a:ext>
            </a:extLst>
          </p:cNvPr>
          <p:cNvSpPr>
            <a:spLocks noGrp="1"/>
          </p:cNvSpPr>
          <p:nvPr userDrawn="1">
            <p:ph type="body" sz="quarter" idx="29"/>
          </p:nvPr>
        </p:nvSpPr>
        <p:spPr>
          <a:xfrm flipV="1">
            <a:off x="6026150" y="4697584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47">
            <a:extLst>
              <a:ext uri="{FF2B5EF4-FFF2-40B4-BE49-F238E27FC236}">
                <a16:creationId xmlns:a16="http://schemas.microsoft.com/office/drawing/2014/main" id="{0C916E77-D393-A9D7-F66A-3C30D0A6F66B}"/>
              </a:ext>
            </a:extLst>
          </p:cNvPr>
          <p:cNvSpPr>
            <a:spLocks noGrp="1"/>
          </p:cNvSpPr>
          <p:nvPr userDrawn="1">
            <p:ph type="body" sz="quarter" idx="30"/>
          </p:nvPr>
        </p:nvSpPr>
        <p:spPr>
          <a:xfrm flipV="1">
            <a:off x="6026150" y="5490980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E2208320-8DC6-96C5-E060-B21A416A640C}"/>
              </a:ext>
            </a:extLst>
          </p:cNvPr>
          <p:cNvSpPr>
            <a:spLocks noGrp="1"/>
          </p:cNvSpPr>
          <p:nvPr userDrawn="1">
            <p:ph type="body" sz="quarter" idx="31"/>
          </p:nvPr>
        </p:nvSpPr>
        <p:spPr>
          <a:xfrm flipV="1">
            <a:off x="6026150" y="6284375"/>
            <a:ext cx="6165850" cy="18000"/>
          </a:xfrm>
          <a:solidFill>
            <a:schemeClr val="accent2"/>
          </a:solidFill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>
                <a:solidFill>
                  <a:schemeClr val="tx1">
                    <a:alpha val="0"/>
                  </a:schemeClr>
                </a:solidFill>
              </a:defRPr>
            </a:lvl2pPr>
            <a:lvl3pPr>
              <a:defRPr>
                <a:solidFill>
                  <a:schemeClr val="tx1">
                    <a:alpha val="0"/>
                  </a:schemeClr>
                </a:solidFill>
              </a:defRPr>
            </a:lvl3pPr>
            <a:lvl4pPr>
              <a:defRPr>
                <a:solidFill>
                  <a:schemeClr val="tx1">
                    <a:alpha val="0"/>
                  </a:schemeClr>
                </a:solidFill>
              </a:defRPr>
            </a:lvl4pPr>
            <a:lvl5pPr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6594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1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1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2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2" presetClass="entr" presetSubtype="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path" presetSubtype="0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4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path" presetSubtype="0" decel="10000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2" presetClass="path" presetSubtype="0" decel="10000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2" presetClass="entr" presetSubtype="2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2" presetClass="path" presetSubtype="0" decel="10000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2" presetClass="path" presetSubtype="0" decel="10000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8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2" presetClass="entr" presetSubtype="2" decel="10000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8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9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2" presetClass="entr" presetSubtype="2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42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10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2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0.01719 -0.00023 L -1.25E-6 1.85185E-6 " pathEditMode="relative" rAng="0" ptsTypes="AA">
                                      <p:cBhvr>
                                        <p:cTn id="10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2" presetClass="entr" presetSubtype="2" decel="10000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0.03472 L 5.55112E-17 -1.85185E-6 " pathEditMode="relative" rAng="0" ptsTypes="AA">
                                      <p:cBhvr>
                                        <p:cTn id="117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38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1"/>
      <p:bldP spid="46" grpId="0">
        <p:tmplLst>
          <p:tmpl>
            <p:tnLst>
              <p:par>
                <p:cTn presetID="10" presetClass="entr" presetSubtype="0" fill="hold" nodeType="withEffect">
                  <p:stCondLst>
                    <p:cond delay="7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1"/>
      <p:bldP spid="45" grpId="0">
        <p:tmplLst>
          <p:tmpl>
            <p:tnLst>
              <p:par>
                <p:cTn presetID="10" presetClass="entr" presetSubtype="0" fill="hold" nodeType="withEffect">
                  <p:stCondLst>
                    <p:cond delay="9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1"/>
      <p:bldP spid="44" grpId="0">
        <p:tmplLst>
          <p:tmpl>
            <p:tnLst>
              <p:par>
                <p:cTn presetID="10" presetClass="entr" presetSubtype="0" fill="hold" nodeType="withEffect">
                  <p:stCondLst>
                    <p:cond delay="1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1"/>
      <p:bldP spid="43" grpId="0">
        <p:tmplLst>
          <p:tmpl>
            <p:tnLst>
              <p:par>
                <p:cTn presetID="10" presetClass="entr" presetSubtype="0" fill="hold" nodeType="withEffect">
                  <p:stCondLst>
                    <p:cond delay="1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1"/>
      <p:bldP spid="42" grpId="0">
        <p:tmplLst>
          <p:tmpl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1"/>
      <p:bldP spid="31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1"/>
      <p:bldP spid="32" grpId="0">
        <p:tmplLst>
          <p:tmpl>
            <p:tnLst>
              <p:par>
                <p:cTn presetID="10" presetClass="entr" presetSubtype="0" fill="hold" nodeType="withEffect">
                  <p:stCondLst>
                    <p:cond delay="7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1"/>
      <p:bldP spid="33" grpId="0">
        <p:tmplLst>
          <p:tmpl>
            <p:tnLst>
              <p:par>
                <p:cTn presetID="10" presetClass="entr" presetSubtype="0" fill="hold" nodeType="withEffect">
                  <p:stCondLst>
                    <p:cond delay="9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1"/>
      <p:bldP spid="34" grpId="0">
        <p:tmplLst>
          <p:tmpl>
            <p:tnLst>
              <p:par>
                <p:cTn presetID="10" presetClass="entr" presetSubtype="0" fill="hold" nodeType="withEffect">
                  <p:stCondLst>
                    <p:cond delay="1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1"/>
      <p:bldP spid="35" grpId="0">
        <p:tmplLst>
          <p:tmpl>
            <p:tnLst>
              <p:par>
                <p:cTn presetID="10" presetClass="entr" presetSubtype="0" fill="hold" nodeType="withEffect">
                  <p:stCondLst>
                    <p:cond delay="1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1"/>
      <p:bldP spid="36" grpId="0">
        <p:tmplLst>
          <p:tmpl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1"/>
      <p:bldP spid="48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7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0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9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1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2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7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6D5A5-FE3E-2160-684A-E6A98F62E9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vert="horz" lIns="0" tIns="176400" rIns="0" bIns="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Add Title, Use Font Size 28, Title Case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4D0CE95-89EC-95E6-2690-5F3F082724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6100" y="1143000"/>
            <a:ext cx="11099800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>
                <a:latin typeface="+mj-lt"/>
                <a:ea typeface="Verdana bold" panose="020B080403050404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subtitle, use font size 18, sentence case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322ED0-34DB-2CAB-894B-1E7907C3D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538976-C93B-4F0C-AE4A-3BD284E76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707CFC-F38E-4EE4-C6AD-B62650FA9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53B795D-038E-FCB0-E4CC-A4F00025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336108CD-1162-1B9F-1CBA-B4006E88F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0A7DE99E-5356-58A6-58BE-A8F3C57952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8526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A8432-F17A-0891-B39D-2FCAF031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tIns="176400" anchor="t" anchorCtr="0"/>
          <a:lstStyle/>
          <a:p>
            <a:r>
              <a:rPr lang="en-US"/>
              <a:t>Click to Add Title, Use Font Size 28, Title Case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08F7DFD-C55A-7C50-49C1-18FEBAA61E1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6100" y="1143000"/>
            <a:ext cx="11099799" cy="381001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>
                <a:latin typeface="+mj-lt"/>
                <a:ea typeface="Verdana bold" panose="020B080403050404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lvl="0" indent="0">
              <a:buFontTx/>
              <a:buNone/>
            </a:pPr>
            <a:r>
              <a:rPr lang="en-US"/>
              <a:t>Click to add subtitle, use font size 18, sentence case</a:t>
            </a: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5EB5D1D4-76C4-135C-702C-458E7E26FEC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46100" y="1649413"/>
            <a:ext cx="2679700" cy="4637087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 xml:space="preserve">Click to add content. If you’re pasting from another location, please right-click and </a:t>
            </a:r>
            <a:br>
              <a:rPr lang="en-US"/>
            </a:br>
            <a:r>
              <a:rPr lang="en-US"/>
              <a:t xml:space="preserve">select the ‘Keep </a:t>
            </a:r>
            <a:br>
              <a:rPr lang="en-US"/>
            </a:br>
            <a:r>
              <a:rPr lang="en-US"/>
              <a:t>Text Only’ option.</a:t>
            </a:r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0DC19C9A-F6D3-FF60-7DFA-8F060BA40F1D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3352800" y="1649413"/>
            <a:ext cx="2679700" cy="4637087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 xml:space="preserve">Click to add content. If you’re pasting from another location, please right-click and </a:t>
            </a:r>
            <a:br>
              <a:rPr lang="en-US"/>
            </a:br>
            <a:r>
              <a:rPr lang="en-US"/>
              <a:t xml:space="preserve">select the ‘Keep </a:t>
            </a:r>
            <a:br>
              <a:rPr lang="en-US"/>
            </a:br>
            <a:r>
              <a:rPr lang="en-US"/>
              <a:t>Text Only’ option.</a:t>
            </a:r>
          </a:p>
        </p:txBody>
      </p:sp>
      <p:sp>
        <p:nvSpPr>
          <p:cNvPr id="47" name="Content Placeholder 3">
            <a:extLst>
              <a:ext uri="{FF2B5EF4-FFF2-40B4-BE49-F238E27FC236}">
                <a16:creationId xmlns:a16="http://schemas.microsoft.com/office/drawing/2014/main" id="{CDA20B33-282D-E1A8-107F-F67672993C71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159500" y="1649413"/>
            <a:ext cx="2679700" cy="4637087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 xml:space="preserve">Click to add content. If you’re pasting from another location, please right-click and </a:t>
            </a:r>
            <a:br>
              <a:rPr lang="en-US"/>
            </a:br>
            <a:r>
              <a:rPr lang="en-US"/>
              <a:t xml:space="preserve">select the ‘Keep </a:t>
            </a:r>
            <a:br>
              <a:rPr lang="en-US"/>
            </a:br>
            <a:r>
              <a:rPr lang="en-US"/>
              <a:t>Text Only’ option.</a:t>
            </a:r>
          </a:p>
        </p:txBody>
      </p:sp>
      <p:sp>
        <p:nvSpPr>
          <p:cNvPr id="48" name="Content Placeholder 3">
            <a:extLst>
              <a:ext uri="{FF2B5EF4-FFF2-40B4-BE49-F238E27FC236}">
                <a16:creationId xmlns:a16="http://schemas.microsoft.com/office/drawing/2014/main" id="{53C791ED-08CF-B7DA-7F4A-53CB1BEB2BF7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966199" y="1649413"/>
            <a:ext cx="2679701" cy="4637087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 xml:space="preserve">Click to add content. If you’re pasting from another location, please right-click and </a:t>
            </a:r>
            <a:br>
              <a:rPr lang="en-US"/>
            </a:br>
            <a:r>
              <a:rPr lang="en-US"/>
              <a:t xml:space="preserve">select the ‘Keep </a:t>
            </a:r>
            <a:br>
              <a:rPr lang="en-US"/>
            </a:br>
            <a:r>
              <a:rPr lang="en-US"/>
              <a:t>Text Only’ option.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53B795D-038E-FCB0-E4CC-A4F00025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36108CD-1162-1B9F-1CBA-B4006E88F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A7DE99E-5356-58A6-58BE-A8F3C57952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2884DE-4818-51FE-42F0-5E3E0E26CC9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9F33CA-E4C6-74FC-102E-3E7170DCB4C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8984476-DB18-6EFC-CFFF-7DC3D02F44B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22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10410E3-2E05-8E15-231D-2E0A556225D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6100" y="1535054"/>
            <a:ext cx="5486400" cy="2306696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sz="2000" b="1" i="0" baseline="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  <a:latin typeface="+mj-lt"/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  <a:latin typeface="+mj-lt"/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  <a:latin typeface="+mj-lt"/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quote, use font size 20, sentence case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D9F86920-BC32-7706-32FF-8247600998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6100" y="3967163"/>
            <a:ext cx="5486400" cy="383864"/>
          </a:xfrm>
        </p:spPr>
        <p:txBody>
          <a:bodyPr lIns="0" rIns="0" bIns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Verdana" panose="020B0602030504020204" pitchFamily="34" charset="0"/>
              <a:buNone/>
              <a:defRPr sz="2000" b="1" i="0" baseline="0">
                <a:solidFill>
                  <a:schemeClr val="tx1"/>
                </a:solidFill>
                <a:latin typeface="+mj-lt"/>
              </a:defRPr>
            </a:lvl1pPr>
            <a:lvl2pPr>
              <a:defRPr/>
            </a:lvl2pPr>
          </a:lstStyle>
          <a:p>
            <a:pPr lvl="0"/>
            <a:r>
              <a:rPr lang="en-US"/>
              <a:t>Add name here, Use Font Size 20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EDF5267-6EC5-2B94-99C9-E08682F0328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6101" y="4477027"/>
            <a:ext cx="5486400" cy="180947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Add Job Title Here, Use Font Size 16, Title Case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264C483-C645-5E7F-EFF5-992777882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842666" y="3266987"/>
            <a:ext cx="1152358" cy="2913134"/>
          </a:xfrm>
          <a:custGeom>
            <a:avLst/>
            <a:gdLst>
              <a:gd name="connsiteX0" fmla="*/ 0 w 1152358"/>
              <a:gd name="connsiteY0" fmla="*/ 0 h 2913134"/>
              <a:gd name="connsiteX1" fmla="*/ 1152358 w 1152358"/>
              <a:gd name="connsiteY1" fmla="*/ 571804 h 2913134"/>
              <a:gd name="connsiteX2" fmla="*/ 1152358 w 1152358"/>
              <a:gd name="connsiteY2" fmla="*/ 1450229 h 2913134"/>
              <a:gd name="connsiteX3" fmla="*/ 1152358 w 1152358"/>
              <a:gd name="connsiteY3" fmla="*/ 2913134 h 2913134"/>
              <a:gd name="connsiteX4" fmla="*/ 0 w 1152358"/>
              <a:gd name="connsiteY4" fmla="*/ 2341330 h 2913134"/>
              <a:gd name="connsiteX5" fmla="*/ 0 w 1152358"/>
              <a:gd name="connsiteY5" fmla="*/ 878425 h 291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2358" h="2913134">
                <a:moveTo>
                  <a:pt x="0" y="0"/>
                </a:moveTo>
                <a:lnTo>
                  <a:pt x="1152358" y="571804"/>
                </a:lnTo>
                <a:lnTo>
                  <a:pt x="1152358" y="1450229"/>
                </a:lnTo>
                <a:lnTo>
                  <a:pt x="1152358" y="2913134"/>
                </a:lnTo>
                <a:lnTo>
                  <a:pt x="0" y="2341330"/>
                </a:lnTo>
                <a:lnTo>
                  <a:pt x="0" y="878425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80000"/>
                  </a:schemeClr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CEE7642-7909-D90B-8143-34DAC95C2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48618" y="1540541"/>
            <a:ext cx="792518" cy="2477701"/>
          </a:xfrm>
          <a:custGeom>
            <a:avLst/>
            <a:gdLst>
              <a:gd name="connsiteX0" fmla="*/ 0 w 792518"/>
              <a:gd name="connsiteY0" fmla="*/ 0 h 2477701"/>
              <a:gd name="connsiteX1" fmla="*/ 792518 w 792518"/>
              <a:gd name="connsiteY1" fmla="*/ 393250 h 2477701"/>
              <a:gd name="connsiteX2" fmla="*/ 792518 w 792518"/>
              <a:gd name="connsiteY2" fmla="*/ 2477701 h 2477701"/>
              <a:gd name="connsiteX3" fmla="*/ 0 w 792518"/>
              <a:gd name="connsiteY3" fmla="*/ 2084451 h 247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2518" h="2477701">
                <a:moveTo>
                  <a:pt x="0" y="0"/>
                </a:moveTo>
                <a:lnTo>
                  <a:pt x="792518" y="393250"/>
                </a:lnTo>
                <a:lnTo>
                  <a:pt x="792518" y="2477701"/>
                </a:lnTo>
                <a:lnTo>
                  <a:pt x="0" y="2084451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D96B6EE-7991-F35C-13AF-6C1E27A6C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489573" y="863906"/>
            <a:ext cx="1152358" cy="2913134"/>
          </a:xfrm>
          <a:custGeom>
            <a:avLst/>
            <a:gdLst>
              <a:gd name="connsiteX0" fmla="*/ 0 w 1152358"/>
              <a:gd name="connsiteY0" fmla="*/ 0 h 2913134"/>
              <a:gd name="connsiteX1" fmla="*/ 1152358 w 1152358"/>
              <a:gd name="connsiteY1" fmla="*/ 571804 h 2913134"/>
              <a:gd name="connsiteX2" fmla="*/ 1152358 w 1152358"/>
              <a:gd name="connsiteY2" fmla="*/ 1450229 h 2913134"/>
              <a:gd name="connsiteX3" fmla="*/ 1152358 w 1152358"/>
              <a:gd name="connsiteY3" fmla="*/ 2913134 h 2913134"/>
              <a:gd name="connsiteX4" fmla="*/ 0 w 1152358"/>
              <a:gd name="connsiteY4" fmla="*/ 2341330 h 2913134"/>
              <a:gd name="connsiteX5" fmla="*/ 0 w 1152358"/>
              <a:gd name="connsiteY5" fmla="*/ 878425 h 291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2358" h="2913134">
                <a:moveTo>
                  <a:pt x="0" y="0"/>
                </a:moveTo>
                <a:lnTo>
                  <a:pt x="1152358" y="571804"/>
                </a:lnTo>
                <a:lnTo>
                  <a:pt x="1152358" y="1450229"/>
                </a:lnTo>
                <a:lnTo>
                  <a:pt x="1152358" y="2913134"/>
                </a:lnTo>
                <a:lnTo>
                  <a:pt x="0" y="2341330"/>
                </a:lnTo>
                <a:lnTo>
                  <a:pt x="0" y="878425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80000"/>
                  </a:schemeClr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3B1E8CF-D9BE-4C10-89CD-694F1CB68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055203" y="1894579"/>
            <a:ext cx="594266" cy="2252051"/>
          </a:xfrm>
          <a:custGeom>
            <a:avLst/>
            <a:gdLst>
              <a:gd name="connsiteX0" fmla="*/ 0 w 594266"/>
              <a:gd name="connsiteY0" fmla="*/ 0 h 2252051"/>
              <a:gd name="connsiteX1" fmla="*/ 594266 w 594266"/>
              <a:gd name="connsiteY1" fmla="*/ 294877 h 2252051"/>
              <a:gd name="connsiteX2" fmla="*/ 594266 w 594266"/>
              <a:gd name="connsiteY2" fmla="*/ 747877 h 2252051"/>
              <a:gd name="connsiteX3" fmla="*/ 594266 w 594266"/>
              <a:gd name="connsiteY3" fmla="*/ 1799051 h 2252051"/>
              <a:gd name="connsiteX4" fmla="*/ 594266 w 594266"/>
              <a:gd name="connsiteY4" fmla="*/ 2252051 h 2252051"/>
              <a:gd name="connsiteX5" fmla="*/ 0 w 594266"/>
              <a:gd name="connsiteY5" fmla="*/ 1957174 h 2252051"/>
              <a:gd name="connsiteX6" fmla="*/ 0 w 594266"/>
              <a:gd name="connsiteY6" fmla="*/ 1504174 h 2252051"/>
              <a:gd name="connsiteX7" fmla="*/ 0 w 594266"/>
              <a:gd name="connsiteY7" fmla="*/ 453000 h 225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4266" h="2252051">
                <a:moveTo>
                  <a:pt x="0" y="0"/>
                </a:moveTo>
                <a:lnTo>
                  <a:pt x="594266" y="294877"/>
                </a:lnTo>
                <a:lnTo>
                  <a:pt x="594266" y="747877"/>
                </a:lnTo>
                <a:lnTo>
                  <a:pt x="594266" y="1799051"/>
                </a:lnTo>
                <a:lnTo>
                  <a:pt x="594266" y="2252051"/>
                </a:lnTo>
                <a:lnTo>
                  <a:pt x="0" y="1957174"/>
                </a:lnTo>
                <a:lnTo>
                  <a:pt x="0" y="1504174"/>
                </a:lnTo>
                <a:lnTo>
                  <a:pt x="0" y="453000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80000"/>
                  </a:schemeClr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1D382A5-D297-2172-10D7-B3211F5D2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566109" y="3282189"/>
            <a:ext cx="280587" cy="1063324"/>
          </a:xfrm>
          <a:custGeom>
            <a:avLst/>
            <a:gdLst>
              <a:gd name="connsiteX0" fmla="*/ 0 w 594266"/>
              <a:gd name="connsiteY0" fmla="*/ 0 h 2252051"/>
              <a:gd name="connsiteX1" fmla="*/ 594266 w 594266"/>
              <a:gd name="connsiteY1" fmla="*/ 294877 h 2252051"/>
              <a:gd name="connsiteX2" fmla="*/ 594266 w 594266"/>
              <a:gd name="connsiteY2" fmla="*/ 747877 h 2252051"/>
              <a:gd name="connsiteX3" fmla="*/ 594266 w 594266"/>
              <a:gd name="connsiteY3" fmla="*/ 1799051 h 2252051"/>
              <a:gd name="connsiteX4" fmla="*/ 594266 w 594266"/>
              <a:gd name="connsiteY4" fmla="*/ 2252051 h 2252051"/>
              <a:gd name="connsiteX5" fmla="*/ 0 w 594266"/>
              <a:gd name="connsiteY5" fmla="*/ 1957174 h 2252051"/>
              <a:gd name="connsiteX6" fmla="*/ 0 w 594266"/>
              <a:gd name="connsiteY6" fmla="*/ 1504174 h 2252051"/>
              <a:gd name="connsiteX7" fmla="*/ 0 w 594266"/>
              <a:gd name="connsiteY7" fmla="*/ 453000 h 225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4266" h="2252051">
                <a:moveTo>
                  <a:pt x="0" y="0"/>
                </a:moveTo>
                <a:lnTo>
                  <a:pt x="594266" y="294877"/>
                </a:lnTo>
                <a:lnTo>
                  <a:pt x="594266" y="747877"/>
                </a:lnTo>
                <a:lnTo>
                  <a:pt x="594266" y="1799051"/>
                </a:lnTo>
                <a:lnTo>
                  <a:pt x="594266" y="2252051"/>
                </a:lnTo>
                <a:lnTo>
                  <a:pt x="0" y="1957174"/>
                </a:lnTo>
                <a:lnTo>
                  <a:pt x="0" y="1504174"/>
                </a:lnTo>
                <a:lnTo>
                  <a:pt x="0" y="453000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80000"/>
                  </a:schemeClr>
                </a:gs>
                <a:gs pos="100000">
                  <a:schemeClr val="tx1">
                    <a:alpha val="17000"/>
                  </a:scheme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2F6D961-F6BB-6F53-6225-FC3F5E6FEE81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105039" y="1915436"/>
            <a:ext cx="3005021" cy="3027128"/>
          </a:xfrm>
          <a:prstGeom prst="ellipse">
            <a:avLst/>
          </a:prstGeom>
          <a:solidFill>
            <a:schemeClr val="bg2"/>
          </a:solidFill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lIns="108000" rIns="72000" anchor="ctr"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the icon to add an image. To scale or reposition the image in the frame, use the ‘Crop’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 xml:space="preserve"> options in the ‘Picture Format’ tab. Right-click on image to add or edit alt text.</a:t>
            </a:r>
          </a:p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D6EEFFD-7435-4311-196A-430BFF7DA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0863" y="387350"/>
            <a:ext cx="594266" cy="1470543"/>
          </a:xfrm>
          <a:custGeom>
            <a:avLst/>
            <a:gdLst>
              <a:gd name="connsiteX0" fmla="*/ 0 w 594266"/>
              <a:gd name="connsiteY0" fmla="*/ 0 h 1470543"/>
              <a:gd name="connsiteX1" fmla="*/ 594266 w 594266"/>
              <a:gd name="connsiteY1" fmla="*/ 294877 h 1470543"/>
              <a:gd name="connsiteX2" fmla="*/ 594266 w 594266"/>
              <a:gd name="connsiteY2" fmla="*/ 1470543 h 1470543"/>
              <a:gd name="connsiteX3" fmla="*/ 0 w 594266"/>
              <a:gd name="connsiteY3" fmla="*/ 1175666 h 147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266" h="1470543">
                <a:moveTo>
                  <a:pt x="0" y="0"/>
                </a:moveTo>
                <a:lnTo>
                  <a:pt x="594266" y="294877"/>
                </a:lnTo>
                <a:lnTo>
                  <a:pt x="594266" y="1470543"/>
                </a:lnTo>
                <a:lnTo>
                  <a:pt x="0" y="117566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25A9052-56DE-4C67-C703-CF3564650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12863" y="387350"/>
            <a:ext cx="594266" cy="1470543"/>
          </a:xfrm>
          <a:custGeom>
            <a:avLst/>
            <a:gdLst>
              <a:gd name="connsiteX0" fmla="*/ 0 w 594266"/>
              <a:gd name="connsiteY0" fmla="*/ 0 h 1470543"/>
              <a:gd name="connsiteX1" fmla="*/ 594266 w 594266"/>
              <a:gd name="connsiteY1" fmla="*/ 294877 h 1470543"/>
              <a:gd name="connsiteX2" fmla="*/ 594266 w 594266"/>
              <a:gd name="connsiteY2" fmla="*/ 1470543 h 1470543"/>
              <a:gd name="connsiteX3" fmla="*/ 0 w 594266"/>
              <a:gd name="connsiteY3" fmla="*/ 1175666 h 147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266" h="1470543">
                <a:moveTo>
                  <a:pt x="0" y="0"/>
                </a:moveTo>
                <a:lnTo>
                  <a:pt x="594266" y="294877"/>
                </a:lnTo>
                <a:lnTo>
                  <a:pt x="594266" y="1470543"/>
                </a:lnTo>
                <a:lnTo>
                  <a:pt x="0" y="117566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rgbClr val="FFFFFF"/>
                </a:gs>
                <a:gs pos="100000">
                  <a:srgbClr val="92C0E9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277C5-B8F9-C666-5D6D-A5A7C28FD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41641" y="2997378"/>
            <a:ext cx="794338" cy="2505291"/>
          </a:xfrm>
          <a:custGeom>
            <a:avLst/>
            <a:gdLst>
              <a:gd name="connsiteX0" fmla="*/ 0 w 794338"/>
              <a:gd name="connsiteY0" fmla="*/ 0 h 2505291"/>
              <a:gd name="connsiteX1" fmla="*/ 794338 w 794338"/>
              <a:gd name="connsiteY1" fmla="*/ 394153 h 2505291"/>
              <a:gd name="connsiteX2" fmla="*/ 794338 w 794338"/>
              <a:gd name="connsiteY2" fmla="*/ 2505291 h 2505291"/>
              <a:gd name="connsiteX3" fmla="*/ 0 w 794338"/>
              <a:gd name="connsiteY3" fmla="*/ 2111138 h 250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4338" h="2505291">
                <a:moveTo>
                  <a:pt x="0" y="0"/>
                </a:moveTo>
                <a:lnTo>
                  <a:pt x="794338" y="394153"/>
                </a:lnTo>
                <a:lnTo>
                  <a:pt x="794338" y="2505291"/>
                </a:lnTo>
                <a:lnTo>
                  <a:pt x="0" y="2111138"/>
                </a:lnTo>
                <a:close/>
              </a:path>
            </a:pathLst>
          </a:custGeom>
          <a:gradFill flip="none" rotWithShape="1">
            <a:gsLst>
              <a:gs pos="0">
                <a:srgbClr val="78E3DE"/>
              </a:gs>
              <a:gs pos="100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>
            <a:lvl1pPr>
              <a:defRPr kumimoji="0" lang="en-US" sz="100" b="0" i="0" u="none" strike="noStrike" kern="0" cap="none" spc="0" normalizeH="0" baseline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</a:defRPr>
            </a:lvl1pPr>
          </a:lstStyle>
          <a:p>
            <a:pPr marL="0"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r>
              <a:rPr lang="en-US"/>
              <a:t>cc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D4957B57-EDF2-25DE-1CE6-3781527D3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71C13550-37C6-2BBC-2A2B-F99CDB5E65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3EA53CC4-970B-4F45-D2C2-25F4A84808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073E30D-1AE7-4F81-1DDA-772C67B40AE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9A9BC-90C2-C963-3FC8-FA400A67F5A4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0F3AFE1-A6C1-1C01-9BE5-A5158F44EB8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7790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0.03472 L -1.66667E-6 -1.48148E-6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0.03472 L -1.66667E-6 -1.48148E-6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2" presetClass="entr" presetSubtype="1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3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3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" presetClass="emp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8" dur="750" fill="hold"/>
                                        <p:tgtEl>
                                          <p:spTgt spid="22"/>
                                        </p:tgtEl>
                                      </p:cBhvr>
                                      <p:by x="9999000" y="9999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0" dur="10" fill="hold"/>
                                        <p:tgtEl>
                                          <p:spTgt spid="22"/>
                                        </p:tgtEl>
                                      </p:cBhvr>
                                      <p:by x="1000" y="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1.25E-6 0.03889 L 1.25E-6 1.85185E-6 " pathEditMode="relative" rAng="0" ptsTypes="AA">
                      <p:cBhvr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-1944"/>
                    </p:animMotion>
                  </p:childTnLst>
                </p:cTn>
              </p:par>
            </p:tnLst>
          </p:tmpl>
        </p:tmplLst>
      </p:bldP>
      <p:bldP spid="13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-1.66667E-6 -0.03472 L -1.66667E-6 -1.48148E-6 " pathEditMode="relative" rAng="0" ptsTypes="AA">
                      <p:cBhvr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-1.66667E-6 -0.03472 L -1.66667E-6 -1.48148E-6 " pathEditMode="relative" rAng="0" ptsTypes="AA">
                      <p:cBhvr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15" grpId="0" animBg="1"/>
      <p:bldP spid="17" grpId="0" animBg="1"/>
      <p:bldP spid="4" grpId="0" animBg="1"/>
      <p:bldP spid="6" grpId="0" animBg="1"/>
      <p:bldP spid="16" grpId="0" animBg="1"/>
      <p:bldP spid="22" grpId="0" animBg="1"/>
      <p:bldP spid="22" grpId="1" animBg="1"/>
      <p:bldP spid="22" grpId="2" animBg="1"/>
      <p:bldP spid="31" grpId="0" animBg="1"/>
      <p:bldP spid="30" grpId="0" animBg="1"/>
      <p:bldP spid="5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E62BD-4213-CC26-037F-124C93A00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365125"/>
            <a:ext cx="10495943" cy="777875"/>
          </a:xfrm>
        </p:spPr>
        <p:txBody>
          <a:bodyPr vert="horz" lIns="0" tIns="176400" rIns="0" bIns="0" rtlCol="0" anchor="t" anchorCtr="0">
            <a:normAutofit/>
          </a:bodyPr>
          <a:lstStyle>
            <a:lvl1pPr>
              <a:defRPr lang="en-US"/>
            </a:lvl1pPr>
          </a:lstStyle>
          <a:p>
            <a:pPr marL="0" lvl="0"/>
            <a:r>
              <a:rPr lang="en-US"/>
              <a:t>Click to Add Title, Use Font Size 28, Title Case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E1EC7D8-1702-47D3-3E76-6073B3B80B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6100" y="1143000"/>
            <a:ext cx="11099799" cy="381001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>
                <a:latin typeface="+mj-lt"/>
                <a:ea typeface="Verdana bold" panose="020B080403050404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lvl="0" indent="0">
              <a:buFontTx/>
              <a:buNone/>
            </a:pPr>
            <a:r>
              <a:rPr lang="en-US"/>
              <a:t>Click to add subtitle, use font size 18, sentence case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B93B37E-EF0B-F4D7-8555-765DDCEEA5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649413"/>
            <a:ext cx="4076700" cy="4637087"/>
          </a:xfr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 xml:space="preserve">Click to add text. Please </a:t>
            </a:r>
            <a:br>
              <a:rPr lang="en-US"/>
            </a:br>
            <a:r>
              <a:rPr lang="en-US"/>
              <a:t>ensure content remains within the text box. Placeholder text will not show in presentations unless edited.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E2DDAF-9E6F-C6DE-7FEE-4D4746895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429" t="8712" r="5429" b="8712"/>
          <a:stretch/>
        </p:blipFill>
        <p:spPr>
          <a:xfrm>
            <a:off x="4715436" y="1753534"/>
            <a:ext cx="6968564" cy="4303432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0782D8E-80C3-D0D0-9E0D-CEA146D08BD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562600" y="2266950"/>
            <a:ext cx="5295900" cy="3309938"/>
          </a:xfrm>
          <a:prstGeom prst="round2SameRect">
            <a:avLst>
              <a:gd name="adj1" fmla="val 1822"/>
              <a:gd name="adj2" fmla="val 0"/>
            </a:avLst>
          </a:prstGeom>
          <a:solidFill>
            <a:schemeClr val="bg2"/>
          </a:solidFill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lIns="360000" tIns="432000" rIns="360000" anchor="t"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the icon to add an image. To scale or reposition the image in the frame, use the ‘Crop’ options in the ‘Picture Format’ tab. Right-click on image to add or edit alt text.</a:t>
            </a:r>
          </a:p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53B795D-038E-FCB0-E4CC-A4F00025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30001" y="476250"/>
            <a:ext cx="213430" cy="571500"/>
            <a:chOff x="4249" y="1683"/>
            <a:chExt cx="695" cy="1861"/>
          </a:xfrm>
          <a:solidFill>
            <a:schemeClr val="tx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336108CD-1162-1B9F-1CBA-B4006E88F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49" y="1824"/>
              <a:ext cx="463" cy="1720"/>
            </a:xfrm>
            <a:custGeom>
              <a:avLst/>
              <a:gdLst>
                <a:gd name="T0" fmla="*/ 232 w 463"/>
                <a:gd name="T1" fmla="*/ 116 h 1720"/>
                <a:gd name="T2" fmla="*/ 0 w 463"/>
                <a:gd name="T3" fmla="*/ 0 h 1720"/>
                <a:gd name="T4" fmla="*/ 0 w 463"/>
                <a:gd name="T5" fmla="*/ 1487 h 1720"/>
                <a:gd name="T6" fmla="*/ 463 w 463"/>
                <a:gd name="T7" fmla="*/ 1720 h 1720"/>
                <a:gd name="T8" fmla="*/ 463 w 463"/>
                <a:gd name="T9" fmla="*/ 1463 h 1720"/>
                <a:gd name="T10" fmla="*/ 232 w 463"/>
                <a:gd name="T11" fmla="*/ 1346 h 1720"/>
                <a:gd name="T12" fmla="*/ 232 w 463"/>
                <a:gd name="T13" fmla="*/ 116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2" y="116"/>
                  </a:moveTo>
                  <a:lnTo>
                    <a:pt x="0" y="0"/>
                  </a:lnTo>
                  <a:lnTo>
                    <a:pt x="0" y="1487"/>
                  </a:lnTo>
                  <a:lnTo>
                    <a:pt x="463" y="1720"/>
                  </a:lnTo>
                  <a:lnTo>
                    <a:pt x="463" y="1463"/>
                  </a:lnTo>
                  <a:lnTo>
                    <a:pt x="232" y="1346"/>
                  </a:lnTo>
                  <a:lnTo>
                    <a:pt x="232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A7DE99E-5356-58A6-58BE-A8F3C57952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81" y="1683"/>
              <a:ext cx="463" cy="1720"/>
            </a:xfrm>
            <a:custGeom>
              <a:avLst/>
              <a:gdLst>
                <a:gd name="T0" fmla="*/ 231 w 463"/>
                <a:gd name="T1" fmla="*/ 1604 h 1720"/>
                <a:gd name="T2" fmla="*/ 463 w 463"/>
                <a:gd name="T3" fmla="*/ 1720 h 1720"/>
                <a:gd name="T4" fmla="*/ 463 w 463"/>
                <a:gd name="T5" fmla="*/ 233 h 1720"/>
                <a:gd name="T6" fmla="*/ 0 w 463"/>
                <a:gd name="T7" fmla="*/ 0 h 1720"/>
                <a:gd name="T8" fmla="*/ 0 w 463"/>
                <a:gd name="T9" fmla="*/ 257 h 1720"/>
                <a:gd name="T10" fmla="*/ 231 w 463"/>
                <a:gd name="T11" fmla="*/ 374 h 1720"/>
                <a:gd name="T12" fmla="*/ 231 w 463"/>
                <a:gd name="T13" fmla="*/ 1604 h 1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3" h="1720">
                  <a:moveTo>
                    <a:pt x="231" y="1604"/>
                  </a:moveTo>
                  <a:lnTo>
                    <a:pt x="463" y="1720"/>
                  </a:lnTo>
                  <a:lnTo>
                    <a:pt x="463" y="233"/>
                  </a:lnTo>
                  <a:lnTo>
                    <a:pt x="0" y="0"/>
                  </a:lnTo>
                  <a:lnTo>
                    <a:pt x="0" y="257"/>
                  </a:lnTo>
                  <a:lnTo>
                    <a:pt x="231" y="374"/>
                  </a:lnTo>
                  <a:lnTo>
                    <a:pt x="231" y="16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F3541"/>
                </a:solidFill>
                <a:effectLst/>
                <a:uLnTx/>
                <a:uFillTx/>
                <a:latin typeface="Verdana" panose="020B0604030504040204" pitchFamily="34" charset="0"/>
              </a:endParaRPr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E0209E-58FE-65A9-A756-1EFB127AEF8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01A56-91AC-E9BB-5AC3-0E78DD8A2D0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78B26E-FDE5-346C-3B2D-042F602F4C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506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(Picture)">
    <p:bg>
      <p:bgPr>
        <a:gradFill>
          <a:gsLst>
            <a:gs pos="100000">
              <a:srgbClr val="0C0B26"/>
            </a:gs>
            <a:gs pos="0">
              <a:schemeClr val="bg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BAC482D-C226-150D-F9ED-296CB65EBB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1524001"/>
            <a:ext cx="5486400" cy="2317750"/>
          </a:xfrm>
        </p:spPr>
        <p:txBody>
          <a:bodyPr tIns="0" anchor="b" anchorCtr="0">
            <a:normAutofit/>
          </a:bodyPr>
          <a:lstStyle>
            <a:lvl1pPr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B428791-4878-48B9-0BCA-757F793DFFB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546100" y="3967163"/>
            <a:ext cx="5486400" cy="1222375"/>
          </a:xfr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20000"/>
              <a:buFont typeface="Verdana" panose="020B0602030504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Verdana" panose="020B0604020202020204" pitchFamily="34" charset="0"/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120000"/>
              <a:buFont typeface="Verdana" panose="020B0602030504020204" pitchFamily="34" charset="0"/>
              <a:buNone/>
            </a:pPr>
            <a:r>
              <a:rPr lang="en-US"/>
              <a:t xml:space="preserve">Click to add subtitle, use font size 18, </a:t>
            </a:r>
            <a:br>
              <a:rPr lang="en-US"/>
            </a:br>
            <a:r>
              <a:rPr lang="en-US"/>
              <a:t>sentence case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20F6BA9-3F42-B62D-4399-F81E1CEF2A0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051072" y="-507998"/>
            <a:ext cx="3576255" cy="8052777"/>
          </a:xfrm>
          <a:custGeom>
            <a:avLst/>
            <a:gdLst>
              <a:gd name="connsiteX0" fmla="*/ 0 w 3576255"/>
              <a:gd name="connsiteY0" fmla="*/ 0 h 8052777"/>
              <a:gd name="connsiteX1" fmla="*/ 3576255 w 3576255"/>
              <a:gd name="connsiteY1" fmla="*/ 1774552 h 8052777"/>
              <a:gd name="connsiteX2" fmla="*/ 3576255 w 3576255"/>
              <a:gd name="connsiteY2" fmla="*/ 8052777 h 8052777"/>
              <a:gd name="connsiteX3" fmla="*/ 0 w 3576255"/>
              <a:gd name="connsiteY3" fmla="*/ 6278225 h 8052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6255" h="8052777">
                <a:moveTo>
                  <a:pt x="0" y="0"/>
                </a:moveTo>
                <a:lnTo>
                  <a:pt x="3576255" y="1774552"/>
                </a:lnTo>
                <a:lnTo>
                  <a:pt x="3576255" y="8052777"/>
                </a:lnTo>
                <a:lnTo>
                  <a:pt x="0" y="6278225"/>
                </a:lnTo>
                <a:close/>
              </a:path>
            </a:pathLst>
          </a:custGeom>
          <a:solidFill>
            <a:schemeClr val="bg2"/>
          </a:solidFill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txBody>
          <a:bodyPr wrap="square" lIns="360000" tIns="2556000" rIns="360000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the icon to add an image. To scale or reposition the image in the frame, use the ‘Crop’ options in the ‘Picture Format’ tab. Right-click on image to add or edit alt text.</a:t>
            </a:r>
          </a:p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B97B7E6-79FF-1035-79D6-97D4BA113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70353" y="4635500"/>
            <a:ext cx="557347" cy="1651000"/>
          </a:xfrm>
          <a:custGeom>
            <a:avLst/>
            <a:gdLst>
              <a:gd name="connsiteX0" fmla="*/ 0 w 3030784"/>
              <a:gd name="connsiteY0" fmla="*/ 0 h 8977922"/>
              <a:gd name="connsiteX1" fmla="*/ 3030784 w 3030784"/>
              <a:gd name="connsiteY1" fmla="*/ 1503885 h 8977922"/>
              <a:gd name="connsiteX2" fmla="*/ 3030784 w 3030784"/>
              <a:gd name="connsiteY2" fmla="*/ 8977922 h 8977922"/>
              <a:gd name="connsiteX3" fmla="*/ 0 w 3030784"/>
              <a:gd name="connsiteY3" fmla="*/ 7474037 h 897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0784" h="8977922">
                <a:moveTo>
                  <a:pt x="0" y="0"/>
                </a:moveTo>
                <a:lnTo>
                  <a:pt x="3030784" y="1503885"/>
                </a:lnTo>
                <a:lnTo>
                  <a:pt x="3030784" y="8977922"/>
                </a:lnTo>
                <a:lnTo>
                  <a:pt x="0" y="7474037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4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09BB291-4B51-DA63-86CC-144EE9284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06220" y="4470400"/>
            <a:ext cx="539680" cy="1816100"/>
          </a:xfrm>
          <a:custGeom>
            <a:avLst/>
            <a:gdLst>
              <a:gd name="connsiteX0" fmla="*/ 0 w 701962"/>
              <a:gd name="connsiteY0" fmla="*/ 0 h 2362201"/>
              <a:gd name="connsiteX1" fmla="*/ 701962 w 701962"/>
              <a:gd name="connsiteY1" fmla="*/ 348316 h 2362201"/>
              <a:gd name="connsiteX2" fmla="*/ 701962 w 701962"/>
              <a:gd name="connsiteY2" fmla="*/ 780116 h 2362201"/>
              <a:gd name="connsiteX3" fmla="*/ 701962 w 701962"/>
              <a:gd name="connsiteY3" fmla="*/ 1930401 h 2362201"/>
              <a:gd name="connsiteX4" fmla="*/ 701962 w 701962"/>
              <a:gd name="connsiteY4" fmla="*/ 2362201 h 2362201"/>
              <a:gd name="connsiteX5" fmla="*/ 0 w 701962"/>
              <a:gd name="connsiteY5" fmla="*/ 2013886 h 2362201"/>
              <a:gd name="connsiteX6" fmla="*/ 0 w 701962"/>
              <a:gd name="connsiteY6" fmla="*/ 1582086 h 2362201"/>
              <a:gd name="connsiteX7" fmla="*/ 0 w 701962"/>
              <a:gd name="connsiteY7" fmla="*/ 431800 h 2362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1962" h="2362201">
                <a:moveTo>
                  <a:pt x="0" y="0"/>
                </a:moveTo>
                <a:lnTo>
                  <a:pt x="701962" y="348316"/>
                </a:lnTo>
                <a:lnTo>
                  <a:pt x="701962" y="780116"/>
                </a:lnTo>
                <a:lnTo>
                  <a:pt x="701962" y="1930401"/>
                </a:lnTo>
                <a:lnTo>
                  <a:pt x="701962" y="2362201"/>
                </a:lnTo>
                <a:lnTo>
                  <a:pt x="0" y="2013886"/>
                </a:lnTo>
                <a:lnTo>
                  <a:pt x="0" y="1582086"/>
                </a:lnTo>
                <a:lnTo>
                  <a:pt x="0" y="431800"/>
                </a:lnTo>
                <a:close/>
              </a:path>
            </a:pathLst>
          </a:custGeom>
          <a:gradFill flip="none" rotWithShape="1">
            <a:gsLst>
              <a:gs pos="0">
                <a:srgbClr val="78E3DE"/>
              </a:gs>
              <a:gs pos="100000">
                <a:srgbClr val="00B2A9">
                  <a:alpha val="90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/>
                </a:gs>
                <a:gs pos="100000">
                  <a:srgbClr val="00B2A9">
                    <a:lumMod val="5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0"/>
                </a:srgbClr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4DB4D9DB-D366-2538-B48B-36DCBB68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375900" y="698500"/>
            <a:ext cx="557347" cy="1651000"/>
          </a:xfrm>
          <a:custGeom>
            <a:avLst/>
            <a:gdLst>
              <a:gd name="connsiteX0" fmla="*/ 0 w 557347"/>
              <a:gd name="connsiteY0" fmla="*/ 0 h 1651000"/>
              <a:gd name="connsiteX1" fmla="*/ 557347 w 557347"/>
              <a:gd name="connsiteY1" fmla="*/ 276558 h 1651000"/>
              <a:gd name="connsiteX2" fmla="*/ 557347 w 557347"/>
              <a:gd name="connsiteY2" fmla="*/ 1651000 h 1651000"/>
              <a:gd name="connsiteX3" fmla="*/ 0 w 557347"/>
              <a:gd name="connsiteY3" fmla="*/ 1374442 h 165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7347" h="1651000">
                <a:moveTo>
                  <a:pt x="0" y="0"/>
                </a:moveTo>
                <a:lnTo>
                  <a:pt x="557347" y="276558"/>
                </a:lnTo>
                <a:lnTo>
                  <a:pt x="557347" y="1651000"/>
                </a:lnTo>
                <a:lnTo>
                  <a:pt x="0" y="137444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1000">
                  <a:schemeClr val="tx2"/>
                </a:gs>
                <a:gs pos="100000">
                  <a:schemeClr val="accent2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270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buFontTx/>
              <a:buNone/>
              <a:defRPr kumimoji="0" lang="en-US" sz="100" b="0" i="0" u="none" strike="noStrike" cap="none" spc="0" normalizeH="0" baseline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Verdana" panose="020B0604030504040204" pitchFamily="34" charset="0"/>
              </a:defRPr>
            </a:lvl1pPr>
          </a:lstStyle>
          <a:p>
            <a:pPr marL="0"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8005CB4-E4F8-2AB3-56A2-7D9C9C292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19332" y="2298700"/>
            <a:ext cx="539680" cy="1816100"/>
          </a:xfrm>
          <a:custGeom>
            <a:avLst/>
            <a:gdLst>
              <a:gd name="connsiteX0" fmla="*/ 0 w 539680"/>
              <a:gd name="connsiteY0" fmla="*/ 0 h 1816100"/>
              <a:gd name="connsiteX1" fmla="*/ 539680 w 539680"/>
              <a:gd name="connsiteY1" fmla="*/ 267791 h 1816100"/>
              <a:gd name="connsiteX2" fmla="*/ 539680 w 539680"/>
              <a:gd name="connsiteY2" fmla="*/ 599767 h 1816100"/>
              <a:gd name="connsiteX3" fmla="*/ 539680 w 539680"/>
              <a:gd name="connsiteY3" fmla="*/ 1484125 h 1816100"/>
              <a:gd name="connsiteX4" fmla="*/ 539680 w 539680"/>
              <a:gd name="connsiteY4" fmla="*/ 1816100 h 1816100"/>
              <a:gd name="connsiteX5" fmla="*/ 0 w 539680"/>
              <a:gd name="connsiteY5" fmla="*/ 1548310 h 1816100"/>
              <a:gd name="connsiteX6" fmla="*/ 0 w 539680"/>
              <a:gd name="connsiteY6" fmla="*/ 1216335 h 1816100"/>
              <a:gd name="connsiteX7" fmla="*/ 0 w 539680"/>
              <a:gd name="connsiteY7" fmla="*/ 331975 h 181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9680" h="1816100">
                <a:moveTo>
                  <a:pt x="0" y="0"/>
                </a:moveTo>
                <a:lnTo>
                  <a:pt x="539680" y="267791"/>
                </a:lnTo>
                <a:lnTo>
                  <a:pt x="539680" y="599767"/>
                </a:lnTo>
                <a:lnTo>
                  <a:pt x="539680" y="1484125"/>
                </a:lnTo>
                <a:lnTo>
                  <a:pt x="539680" y="1816100"/>
                </a:lnTo>
                <a:lnTo>
                  <a:pt x="0" y="1548310"/>
                </a:lnTo>
                <a:lnTo>
                  <a:pt x="0" y="1216335"/>
                </a:lnTo>
                <a:lnTo>
                  <a:pt x="0" y="331975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90000"/>
                </a:srgbClr>
              </a:gs>
              <a:gs pos="0">
                <a:srgbClr val="92C0E9"/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/>
                </a:gs>
                <a:gs pos="100000">
                  <a:srgbClr val="2F2A95"/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>
            <a:lvl1pPr>
              <a:buFontTx/>
              <a:buNone/>
              <a:defRPr kumimoji="0" lang="en-US" sz="100" b="0" i="0" u="none" strike="noStrike" kern="0" cap="none" spc="0" normalizeH="0" baseline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</a:defRPr>
            </a:lvl1pPr>
          </a:lstStyle>
          <a:p>
            <a:pPr marL="0" marR="0" lvl="0" indent="0" defTabSz="2665918" fontAlgn="auto"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tabLst/>
            </a:pPr>
            <a:r>
              <a:rPr lang="en-US"/>
              <a:t>hi</a:t>
            </a:r>
          </a:p>
        </p:txBody>
      </p:sp>
      <p:pic>
        <p:nvPicPr>
          <p:cNvPr id="35" name="Graphic 34" descr="InterSystems: Creative data technology">
            <a:extLst>
              <a:ext uri="{FF2B5EF4-FFF2-40B4-BE49-F238E27FC236}">
                <a16:creationId xmlns:a16="http://schemas.microsoft.com/office/drawing/2014/main" id="{F0C72F17-40F0-F9CD-8B0E-F2E0C7B6650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1" r="-7033"/>
          <a:stretch/>
        </p:blipFill>
        <p:spPr>
          <a:xfrm>
            <a:off x="570977" y="459740"/>
            <a:ext cx="2375423" cy="59182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544F20-0F5A-DCA7-0A80-A01B2617AE8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43DF0C-9FFC-222C-495F-F976BBFD363B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7ED08-974B-8751-2821-4721403F57C5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63110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0.03889 L -1.66667E-6 -3.7037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-0.03472 L -1.66667E-6 -2.59259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8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8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-1.66667E-6 -0.03472 L -1.66667E-6 -2.59259E-6 " pathEditMode="relative" rAng="0" ptsTypes="AA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9" grpId="0" animBg="1"/>
      <p:bldP spid="18" grpId="0" animBg="1"/>
      <p:bldP spid="19" grpId="0" animBg="1"/>
      <p:bldP spid="34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6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01E4783-E28F-6DAC-9820-B89214152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12192000" cy="6858001"/>
          </a:xfrm>
          <a:custGeom>
            <a:avLst/>
            <a:gdLst>
              <a:gd name="connsiteX0" fmla="*/ 0 w 12192000"/>
              <a:gd name="connsiteY0" fmla="*/ 0 h 6858001"/>
              <a:gd name="connsiteX1" fmla="*/ 5154384 w 12192000"/>
              <a:gd name="connsiteY1" fmla="*/ 0 h 6858001"/>
              <a:gd name="connsiteX2" fmla="*/ 12192000 w 12192000"/>
              <a:gd name="connsiteY2" fmla="*/ 3506141 h 6858001"/>
              <a:gd name="connsiteX3" fmla="*/ 12192000 w 12192000"/>
              <a:gd name="connsiteY3" fmla="*/ 6858001 h 6858001"/>
              <a:gd name="connsiteX4" fmla="*/ 6882103 w 12192000"/>
              <a:gd name="connsiteY4" fmla="*/ 6858001 h 6858001"/>
              <a:gd name="connsiteX5" fmla="*/ 0 w 12192000"/>
              <a:gd name="connsiteY5" fmla="*/ 3429337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1">
                <a:moveTo>
                  <a:pt x="0" y="0"/>
                </a:moveTo>
                <a:lnTo>
                  <a:pt x="5154384" y="0"/>
                </a:lnTo>
                <a:lnTo>
                  <a:pt x="12192000" y="3506141"/>
                </a:lnTo>
                <a:lnTo>
                  <a:pt x="12192000" y="6858001"/>
                </a:lnTo>
                <a:lnTo>
                  <a:pt x="6882103" y="6858001"/>
                </a:lnTo>
                <a:lnTo>
                  <a:pt x="0" y="3429337"/>
                </a:lnTo>
                <a:close/>
              </a:path>
            </a:pathLst>
          </a:custGeom>
          <a:gradFill>
            <a:gsLst>
              <a:gs pos="28000">
                <a:srgbClr val="0C0B26">
                  <a:alpha val="0"/>
                </a:srgbClr>
              </a:gs>
              <a:gs pos="98165">
                <a:srgbClr val="0C0B26"/>
              </a:gs>
              <a:gs pos="62000">
                <a:srgbClr val="0C0B26"/>
              </a:gs>
            </a:gsLst>
            <a:lin ang="3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tIns="90000" bIns="90000" rtlCol="0" anchor="t">
            <a:noAutofit/>
          </a:bodyPr>
          <a:lstStyle/>
          <a:p>
            <a: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2A95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pic>
        <p:nvPicPr>
          <p:cNvPr id="3" name="Graphic 2" descr="InterSystems: Creative data technology">
            <a:extLst>
              <a:ext uri="{FF2B5EF4-FFF2-40B4-BE49-F238E27FC236}">
                <a16:creationId xmlns:a16="http://schemas.microsoft.com/office/drawing/2014/main" id="{3D5778B1-72D3-3D37-7816-ADBD37C68EE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024438" y="1917866"/>
            <a:ext cx="2143123" cy="571499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EBAC482D-C226-150D-F9ED-296CB65EBBC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352800" y="2744788"/>
            <a:ext cx="5486400" cy="1096962"/>
          </a:xfrm>
        </p:spPr>
        <p:txBody>
          <a:bodyPr tIns="0" bIns="0" anchor="b" anchorCtr="0">
            <a:normAutofit/>
          </a:bodyPr>
          <a:lstStyle>
            <a:lvl1pPr algn="ctr">
              <a:defRPr sz="4400">
                <a:solidFill>
                  <a:schemeClr val="accent2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B428791-4878-48B9-0BCA-757F793DFFB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3365500" y="3967162"/>
            <a:ext cx="5461000" cy="1096963"/>
          </a:xfrm>
        </p:spPr>
        <p:txBody>
          <a:bodyPr tIns="0" anchor="t" anchorCtr="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Verdana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Click to add subtitle, use font size 18, sentence case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C4AA9B-88C8-13CD-DF48-DB328E58A2B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105341-3D1F-AF19-E6E6-44F90FC8F33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1268FA-6FEE-025D-3F88-771214B6B97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B83A04A-6C50-9D48-954E-9E2561BC6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3477" y="-1606807"/>
            <a:ext cx="768600" cy="2559751"/>
          </a:xfrm>
          <a:custGeom>
            <a:avLst/>
            <a:gdLst>
              <a:gd name="connsiteX0" fmla="*/ 0 w 768600"/>
              <a:gd name="connsiteY0" fmla="*/ 0 h 2559751"/>
              <a:gd name="connsiteX1" fmla="*/ 768600 w 768600"/>
              <a:gd name="connsiteY1" fmla="*/ 381382 h 2559751"/>
              <a:gd name="connsiteX2" fmla="*/ 768600 w 768600"/>
              <a:gd name="connsiteY2" fmla="*/ 507334 h 2559751"/>
              <a:gd name="connsiteX3" fmla="*/ 768600 w 768600"/>
              <a:gd name="connsiteY3" fmla="*/ 2433799 h 2559751"/>
              <a:gd name="connsiteX4" fmla="*/ 768600 w 768600"/>
              <a:gd name="connsiteY4" fmla="*/ 2559751 h 2559751"/>
              <a:gd name="connsiteX5" fmla="*/ 0 w 768600"/>
              <a:gd name="connsiteY5" fmla="*/ 2178369 h 2559751"/>
              <a:gd name="connsiteX6" fmla="*/ 0 w 768600"/>
              <a:gd name="connsiteY6" fmla="*/ 2052417 h 2559751"/>
              <a:gd name="connsiteX7" fmla="*/ 0 w 768600"/>
              <a:gd name="connsiteY7" fmla="*/ 125952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59751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33799"/>
                </a:lnTo>
                <a:lnTo>
                  <a:pt x="768600" y="2559751"/>
                </a:lnTo>
                <a:lnTo>
                  <a:pt x="0" y="2178369"/>
                </a:lnTo>
                <a:lnTo>
                  <a:pt x="0" y="2052417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33000">
                  <a:srgbClr val="D8E8F7">
                    <a:alpha val="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2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E5F76E0-E70B-8F7D-278D-E1CE4357C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90023" y="-1372867"/>
            <a:ext cx="768600" cy="2559751"/>
          </a:xfrm>
          <a:custGeom>
            <a:avLst/>
            <a:gdLst>
              <a:gd name="connsiteX0" fmla="*/ 0 w 768600"/>
              <a:gd name="connsiteY0" fmla="*/ 0 h 2559751"/>
              <a:gd name="connsiteX1" fmla="*/ 768600 w 768600"/>
              <a:gd name="connsiteY1" fmla="*/ 381382 h 2559751"/>
              <a:gd name="connsiteX2" fmla="*/ 768600 w 768600"/>
              <a:gd name="connsiteY2" fmla="*/ 507334 h 2559751"/>
              <a:gd name="connsiteX3" fmla="*/ 768600 w 768600"/>
              <a:gd name="connsiteY3" fmla="*/ 2433799 h 2559751"/>
              <a:gd name="connsiteX4" fmla="*/ 768600 w 768600"/>
              <a:gd name="connsiteY4" fmla="*/ 2559751 h 2559751"/>
              <a:gd name="connsiteX5" fmla="*/ 0 w 768600"/>
              <a:gd name="connsiteY5" fmla="*/ 2178369 h 2559751"/>
              <a:gd name="connsiteX6" fmla="*/ 0 w 768600"/>
              <a:gd name="connsiteY6" fmla="*/ 2052417 h 2559751"/>
              <a:gd name="connsiteX7" fmla="*/ 0 w 768600"/>
              <a:gd name="connsiteY7" fmla="*/ 125952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59751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33799"/>
                </a:lnTo>
                <a:lnTo>
                  <a:pt x="768600" y="2559751"/>
                </a:lnTo>
                <a:lnTo>
                  <a:pt x="0" y="2178369"/>
                </a:lnTo>
                <a:lnTo>
                  <a:pt x="0" y="2052417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33000">
                  <a:srgbClr val="D8E8F7">
                    <a:alpha val="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2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A188319-44D8-AEAF-9B3A-064750778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06565" y="-1138927"/>
            <a:ext cx="768600" cy="2559751"/>
          </a:xfrm>
          <a:custGeom>
            <a:avLst/>
            <a:gdLst>
              <a:gd name="connsiteX0" fmla="*/ 0 w 768600"/>
              <a:gd name="connsiteY0" fmla="*/ 0 h 2559751"/>
              <a:gd name="connsiteX1" fmla="*/ 768600 w 768600"/>
              <a:gd name="connsiteY1" fmla="*/ 381382 h 2559751"/>
              <a:gd name="connsiteX2" fmla="*/ 768600 w 768600"/>
              <a:gd name="connsiteY2" fmla="*/ 507334 h 2559751"/>
              <a:gd name="connsiteX3" fmla="*/ 768600 w 768600"/>
              <a:gd name="connsiteY3" fmla="*/ 2433799 h 2559751"/>
              <a:gd name="connsiteX4" fmla="*/ 768600 w 768600"/>
              <a:gd name="connsiteY4" fmla="*/ 2559751 h 2559751"/>
              <a:gd name="connsiteX5" fmla="*/ 0 w 768600"/>
              <a:gd name="connsiteY5" fmla="*/ 2178369 h 2559751"/>
              <a:gd name="connsiteX6" fmla="*/ 0 w 768600"/>
              <a:gd name="connsiteY6" fmla="*/ 2052417 h 2559751"/>
              <a:gd name="connsiteX7" fmla="*/ 0 w 768600"/>
              <a:gd name="connsiteY7" fmla="*/ 125952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59751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33799"/>
                </a:lnTo>
                <a:lnTo>
                  <a:pt x="768600" y="2559751"/>
                </a:lnTo>
                <a:lnTo>
                  <a:pt x="0" y="2178369"/>
                </a:lnTo>
                <a:lnTo>
                  <a:pt x="0" y="2052417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33000">
                  <a:srgbClr val="D8E8F7">
                    <a:alpha val="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2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35D56FB-205A-6976-E20B-2536AD664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23107" y="-904987"/>
            <a:ext cx="768600" cy="2559751"/>
          </a:xfrm>
          <a:custGeom>
            <a:avLst/>
            <a:gdLst>
              <a:gd name="connsiteX0" fmla="*/ 0 w 768600"/>
              <a:gd name="connsiteY0" fmla="*/ 0 h 2559751"/>
              <a:gd name="connsiteX1" fmla="*/ 768600 w 768600"/>
              <a:gd name="connsiteY1" fmla="*/ 381382 h 2559751"/>
              <a:gd name="connsiteX2" fmla="*/ 768600 w 768600"/>
              <a:gd name="connsiteY2" fmla="*/ 507334 h 2559751"/>
              <a:gd name="connsiteX3" fmla="*/ 768600 w 768600"/>
              <a:gd name="connsiteY3" fmla="*/ 2433799 h 2559751"/>
              <a:gd name="connsiteX4" fmla="*/ 768600 w 768600"/>
              <a:gd name="connsiteY4" fmla="*/ 2559751 h 2559751"/>
              <a:gd name="connsiteX5" fmla="*/ 0 w 768600"/>
              <a:gd name="connsiteY5" fmla="*/ 2178369 h 2559751"/>
              <a:gd name="connsiteX6" fmla="*/ 0 w 768600"/>
              <a:gd name="connsiteY6" fmla="*/ 2052417 h 2559751"/>
              <a:gd name="connsiteX7" fmla="*/ 0 w 768600"/>
              <a:gd name="connsiteY7" fmla="*/ 125952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59751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33799"/>
                </a:lnTo>
                <a:lnTo>
                  <a:pt x="768600" y="2559751"/>
                </a:lnTo>
                <a:lnTo>
                  <a:pt x="0" y="2178369"/>
                </a:lnTo>
                <a:lnTo>
                  <a:pt x="0" y="2052417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33000">
                  <a:srgbClr val="D8E8F7">
                    <a:alpha val="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2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3E677CB-8BFA-8996-6227-8AA7316F1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39649" y="-671047"/>
            <a:ext cx="768600" cy="2559751"/>
          </a:xfrm>
          <a:custGeom>
            <a:avLst/>
            <a:gdLst>
              <a:gd name="connsiteX0" fmla="*/ 0 w 768600"/>
              <a:gd name="connsiteY0" fmla="*/ 0 h 2559751"/>
              <a:gd name="connsiteX1" fmla="*/ 768600 w 768600"/>
              <a:gd name="connsiteY1" fmla="*/ 381382 h 2559751"/>
              <a:gd name="connsiteX2" fmla="*/ 768600 w 768600"/>
              <a:gd name="connsiteY2" fmla="*/ 507334 h 2559751"/>
              <a:gd name="connsiteX3" fmla="*/ 768600 w 768600"/>
              <a:gd name="connsiteY3" fmla="*/ 2433799 h 2559751"/>
              <a:gd name="connsiteX4" fmla="*/ 768600 w 768600"/>
              <a:gd name="connsiteY4" fmla="*/ 2559751 h 2559751"/>
              <a:gd name="connsiteX5" fmla="*/ 0 w 768600"/>
              <a:gd name="connsiteY5" fmla="*/ 2178369 h 2559751"/>
              <a:gd name="connsiteX6" fmla="*/ 0 w 768600"/>
              <a:gd name="connsiteY6" fmla="*/ 2052417 h 2559751"/>
              <a:gd name="connsiteX7" fmla="*/ 0 w 768600"/>
              <a:gd name="connsiteY7" fmla="*/ 125952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59751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33799"/>
                </a:lnTo>
                <a:lnTo>
                  <a:pt x="768600" y="2559751"/>
                </a:lnTo>
                <a:lnTo>
                  <a:pt x="0" y="2178369"/>
                </a:lnTo>
                <a:lnTo>
                  <a:pt x="0" y="2052417"/>
                </a:lnTo>
                <a:lnTo>
                  <a:pt x="0" y="125952"/>
                </a:lnTo>
                <a:close/>
              </a:path>
            </a:pathLst>
          </a:custGeom>
          <a:gradFill flip="none" rotWithShape="1">
            <a:gsLst>
              <a:gs pos="0">
                <a:srgbClr val="C5B4E2">
                  <a:alpha val="35000"/>
                </a:srgbClr>
              </a:gs>
              <a:gs pos="100000">
                <a:srgbClr val="2F2A95">
                  <a:alpha val="56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>
                    <a:alpha val="20000"/>
                  </a:srgbClr>
                </a:gs>
                <a:gs pos="99000">
                  <a:srgbClr val="2F2A95">
                    <a:alpha val="5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E4FE0D4-A11D-A40B-18BF-2411B311D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2740118" y="-437107"/>
            <a:ext cx="784673" cy="2567726"/>
          </a:xfrm>
          <a:custGeom>
            <a:avLst/>
            <a:gdLst>
              <a:gd name="connsiteX0" fmla="*/ 0 w 784673"/>
              <a:gd name="connsiteY0" fmla="*/ 0 h 2567726"/>
              <a:gd name="connsiteX1" fmla="*/ 784673 w 784673"/>
              <a:gd name="connsiteY1" fmla="*/ 389357 h 2567726"/>
              <a:gd name="connsiteX2" fmla="*/ 784673 w 784673"/>
              <a:gd name="connsiteY2" fmla="*/ 515309 h 2567726"/>
              <a:gd name="connsiteX3" fmla="*/ 784673 w 784673"/>
              <a:gd name="connsiteY3" fmla="*/ 2441774 h 2567726"/>
              <a:gd name="connsiteX4" fmla="*/ 784673 w 784673"/>
              <a:gd name="connsiteY4" fmla="*/ 2567726 h 2567726"/>
              <a:gd name="connsiteX5" fmla="*/ 0 w 784673"/>
              <a:gd name="connsiteY5" fmla="*/ 2178369 h 2567726"/>
              <a:gd name="connsiteX6" fmla="*/ 0 w 784673"/>
              <a:gd name="connsiteY6" fmla="*/ 2052417 h 2567726"/>
              <a:gd name="connsiteX7" fmla="*/ 0 w 784673"/>
              <a:gd name="connsiteY7" fmla="*/ 125952 h 256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567726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441774"/>
                </a:lnTo>
                <a:lnTo>
                  <a:pt x="784673" y="2567726"/>
                </a:lnTo>
                <a:lnTo>
                  <a:pt x="0" y="2178369"/>
                </a:lnTo>
                <a:lnTo>
                  <a:pt x="0" y="2052417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33000">
                  <a:schemeClr val="accent2">
                    <a:alpha val="58000"/>
                  </a:schemeClr>
                </a:gs>
                <a:gs pos="80000">
                  <a:srgbClr val="92C0E9">
                    <a:alpha val="25000"/>
                  </a:srgbClr>
                </a:gs>
                <a:gs pos="100000">
                  <a:srgbClr val="FFFFFF">
                    <a:alpha val="41000"/>
                  </a:srgbClr>
                </a:gs>
                <a:gs pos="15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8878256-DFE6-1695-113A-39FDF8E55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660" y="-195192"/>
            <a:ext cx="768600" cy="2559751"/>
          </a:xfrm>
          <a:custGeom>
            <a:avLst/>
            <a:gdLst>
              <a:gd name="connsiteX0" fmla="*/ 0 w 768600"/>
              <a:gd name="connsiteY0" fmla="*/ 0 h 2559751"/>
              <a:gd name="connsiteX1" fmla="*/ 768600 w 768600"/>
              <a:gd name="connsiteY1" fmla="*/ 381382 h 2559751"/>
              <a:gd name="connsiteX2" fmla="*/ 768600 w 768600"/>
              <a:gd name="connsiteY2" fmla="*/ 507334 h 2559751"/>
              <a:gd name="connsiteX3" fmla="*/ 768600 w 768600"/>
              <a:gd name="connsiteY3" fmla="*/ 2433799 h 2559751"/>
              <a:gd name="connsiteX4" fmla="*/ 768600 w 768600"/>
              <a:gd name="connsiteY4" fmla="*/ 2559751 h 2559751"/>
              <a:gd name="connsiteX5" fmla="*/ 0 w 768600"/>
              <a:gd name="connsiteY5" fmla="*/ 2178369 h 2559751"/>
              <a:gd name="connsiteX6" fmla="*/ 0 w 768600"/>
              <a:gd name="connsiteY6" fmla="*/ 2052417 h 2559751"/>
              <a:gd name="connsiteX7" fmla="*/ 0 w 768600"/>
              <a:gd name="connsiteY7" fmla="*/ 125952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59751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33799"/>
                </a:lnTo>
                <a:lnTo>
                  <a:pt x="768600" y="2559751"/>
                </a:lnTo>
                <a:lnTo>
                  <a:pt x="0" y="2178369"/>
                </a:lnTo>
                <a:lnTo>
                  <a:pt x="0" y="2052417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33000">
                  <a:srgbClr val="D8E8F7">
                    <a:alpha val="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2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435AA56-F85E-CC10-8BA9-F9174AE1A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73202" y="38748"/>
            <a:ext cx="768600" cy="2559751"/>
          </a:xfrm>
          <a:custGeom>
            <a:avLst/>
            <a:gdLst>
              <a:gd name="connsiteX0" fmla="*/ 0 w 768600"/>
              <a:gd name="connsiteY0" fmla="*/ 0 h 2559751"/>
              <a:gd name="connsiteX1" fmla="*/ 768600 w 768600"/>
              <a:gd name="connsiteY1" fmla="*/ 381382 h 2559751"/>
              <a:gd name="connsiteX2" fmla="*/ 768600 w 768600"/>
              <a:gd name="connsiteY2" fmla="*/ 507334 h 2559751"/>
              <a:gd name="connsiteX3" fmla="*/ 768600 w 768600"/>
              <a:gd name="connsiteY3" fmla="*/ 2433799 h 2559751"/>
              <a:gd name="connsiteX4" fmla="*/ 768600 w 768600"/>
              <a:gd name="connsiteY4" fmla="*/ 2559751 h 2559751"/>
              <a:gd name="connsiteX5" fmla="*/ 0 w 768600"/>
              <a:gd name="connsiteY5" fmla="*/ 2178369 h 2559751"/>
              <a:gd name="connsiteX6" fmla="*/ 0 w 768600"/>
              <a:gd name="connsiteY6" fmla="*/ 2052417 h 2559751"/>
              <a:gd name="connsiteX7" fmla="*/ 0 w 768600"/>
              <a:gd name="connsiteY7" fmla="*/ 125952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59751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33799"/>
                </a:lnTo>
                <a:lnTo>
                  <a:pt x="768600" y="2559751"/>
                </a:lnTo>
                <a:lnTo>
                  <a:pt x="0" y="2178369"/>
                </a:lnTo>
                <a:lnTo>
                  <a:pt x="0" y="2052417"/>
                </a:lnTo>
                <a:lnTo>
                  <a:pt x="0" y="125952"/>
                </a:lnTo>
                <a:close/>
              </a:path>
            </a:pathLst>
          </a:custGeom>
          <a:gradFill flip="none" rotWithShape="1">
            <a:gsLst>
              <a:gs pos="64000">
                <a:srgbClr val="92C0E9">
                  <a:lumMod val="75000"/>
                  <a:alpha val="56000"/>
                </a:srgbClr>
              </a:gs>
              <a:gs pos="0">
                <a:srgbClr val="92C0E9">
                  <a:alpha val="15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2000"/>
                  </a:srgbClr>
                </a:gs>
                <a:gs pos="100000">
                  <a:srgbClr val="92C0E9">
                    <a:lumMod val="50000"/>
                    <a:alpha val="2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E5F58A-2B69-697F-3E4D-97B71B576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575766" y="272688"/>
            <a:ext cx="782578" cy="2559751"/>
          </a:xfrm>
          <a:custGeom>
            <a:avLst/>
            <a:gdLst>
              <a:gd name="connsiteX0" fmla="*/ 0 w 782578"/>
              <a:gd name="connsiteY0" fmla="*/ 0 h 2559751"/>
              <a:gd name="connsiteX1" fmla="*/ 782578 w 782578"/>
              <a:gd name="connsiteY1" fmla="*/ 388317 h 2559751"/>
              <a:gd name="connsiteX2" fmla="*/ 782578 w 782578"/>
              <a:gd name="connsiteY2" fmla="*/ 513933 h 2559751"/>
              <a:gd name="connsiteX3" fmla="*/ 782578 w 782578"/>
              <a:gd name="connsiteY3" fmla="*/ 2434135 h 2559751"/>
              <a:gd name="connsiteX4" fmla="*/ 782578 w 782578"/>
              <a:gd name="connsiteY4" fmla="*/ 2559751 h 2559751"/>
              <a:gd name="connsiteX5" fmla="*/ 0 w 782578"/>
              <a:gd name="connsiteY5" fmla="*/ 2171434 h 2559751"/>
              <a:gd name="connsiteX6" fmla="*/ 0 w 782578"/>
              <a:gd name="connsiteY6" fmla="*/ 2045818 h 2559751"/>
              <a:gd name="connsiteX7" fmla="*/ 0 w 782578"/>
              <a:gd name="connsiteY7" fmla="*/ 125616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59751">
                <a:moveTo>
                  <a:pt x="0" y="0"/>
                </a:moveTo>
                <a:lnTo>
                  <a:pt x="782578" y="388317"/>
                </a:lnTo>
                <a:lnTo>
                  <a:pt x="782578" y="513933"/>
                </a:lnTo>
                <a:lnTo>
                  <a:pt x="782578" y="2434135"/>
                </a:lnTo>
                <a:lnTo>
                  <a:pt x="782578" y="2559751"/>
                </a:lnTo>
                <a:lnTo>
                  <a:pt x="0" y="2171434"/>
                </a:lnTo>
                <a:lnTo>
                  <a:pt x="0" y="2045818"/>
                </a:lnTo>
                <a:lnTo>
                  <a:pt x="0" y="125616"/>
                </a:lnTo>
                <a:close/>
              </a:path>
            </a:pathLst>
          </a:custGeom>
          <a:gradFill flip="none" rotWithShape="1">
            <a:gsLst>
              <a:gs pos="100000">
                <a:srgbClr val="92C0E9">
                  <a:lumMod val="75000"/>
                  <a:alpha val="37000"/>
                </a:srgbClr>
              </a:gs>
              <a:gs pos="0">
                <a:srgbClr val="92C0E9">
                  <a:alpha val="14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0000"/>
                  </a:srgbClr>
                </a:gs>
                <a:gs pos="100000">
                  <a:srgbClr val="92C0E9">
                    <a:lumMod val="50000"/>
                    <a:alpha val="3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570EA00-7A1A-6AEB-0143-B624E69C91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78330" y="506628"/>
            <a:ext cx="782578" cy="2559751"/>
          </a:xfrm>
          <a:custGeom>
            <a:avLst/>
            <a:gdLst>
              <a:gd name="connsiteX0" fmla="*/ 0 w 782578"/>
              <a:gd name="connsiteY0" fmla="*/ 0 h 2559751"/>
              <a:gd name="connsiteX1" fmla="*/ 782578 w 782578"/>
              <a:gd name="connsiteY1" fmla="*/ 388317 h 2559751"/>
              <a:gd name="connsiteX2" fmla="*/ 782578 w 782578"/>
              <a:gd name="connsiteY2" fmla="*/ 513933 h 2559751"/>
              <a:gd name="connsiteX3" fmla="*/ 782578 w 782578"/>
              <a:gd name="connsiteY3" fmla="*/ 2434135 h 2559751"/>
              <a:gd name="connsiteX4" fmla="*/ 782578 w 782578"/>
              <a:gd name="connsiteY4" fmla="*/ 2559751 h 2559751"/>
              <a:gd name="connsiteX5" fmla="*/ 0 w 782578"/>
              <a:gd name="connsiteY5" fmla="*/ 2171434 h 2559751"/>
              <a:gd name="connsiteX6" fmla="*/ 0 w 782578"/>
              <a:gd name="connsiteY6" fmla="*/ 2045818 h 2559751"/>
              <a:gd name="connsiteX7" fmla="*/ 0 w 782578"/>
              <a:gd name="connsiteY7" fmla="*/ 125616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59751">
                <a:moveTo>
                  <a:pt x="0" y="0"/>
                </a:moveTo>
                <a:lnTo>
                  <a:pt x="782578" y="388317"/>
                </a:lnTo>
                <a:lnTo>
                  <a:pt x="782578" y="513933"/>
                </a:lnTo>
                <a:lnTo>
                  <a:pt x="782578" y="2434135"/>
                </a:lnTo>
                <a:lnTo>
                  <a:pt x="782578" y="2559751"/>
                </a:lnTo>
                <a:lnTo>
                  <a:pt x="0" y="2171434"/>
                </a:lnTo>
                <a:lnTo>
                  <a:pt x="0" y="2045818"/>
                </a:lnTo>
                <a:lnTo>
                  <a:pt x="0" y="12561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17000"/>
                  </a:srgbClr>
                </a:gs>
                <a:gs pos="0">
                  <a:srgbClr val="FFFFFF">
                    <a:alpha val="12000"/>
                  </a:srgbClr>
                </a:gs>
                <a:gs pos="100000">
                  <a:srgbClr val="2F2A95">
                    <a:alpha val="11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B55667B-EEBC-C924-7B00-4505DD0E1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80894" y="740568"/>
            <a:ext cx="782578" cy="2559751"/>
          </a:xfrm>
          <a:custGeom>
            <a:avLst/>
            <a:gdLst>
              <a:gd name="connsiteX0" fmla="*/ 0 w 782578"/>
              <a:gd name="connsiteY0" fmla="*/ 0 h 2559751"/>
              <a:gd name="connsiteX1" fmla="*/ 782578 w 782578"/>
              <a:gd name="connsiteY1" fmla="*/ 388317 h 2559751"/>
              <a:gd name="connsiteX2" fmla="*/ 782578 w 782578"/>
              <a:gd name="connsiteY2" fmla="*/ 513933 h 2559751"/>
              <a:gd name="connsiteX3" fmla="*/ 782578 w 782578"/>
              <a:gd name="connsiteY3" fmla="*/ 2434135 h 2559751"/>
              <a:gd name="connsiteX4" fmla="*/ 782578 w 782578"/>
              <a:gd name="connsiteY4" fmla="*/ 2559751 h 2559751"/>
              <a:gd name="connsiteX5" fmla="*/ 0 w 782578"/>
              <a:gd name="connsiteY5" fmla="*/ 2171434 h 2559751"/>
              <a:gd name="connsiteX6" fmla="*/ 0 w 782578"/>
              <a:gd name="connsiteY6" fmla="*/ 2045818 h 2559751"/>
              <a:gd name="connsiteX7" fmla="*/ 0 w 782578"/>
              <a:gd name="connsiteY7" fmla="*/ 125616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59751">
                <a:moveTo>
                  <a:pt x="0" y="0"/>
                </a:moveTo>
                <a:lnTo>
                  <a:pt x="782578" y="388317"/>
                </a:lnTo>
                <a:lnTo>
                  <a:pt x="782578" y="513933"/>
                </a:lnTo>
                <a:lnTo>
                  <a:pt x="782578" y="2434135"/>
                </a:lnTo>
                <a:lnTo>
                  <a:pt x="782578" y="2559751"/>
                </a:lnTo>
                <a:lnTo>
                  <a:pt x="0" y="2171434"/>
                </a:lnTo>
                <a:lnTo>
                  <a:pt x="0" y="2045818"/>
                </a:lnTo>
                <a:lnTo>
                  <a:pt x="0" y="12561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37000"/>
                  </a:srgbClr>
                </a:gs>
                <a:gs pos="0">
                  <a:srgbClr val="FFFFFF">
                    <a:alpha val="1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0824A49-E102-53D0-D4FC-7A39F31FA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3458" y="974508"/>
            <a:ext cx="782578" cy="2559751"/>
          </a:xfrm>
          <a:custGeom>
            <a:avLst/>
            <a:gdLst>
              <a:gd name="connsiteX0" fmla="*/ 0 w 782578"/>
              <a:gd name="connsiteY0" fmla="*/ 0 h 2559751"/>
              <a:gd name="connsiteX1" fmla="*/ 782578 w 782578"/>
              <a:gd name="connsiteY1" fmla="*/ 388317 h 2559751"/>
              <a:gd name="connsiteX2" fmla="*/ 782578 w 782578"/>
              <a:gd name="connsiteY2" fmla="*/ 513933 h 2559751"/>
              <a:gd name="connsiteX3" fmla="*/ 782578 w 782578"/>
              <a:gd name="connsiteY3" fmla="*/ 2434135 h 2559751"/>
              <a:gd name="connsiteX4" fmla="*/ 782578 w 782578"/>
              <a:gd name="connsiteY4" fmla="*/ 2559751 h 2559751"/>
              <a:gd name="connsiteX5" fmla="*/ 0 w 782578"/>
              <a:gd name="connsiteY5" fmla="*/ 2171434 h 2559751"/>
              <a:gd name="connsiteX6" fmla="*/ 0 w 782578"/>
              <a:gd name="connsiteY6" fmla="*/ 2045818 h 2559751"/>
              <a:gd name="connsiteX7" fmla="*/ 0 w 782578"/>
              <a:gd name="connsiteY7" fmla="*/ 125616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59751">
                <a:moveTo>
                  <a:pt x="0" y="0"/>
                </a:moveTo>
                <a:lnTo>
                  <a:pt x="782578" y="388317"/>
                </a:lnTo>
                <a:lnTo>
                  <a:pt x="782578" y="513933"/>
                </a:lnTo>
                <a:lnTo>
                  <a:pt x="782578" y="2434135"/>
                </a:lnTo>
                <a:lnTo>
                  <a:pt x="782578" y="2559751"/>
                </a:lnTo>
                <a:lnTo>
                  <a:pt x="0" y="2171434"/>
                </a:lnTo>
                <a:lnTo>
                  <a:pt x="0" y="2045818"/>
                </a:lnTo>
                <a:lnTo>
                  <a:pt x="0" y="125616"/>
                </a:lnTo>
                <a:close/>
              </a:path>
            </a:pathLst>
          </a:custGeom>
          <a:gradFill>
            <a:gsLst>
              <a:gs pos="0">
                <a:srgbClr val="92C0E9">
                  <a:alpha val="47000"/>
                </a:srgbClr>
              </a:gs>
              <a:gs pos="28975">
                <a:srgbClr val="6379C1"/>
              </a:gs>
              <a:gs pos="100000">
                <a:srgbClr val="2F2A95">
                  <a:alpha val="75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>
                    <a:alpha val="27000"/>
                  </a:srgbClr>
                </a:gs>
                <a:gs pos="100000">
                  <a:srgbClr val="C5B4E2">
                    <a:lumMod val="50000"/>
                    <a:alpha val="65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0D30F68-0587-B455-931D-7B6D76FDD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407327" y="3116434"/>
            <a:ext cx="784673" cy="2557460"/>
          </a:xfrm>
          <a:custGeom>
            <a:avLst/>
            <a:gdLst>
              <a:gd name="connsiteX0" fmla="*/ 0 w 784673"/>
              <a:gd name="connsiteY0" fmla="*/ 0 h 2557460"/>
              <a:gd name="connsiteX1" fmla="*/ 784673 w 784673"/>
              <a:gd name="connsiteY1" fmla="*/ 389357 h 2557460"/>
              <a:gd name="connsiteX2" fmla="*/ 784673 w 784673"/>
              <a:gd name="connsiteY2" fmla="*/ 515309 h 2557460"/>
              <a:gd name="connsiteX3" fmla="*/ 784673 w 784673"/>
              <a:gd name="connsiteY3" fmla="*/ 2431508 h 2557460"/>
              <a:gd name="connsiteX4" fmla="*/ 784673 w 784673"/>
              <a:gd name="connsiteY4" fmla="*/ 2557460 h 2557460"/>
              <a:gd name="connsiteX5" fmla="*/ 0 w 784673"/>
              <a:gd name="connsiteY5" fmla="*/ 2168103 h 2557460"/>
              <a:gd name="connsiteX6" fmla="*/ 0 w 784673"/>
              <a:gd name="connsiteY6" fmla="*/ 2042151 h 2557460"/>
              <a:gd name="connsiteX7" fmla="*/ 0 w 784673"/>
              <a:gd name="connsiteY7" fmla="*/ 125952 h 2557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557460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431508"/>
                </a:lnTo>
                <a:lnTo>
                  <a:pt x="784673" y="2557460"/>
                </a:lnTo>
                <a:lnTo>
                  <a:pt x="0" y="2168103"/>
                </a:lnTo>
                <a:lnTo>
                  <a:pt x="0" y="2042151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37000"/>
                  </a:srgbClr>
                </a:gs>
                <a:gs pos="0">
                  <a:srgbClr val="FFFFFF">
                    <a:alpha val="1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95B3713-59BE-A1BB-0273-C59C9C2DD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012538" y="3359100"/>
            <a:ext cx="782578" cy="2549485"/>
          </a:xfrm>
          <a:custGeom>
            <a:avLst/>
            <a:gdLst>
              <a:gd name="connsiteX0" fmla="*/ 0 w 782578"/>
              <a:gd name="connsiteY0" fmla="*/ 0 h 2549485"/>
              <a:gd name="connsiteX1" fmla="*/ 782578 w 782578"/>
              <a:gd name="connsiteY1" fmla="*/ 388317 h 2549485"/>
              <a:gd name="connsiteX2" fmla="*/ 782578 w 782578"/>
              <a:gd name="connsiteY2" fmla="*/ 513933 h 2549485"/>
              <a:gd name="connsiteX3" fmla="*/ 782578 w 782578"/>
              <a:gd name="connsiteY3" fmla="*/ 2423869 h 2549485"/>
              <a:gd name="connsiteX4" fmla="*/ 782578 w 782578"/>
              <a:gd name="connsiteY4" fmla="*/ 2549485 h 2549485"/>
              <a:gd name="connsiteX5" fmla="*/ 0 w 782578"/>
              <a:gd name="connsiteY5" fmla="*/ 2161168 h 2549485"/>
              <a:gd name="connsiteX6" fmla="*/ 0 w 782578"/>
              <a:gd name="connsiteY6" fmla="*/ 2035552 h 2549485"/>
              <a:gd name="connsiteX7" fmla="*/ 0 w 782578"/>
              <a:gd name="connsiteY7" fmla="*/ 125616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49485">
                <a:moveTo>
                  <a:pt x="0" y="0"/>
                </a:moveTo>
                <a:lnTo>
                  <a:pt x="782578" y="388317"/>
                </a:lnTo>
                <a:lnTo>
                  <a:pt x="782578" y="513933"/>
                </a:lnTo>
                <a:lnTo>
                  <a:pt x="782578" y="2423869"/>
                </a:lnTo>
                <a:lnTo>
                  <a:pt x="782578" y="2549485"/>
                </a:lnTo>
                <a:lnTo>
                  <a:pt x="0" y="2161168"/>
                </a:lnTo>
                <a:lnTo>
                  <a:pt x="0" y="2035552"/>
                </a:lnTo>
                <a:lnTo>
                  <a:pt x="0" y="125616"/>
                </a:lnTo>
                <a:close/>
              </a:path>
            </a:pathLst>
          </a:custGeom>
          <a:gradFill flip="none" rotWithShape="1">
            <a:gsLst>
              <a:gs pos="100000">
                <a:srgbClr val="92C0E9">
                  <a:lumMod val="75000"/>
                  <a:alpha val="9000"/>
                </a:srgbClr>
              </a:gs>
              <a:gs pos="0">
                <a:srgbClr val="92C0E9">
                  <a:alpha val="18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000"/>
                  </a:srgbClr>
                </a:gs>
                <a:gs pos="100000">
                  <a:srgbClr val="92C0E9">
                    <a:lumMod val="50000"/>
                    <a:alpha val="27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EC49086-CB0B-EDFA-3C6C-B7EB982347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617755" y="3593791"/>
            <a:ext cx="782578" cy="2549485"/>
          </a:xfrm>
          <a:custGeom>
            <a:avLst/>
            <a:gdLst>
              <a:gd name="connsiteX0" fmla="*/ 0 w 782578"/>
              <a:gd name="connsiteY0" fmla="*/ 0 h 2549485"/>
              <a:gd name="connsiteX1" fmla="*/ 782578 w 782578"/>
              <a:gd name="connsiteY1" fmla="*/ 388317 h 2549485"/>
              <a:gd name="connsiteX2" fmla="*/ 782578 w 782578"/>
              <a:gd name="connsiteY2" fmla="*/ 513933 h 2549485"/>
              <a:gd name="connsiteX3" fmla="*/ 782578 w 782578"/>
              <a:gd name="connsiteY3" fmla="*/ 2423869 h 2549485"/>
              <a:gd name="connsiteX4" fmla="*/ 782578 w 782578"/>
              <a:gd name="connsiteY4" fmla="*/ 2549485 h 2549485"/>
              <a:gd name="connsiteX5" fmla="*/ 0 w 782578"/>
              <a:gd name="connsiteY5" fmla="*/ 2161168 h 2549485"/>
              <a:gd name="connsiteX6" fmla="*/ 0 w 782578"/>
              <a:gd name="connsiteY6" fmla="*/ 2035552 h 2549485"/>
              <a:gd name="connsiteX7" fmla="*/ 0 w 782578"/>
              <a:gd name="connsiteY7" fmla="*/ 125616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49485">
                <a:moveTo>
                  <a:pt x="0" y="0"/>
                </a:moveTo>
                <a:lnTo>
                  <a:pt x="782578" y="388317"/>
                </a:lnTo>
                <a:lnTo>
                  <a:pt x="782578" y="513933"/>
                </a:lnTo>
                <a:lnTo>
                  <a:pt x="782578" y="2423869"/>
                </a:lnTo>
                <a:lnTo>
                  <a:pt x="782578" y="2549485"/>
                </a:lnTo>
                <a:lnTo>
                  <a:pt x="0" y="2161168"/>
                </a:lnTo>
                <a:lnTo>
                  <a:pt x="0" y="2035552"/>
                </a:lnTo>
                <a:lnTo>
                  <a:pt x="0" y="125616"/>
                </a:lnTo>
                <a:close/>
              </a:path>
            </a:pathLst>
          </a:custGeom>
          <a:gradFill flip="none" rotWithShape="1">
            <a:gsLst>
              <a:gs pos="100000">
                <a:srgbClr val="92C0E9">
                  <a:lumMod val="75000"/>
                  <a:alpha val="37000"/>
                </a:srgbClr>
              </a:gs>
              <a:gs pos="0">
                <a:srgbClr val="92C0E9">
                  <a:alpha val="14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0000"/>
                  </a:srgbClr>
                </a:gs>
                <a:gs pos="100000">
                  <a:srgbClr val="92C0E9">
                    <a:lumMod val="50000"/>
                    <a:alpha val="3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28C104A-438B-E531-569B-7C7602462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36950" y="3828482"/>
            <a:ext cx="768600" cy="2549485"/>
          </a:xfrm>
          <a:custGeom>
            <a:avLst/>
            <a:gdLst>
              <a:gd name="connsiteX0" fmla="*/ 0 w 768600"/>
              <a:gd name="connsiteY0" fmla="*/ 0 h 2549485"/>
              <a:gd name="connsiteX1" fmla="*/ 768600 w 768600"/>
              <a:gd name="connsiteY1" fmla="*/ 381382 h 2549485"/>
              <a:gd name="connsiteX2" fmla="*/ 768600 w 768600"/>
              <a:gd name="connsiteY2" fmla="*/ 507334 h 2549485"/>
              <a:gd name="connsiteX3" fmla="*/ 768600 w 768600"/>
              <a:gd name="connsiteY3" fmla="*/ 2423533 h 2549485"/>
              <a:gd name="connsiteX4" fmla="*/ 768600 w 768600"/>
              <a:gd name="connsiteY4" fmla="*/ 2549485 h 2549485"/>
              <a:gd name="connsiteX5" fmla="*/ 0 w 768600"/>
              <a:gd name="connsiteY5" fmla="*/ 2168103 h 2549485"/>
              <a:gd name="connsiteX6" fmla="*/ 0 w 768600"/>
              <a:gd name="connsiteY6" fmla="*/ 2042151 h 2549485"/>
              <a:gd name="connsiteX7" fmla="*/ 0 w 768600"/>
              <a:gd name="connsiteY7" fmla="*/ 125952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49485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23533"/>
                </a:lnTo>
                <a:lnTo>
                  <a:pt x="768600" y="2549485"/>
                </a:lnTo>
                <a:lnTo>
                  <a:pt x="0" y="2168103"/>
                </a:lnTo>
                <a:lnTo>
                  <a:pt x="0" y="2042151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33000">
                  <a:srgbClr val="D8E8F7">
                    <a:alpha val="5900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2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E075595-53AD-F551-29C5-4E60825EB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842167" y="4063173"/>
            <a:ext cx="782578" cy="2549485"/>
          </a:xfrm>
          <a:custGeom>
            <a:avLst/>
            <a:gdLst>
              <a:gd name="connsiteX0" fmla="*/ 0 w 782578"/>
              <a:gd name="connsiteY0" fmla="*/ 0 h 2549485"/>
              <a:gd name="connsiteX1" fmla="*/ 782578 w 782578"/>
              <a:gd name="connsiteY1" fmla="*/ 388318 h 2549485"/>
              <a:gd name="connsiteX2" fmla="*/ 782578 w 782578"/>
              <a:gd name="connsiteY2" fmla="*/ 513933 h 2549485"/>
              <a:gd name="connsiteX3" fmla="*/ 782578 w 782578"/>
              <a:gd name="connsiteY3" fmla="*/ 2423869 h 2549485"/>
              <a:gd name="connsiteX4" fmla="*/ 782578 w 782578"/>
              <a:gd name="connsiteY4" fmla="*/ 2549485 h 2549485"/>
              <a:gd name="connsiteX5" fmla="*/ 0 w 782578"/>
              <a:gd name="connsiteY5" fmla="*/ 2161168 h 2549485"/>
              <a:gd name="connsiteX6" fmla="*/ 0 w 782578"/>
              <a:gd name="connsiteY6" fmla="*/ 2035552 h 2549485"/>
              <a:gd name="connsiteX7" fmla="*/ 0 w 782578"/>
              <a:gd name="connsiteY7" fmla="*/ 125616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49485">
                <a:moveTo>
                  <a:pt x="0" y="0"/>
                </a:moveTo>
                <a:lnTo>
                  <a:pt x="782578" y="388318"/>
                </a:lnTo>
                <a:lnTo>
                  <a:pt x="782578" y="513933"/>
                </a:lnTo>
                <a:lnTo>
                  <a:pt x="782578" y="2423869"/>
                </a:lnTo>
                <a:lnTo>
                  <a:pt x="782578" y="2549485"/>
                </a:lnTo>
                <a:lnTo>
                  <a:pt x="0" y="2161168"/>
                </a:lnTo>
                <a:lnTo>
                  <a:pt x="0" y="2035552"/>
                </a:lnTo>
                <a:lnTo>
                  <a:pt x="0" y="12561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15000">
                  <a:srgbClr val="D8E8F7">
                    <a:alpha val="2600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64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9DAA879-25A8-9540-22C7-94ADB576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447384" y="4297864"/>
            <a:ext cx="782578" cy="2549485"/>
          </a:xfrm>
          <a:custGeom>
            <a:avLst/>
            <a:gdLst>
              <a:gd name="connsiteX0" fmla="*/ 0 w 782578"/>
              <a:gd name="connsiteY0" fmla="*/ 0 h 2549485"/>
              <a:gd name="connsiteX1" fmla="*/ 782578 w 782578"/>
              <a:gd name="connsiteY1" fmla="*/ 388318 h 2549485"/>
              <a:gd name="connsiteX2" fmla="*/ 782578 w 782578"/>
              <a:gd name="connsiteY2" fmla="*/ 513933 h 2549485"/>
              <a:gd name="connsiteX3" fmla="*/ 782578 w 782578"/>
              <a:gd name="connsiteY3" fmla="*/ 2423869 h 2549485"/>
              <a:gd name="connsiteX4" fmla="*/ 782578 w 782578"/>
              <a:gd name="connsiteY4" fmla="*/ 2549485 h 2549485"/>
              <a:gd name="connsiteX5" fmla="*/ 0 w 782578"/>
              <a:gd name="connsiteY5" fmla="*/ 2161168 h 2549485"/>
              <a:gd name="connsiteX6" fmla="*/ 0 w 782578"/>
              <a:gd name="connsiteY6" fmla="*/ 2035552 h 2549485"/>
              <a:gd name="connsiteX7" fmla="*/ 0 w 782578"/>
              <a:gd name="connsiteY7" fmla="*/ 125616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49485">
                <a:moveTo>
                  <a:pt x="0" y="0"/>
                </a:moveTo>
                <a:lnTo>
                  <a:pt x="782578" y="388318"/>
                </a:lnTo>
                <a:lnTo>
                  <a:pt x="782578" y="513933"/>
                </a:lnTo>
                <a:lnTo>
                  <a:pt x="782578" y="2423869"/>
                </a:lnTo>
                <a:lnTo>
                  <a:pt x="782578" y="2549485"/>
                </a:lnTo>
                <a:lnTo>
                  <a:pt x="0" y="2161168"/>
                </a:lnTo>
                <a:lnTo>
                  <a:pt x="0" y="2035552"/>
                </a:lnTo>
                <a:lnTo>
                  <a:pt x="0" y="125616"/>
                </a:lnTo>
                <a:close/>
              </a:path>
            </a:pathLst>
          </a:custGeom>
          <a:gradFill>
            <a:gsLst>
              <a:gs pos="0">
                <a:srgbClr val="92C0E9">
                  <a:alpha val="47000"/>
                </a:srgbClr>
              </a:gs>
              <a:gs pos="61000">
                <a:srgbClr val="2F2A95">
                  <a:alpha val="8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>
                    <a:alpha val="27000"/>
                  </a:srgbClr>
                </a:gs>
                <a:gs pos="100000">
                  <a:srgbClr val="C5B4E2">
                    <a:lumMod val="50000"/>
                    <a:alpha val="65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2665918" fontAlgn="auto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A76BCF5-1DCB-9BAE-5478-C7AE67663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052601" y="4532555"/>
            <a:ext cx="782578" cy="2549485"/>
          </a:xfrm>
          <a:custGeom>
            <a:avLst/>
            <a:gdLst>
              <a:gd name="connsiteX0" fmla="*/ 0 w 782578"/>
              <a:gd name="connsiteY0" fmla="*/ 0 h 2549485"/>
              <a:gd name="connsiteX1" fmla="*/ 782578 w 782578"/>
              <a:gd name="connsiteY1" fmla="*/ 388318 h 2549485"/>
              <a:gd name="connsiteX2" fmla="*/ 782578 w 782578"/>
              <a:gd name="connsiteY2" fmla="*/ 513933 h 2549485"/>
              <a:gd name="connsiteX3" fmla="*/ 782578 w 782578"/>
              <a:gd name="connsiteY3" fmla="*/ 2423869 h 2549485"/>
              <a:gd name="connsiteX4" fmla="*/ 782578 w 782578"/>
              <a:gd name="connsiteY4" fmla="*/ 2549485 h 2549485"/>
              <a:gd name="connsiteX5" fmla="*/ 0 w 782578"/>
              <a:gd name="connsiteY5" fmla="*/ 2161168 h 2549485"/>
              <a:gd name="connsiteX6" fmla="*/ 0 w 782578"/>
              <a:gd name="connsiteY6" fmla="*/ 2035552 h 2549485"/>
              <a:gd name="connsiteX7" fmla="*/ 0 w 782578"/>
              <a:gd name="connsiteY7" fmla="*/ 125616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49485">
                <a:moveTo>
                  <a:pt x="0" y="0"/>
                </a:moveTo>
                <a:lnTo>
                  <a:pt x="782578" y="388318"/>
                </a:lnTo>
                <a:lnTo>
                  <a:pt x="782578" y="513933"/>
                </a:lnTo>
                <a:lnTo>
                  <a:pt x="782578" y="2423869"/>
                </a:lnTo>
                <a:lnTo>
                  <a:pt x="782578" y="2549485"/>
                </a:lnTo>
                <a:lnTo>
                  <a:pt x="0" y="2161168"/>
                </a:lnTo>
                <a:lnTo>
                  <a:pt x="0" y="2035552"/>
                </a:lnTo>
                <a:lnTo>
                  <a:pt x="0" y="12561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37000"/>
                  </a:srgbClr>
                </a:gs>
                <a:gs pos="0">
                  <a:srgbClr val="FFFFFF">
                    <a:alpha val="1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1A93D2F-BFFF-A1FC-A59A-B7DF8DBFC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657818" y="4767246"/>
            <a:ext cx="782578" cy="2549485"/>
          </a:xfrm>
          <a:custGeom>
            <a:avLst/>
            <a:gdLst>
              <a:gd name="connsiteX0" fmla="*/ 0 w 782578"/>
              <a:gd name="connsiteY0" fmla="*/ 0 h 2549485"/>
              <a:gd name="connsiteX1" fmla="*/ 782578 w 782578"/>
              <a:gd name="connsiteY1" fmla="*/ 388318 h 2549485"/>
              <a:gd name="connsiteX2" fmla="*/ 782578 w 782578"/>
              <a:gd name="connsiteY2" fmla="*/ 513933 h 2549485"/>
              <a:gd name="connsiteX3" fmla="*/ 782578 w 782578"/>
              <a:gd name="connsiteY3" fmla="*/ 2423869 h 2549485"/>
              <a:gd name="connsiteX4" fmla="*/ 782578 w 782578"/>
              <a:gd name="connsiteY4" fmla="*/ 2549485 h 2549485"/>
              <a:gd name="connsiteX5" fmla="*/ 0 w 782578"/>
              <a:gd name="connsiteY5" fmla="*/ 2161168 h 2549485"/>
              <a:gd name="connsiteX6" fmla="*/ 0 w 782578"/>
              <a:gd name="connsiteY6" fmla="*/ 2035552 h 2549485"/>
              <a:gd name="connsiteX7" fmla="*/ 0 w 782578"/>
              <a:gd name="connsiteY7" fmla="*/ 125616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49485">
                <a:moveTo>
                  <a:pt x="0" y="0"/>
                </a:moveTo>
                <a:lnTo>
                  <a:pt x="782578" y="388318"/>
                </a:lnTo>
                <a:lnTo>
                  <a:pt x="782578" y="513933"/>
                </a:lnTo>
                <a:lnTo>
                  <a:pt x="782578" y="2423869"/>
                </a:lnTo>
                <a:lnTo>
                  <a:pt x="782578" y="2549485"/>
                </a:lnTo>
                <a:lnTo>
                  <a:pt x="0" y="2161168"/>
                </a:lnTo>
                <a:lnTo>
                  <a:pt x="0" y="2035552"/>
                </a:lnTo>
                <a:lnTo>
                  <a:pt x="0" y="12561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33000">
                  <a:srgbClr val="D8E8F7">
                    <a:alpha val="5900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2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594BCD3-B8DD-1DEB-0DDE-06C59B9CA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263035" y="5001937"/>
            <a:ext cx="782578" cy="2549485"/>
          </a:xfrm>
          <a:custGeom>
            <a:avLst/>
            <a:gdLst>
              <a:gd name="connsiteX0" fmla="*/ 0 w 782578"/>
              <a:gd name="connsiteY0" fmla="*/ 0 h 2549485"/>
              <a:gd name="connsiteX1" fmla="*/ 782578 w 782578"/>
              <a:gd name="connsiteY1" fmla="*/ 388318 h 2549485"/>
              <a:gd name="connsiteX2" fmla="*/ 782578 w 782578"/>
              <a:gd name="connsiteY2" fmla="*/ 513933 h 2549485"/>
              <a:gd name="connsiteX3" fmla="*/ 782578 w 782578"/>
              <a:gd name="connsiteY3" fmla="*/ 2423869 h 2549485"/>
              <a:gd name="connsiteX4" fmla="*/ 782578 w 782578"/>
              <a:gd name="connsiteY4" fmla="*/ 2549485 h 2549485"/>
              <a:gd name="connsiteX5" fmla="*/ 0 w 782578"/>
              <a:gd name="connsiteY5" fmla="*/ 2161168 h 2549485"/>
              <a:gd name="connsiteX6" fmla="*/ 0 w 782578"/>
              <a:gd name="connsiteY6" fmla="*/ 2035552 h 2549485"/>
              <a:gd name="connsiteX7" fmla="*/ 0 w 782578"/>
              <a:gd name="connsiteY7" fmla="*/ 125616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49485">
                <a:moveTo>
                  <a:pt x="0" y="0"/>
                </a:moveTo>
                <a:lnTo>
                  <a:pt x="782578" y="388318"/>
                </a:lnTo>
                <a:lnTo>
                  <a:pt x="782578" y="513933"/>
                </a:lnTo>
                <a:lnTo>
                  <a:pt x="782578" y="2423869"/>
                </a:lnTo>
                <a:lnTo>
                  <a:pt x="782578" y="2549485"/>
                </a:lnTo>
                <a:lnTo>
                  <a:pt x="0" y="2161168"/>
                </a:lnTo>
                <a:lnTo>
                  <a:pt x="0" y="2035552"/>
                </a:lnTo>
                <a:lnTo>
                  <a:pt x="0" y="12561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15000">
                  <a:srgbClr val="D8E8F7">
                    <a:alpha val="26000"/>
                  </a:srgbClr>
                </a:gs>
                <a:gs pos="59600">
                  <a:srgbClr val="92C0E9">
                    <a:alpha val="50000"/>
                  </a:srgbClr>
                </a:gs>
                <a:gs pos="0">
                  <a:srgbClr val="FFFFFF">
                    <a:alpha val="64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3CCF78D-3BA6-61C3-060C-098575F0E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82230" y="5236628"/>
            <a:ext cx="768600" cy="2549485"/>
          </a:xfrm>
          <a:custGeom>
            <a:avLst/>
            <a:gdLst>
              <a:gd name="connsiteX0" fmla="*/ 0 w 768600"/>
              <a:gd name="connsiteY0" fmla="*/ 0 h 2549485"/>
              <a:gd name="connsiteX1" fmla="*/ 768600 w 768600"/>
              <a:gd name="connsiteY1" fmla="*/ 381382 h 2549485"/>
              <a:gd name="connsiteX2" fmla="*/ 768600 w 768600"/>
              <a:gd name="connsiteY2" fmla="*/ 507334 h 2549485"/>
              <a:gd name="connsiteX3" fmla="*/ 768600 w 768600"/>
              <a:gd name="connsiteY3" fmla="*/ 2423533 h 2549485"/>
              <a:gd name="connsiteX4" fmla="*/ 768600 w 768600"/>
              <a:gd name="connsiteY4" fmla="*/ 2549485 h 2549485"/>
              <a:gd name="connsiteX5" fmla="*/ 0 w 768600"/>
              <a:gd name="connsiteY5" fmla="*/ 2168103 h 2549485"/>
              <a:gd name="connsiteX6" fmla="*/ 0 w 768600"/>
              <a:gd name="connsiteY6" fmla="*/ 2042151 h 2549485"/>
              <a:gd name="connsiteX7" fmla="*/ 0 w 768600"/>
              <a:gd name="connsiteY7" fmla="*/ 125952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49485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23533"/>
                </a:lnTo>
                <a:lnTo>
                  <a:pt x="768600" y="2549485"/>
                </a:lnTo>
                <a:lnTo>
                  <a:pt x="0" y="2168103"/>
                </a:lnTo>
                <a:lnTo>
                  <a:pt x="0" y="2042151"/>
                </a:lnTo>
                <a:lnTo>
                  <a:pt x="0" y="125952"/>
                </a:lnTo>
                <a:close/>
              </a:path>
            </a:pathLst>
          </a:custGeom>
          <a:gradFill flip="none" rotWithShape="1">
            <a:gsLst>
              <a:gs pos="64000">
                <a:srgbClr val="92C0E9">
                  <a:lumMod val="75000"/>
                  <a:alpha val="56000"/>
                </a:srgbClr>
              </a:gs>
              <a:gs pos="0">
                <a:srgbClr val="92C0E9">
                  <a:alpha val="15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2000"/>
                  </a:srgbClr>
                </a:gs>
                <a:gs pos="100000">
                  <a:srgbClr val="92C0E9">
                    <a:lumMod val="50000"/>
                    <a:alpha val="2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2665918" eaLnBrk="1" fontAlgn="auto" latinLnBrk="0" hangingPunct="1">
              <a:lnSpc>
                <a:spcPct val="10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58F9CAC-AEAA-037E-B18E-98340119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487447" y="5471319"/>
            <a:ext cx="782578" cy="2549485"/>
          </a:xfrm>
          <a:custGeom>
            <a:avLst/>
            <a:gdLst>
              <a:gd name="connsiteX0" fmla="*/ 0 w 782578"/>
              <a:gd name="connsiteY0" fmla="*/ 0 h 2549485"/>
              <a:gd name="connsiteX1" fmla="*/ 782578 w 782578"/>
              <a:gd name="connsiteY1" fmla="*/ 388318 h 2549485"/>
              <a:gd name="connsiteX2" fmla="*/ 782578 w 782578"/>
              <a:gd name="connsiteY2" fmla="*/ 513933 h 2549485"/>
              <a:gd name="connsiteX3" fmla="*/ 782578 w 782578"/>
              <a:gd name="connsiteY3" fmla="*/ 2423869 h 2549485"/>
              <a:gd name="connsiteX4" fmla="*/ 782578 w 782578"/>
              <a:gd name="connsiteY4" fmla="*/ 2549485 h 2549485"/>
              <a:gd name="connsiteX5" fmla="*/ 0 w 782578"/>
              <a:gd name="connsiteY5" fmla="*/ 2161168 h 2549485"/>
              <a:gd name="connsiteX6" fmla="*/ 0 w 782578"/>
              <a:gd name="connsiteY6" fmla="*/ 2035552 h 2549485"/>
              <a:gd name="connsiteX7" fmla="*/ 0 w 782578"/>
              <a:gd name="connsiteY7" fmla="*/ 125616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49485">
                <a:moveTo>
                  <a:pt x="0" y="0"/>
                </a:moveTo>
                <a:lnTo>
                  <a:pt x="782578" y="388318"/>
                </a:lnTo>
                <a:lnTo>
                  <a:pt x="782578" y="513933"/>
                </a:lnTo>
                <a:lnTo>
                  <a:pt x="782578" y="2423869"/>
                </a:lnTo>
                <a:lnTo>
                  <a:pt x="782578" y="2549485"/>
                </a:lnTo>
                <a:lnTo>
                  <a:pt x="0" y="2161168"/>
                </a:lnTo>
                <a:lnTo>
                  <a:pt x="0" y="2035552"/>
                </a:lnTo>
                <a:lnTo>
                  <a:pt x="0" y="12561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37000"/>
                  </a:srgbClr>
                </a:gs>
                <a:gs pos="0">
                  <a:srgbClr val="FFFFFF">
                    <a:alpha val="1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AC24C9C-8B3C-ACF8-1598-C6EEA27E9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106642" y="5706010"/>
            <a:ext cx="768600" cy="2549485"/>
          </a:xfrm>
          <a:custGeom>
            <a:avLst/>
            <a:gdLst>
              <a:gd name="connsiteX0" fmla="*/ 0 w 768600"/>
              <a:gd name="connsiteY0" fmla="*/ 0 h 2549485"/>
              <a:gd name="connsiteX1" fmla="*/ 768600 w 768600"/>
              <a:gd name="connsiteY1" fmla="*/ 381382 h 2549485"/>
              <a:gd name="connsiteX2" fmla="*/ 768600 w 768600"/>
              <a:gd name="connsiteY2" fmla="*/ 507334 h 2549485"/>
              <a:gd name="connsiteX3" fmla="*/ 768600 w 768600"/>
              <a:gd name="connsiteY3" fmla="*/ 2423533 h 2549485"/>
              <a:gd name="connsiteX4" fmla="*/ 768600 w 768600"/>
              <a:gd name="connsiteY4" fmla="*/ 2549485 h 2549485"/>
              <a:gd name="connsiteX5" fmla="*/ 0 w 768600"/>
              <a:gd name="connsiteY5" fmla="*/ 2168103 h 2549485"/>
              <a:gd name="connsiteX6" fmla="*/ 0 w 768600"/>
              <a:gd name="connsiteY6" fmla="*/ 2042151 h 2549485"/>
              <a:gd name="connsiteX7" fmla="*/ 0 w 768600"/>
              <a:gd name="connsiteY7" fmla="*/ 125952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49485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23533"/>
                </a:lnTo>
                <a:lnTo>
                  <a:pt x="768600" y="2549485"/>
                </a:lnTo>
                <a:lnTo>
                  <a:pt x="0" y="2168103"/>
                </a:lnTo>
                <a:lnTo>
                  <a:pt x="0" y="2042151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37000"/>
                  </a:srgbClr>
                </a:gs>
                <a:gs pos="0">
                  <a:srgbClr val="FFFFFF">
                    <a:alpha val="1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C2D617F-74B1-2307-B8FB-2F882981A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208444"/>
            <a:ext cx="768600" cy="2559751"/>
          </a:xfrm>
          <a:custGeom>
            <a:avLst/>
            <a:gdLst>
              <a:gd name="connsiteX0" fmla="*/ 0 w 768600"/>
              <a:gd name="connsiteY0" fmla="*/ 0 h 2559751"/>
              <a:gd name="connsiteX1" fmla="*/ 768600 w 768600"/>
              <a:gd name="connsiteY1" fmla="*/ 381382 h 2559751"/>
              <a:gd name="connsiteX2" fmla="*/ 768600 w 768600"/>
              <a:gd name="connsiteY2" fmla="*/ 507334 h 2559751"/>
              <a:gd name="connsiteX3" fmla="*/ 768600 w 768600"/>
              <a:gd name="connsiteY3" fmla="*/ 2433799 h 2559751"/>
              <a:gd name="connsiteX4" fmla="*/ 768600 w 768600"/>
              <a:gd name="connsiteY4" fmla="*/ 2559751 h 2559751"/>
              <a:gd name="connsiteX5" fmla="*/ 0 w 768600"/>
              <a:gd name="connsiteY5" fmla="*/ 2178369 h 2559751"/>
              <a:gd name="connsiteX6" fmla="*/ 0 w 768600"/>
              <a:gd name="connsiteY6" fmla="*/ 2052417 h 2559751"/>
              <a:gd name="connsiteX7" fmla="*/ 0 w 768600"/>
              <a:gd name="connsiteY7" fmla="*/ 125952 h 2559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559751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433799"/>
                </a:lnTo>
                <a:lnTo>
                  <a:pt x="768600" y="2559751"/>
                </a:lnTo>
                <a:lnTo>
                  <a:pt x="0" y="2178369"/>
                </a:lnTo>
                <a:lnTo>
                  <a:pt x="0" y="2052417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37000"/>
                  </a:srgbClr>
                </a:gs>
                <a:gs pos="0">
                  <a:srgbClr val="FFFFFF">
                    <a:alpha val="1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83E91A2-BCB4-1CC0-C040-EBCB01201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711859" y="5940703"/>
            <a:ext cx="782578" cy="2549485"/>
          </a:xfrm>
          <a:custGeom>
            <a:avLst/>
            <a:gdLst>
              <a:gd name="connsiteX0" fmla="*/ 0 w 782578"/>
              <a:gd name="connsiteY0" fmla="*/ 0 h 2549485"/>
              <a:gd name="connsiteX1" fmla="*/ 782578 w 782578"/>
              <a:gd name="connsiteY1" fmla="*/ 388318 h 2549485"/>
              <a:gd name="connsiteX2" fmla="*/ 782578 w 782578"/>
              <a:gd name="connsiteY2" fmla="*/ 513933 h 2549485"/>
              <a:gd name="connsiteX3" fmla="*/ 782578 w 782578"/>
              <a:gd name="connsiteY3" fmla="*/ 2423869 h 2549485"/>
              <a:gd name="connsiteX4" fmla="*/ 782578 w 782578"/>
              <a:gd name="connsiteY4" fmla="*/ 2549485 h 2549485"/>
              <a:gd name="connsiteX5" fmla="*/ 0 w 782578"/>
              <a:gd name="connsiteY5" fmla="*/ 2161168 h 2549485"/>
              <a:gd name="connsiteX6" fmla="*/ 0 w 782578"/>
              <a:gd name="connsiteY6" fmla="*/ 2035552 h 2549485"/>
              <a:gd name="connsiteX7" fmla="*/ 0 w 782578"/>
              <a:gd name="connsiteY7" fmla="*/ 125616 h 254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578" h="2549485">
                <a:moveTo>
                  <a:pt x="0" y="0"/>
                </a:moveTo>
                <a:lnTo>
                  <a:pt x="782578" y="388318"/>
                </a:lnTo>
                <a:lnTo>
                  <a:pt x="782578" y="513933"/>
                </a:lnTo>
                <a:lnTo>
                  <a:pt x="782578" y="2423869"/>
                </a:lnTo>
                <a:lnTo>
                  <a:pt x="782578" y="2549485"/>
                </a:lnTo>
                <a:lnTo>
                  <a:pt x="0" y="2161168"/>
                </a:lnTo>
                <a:lnTo>
                  <a:pt x="0" y="2035552"/>
                </a:lnTo>
                <a:lnTo>
                  <a:pt x="0" y="125616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9600">
                  <a:srgbClr val="92C0E9">
                    <a:alpha val="37000"/>
                  </a:srgbClr>
                </a:gs>
                <a:gs pos="0">
                  <a:srgbClr val="FFFFFF">
                    <a:alpha val="11000"/>
                  </a:srgbClr>
                </a:gs>
                <a:gs pos="100000">
                  <a:srgbClr val="2F2A95">
                    <a:alpha val="6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48209" tIns="74105" rIns="148209" bIns="7410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2665918" fontAlgn="auto">
              <a:lnSpc>
                <a:spcPct val="90000"/>
              </a:lnSpc>
              <a:spcBef>
                <a:spcPts val="2918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945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141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03889 L 0 -2.59259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-0.03472 L 0 -3.33333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path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25E-6 0.03889 L 1.25E-6 1.85185E-6 " pathEditMode="relative" rAng="0" ptsTypes="AA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771048 0.5101743 E" pathEditMode="relative" ptsTypes="">
                                      <p:cBhvr>
                                        <p:cTn id="102" dur="150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456536 0.4760623 E" pathEditMode="relative" ptsTypes="">
                                      <p:cBhvr>
                                        <p:cTn id="104" dur="15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142019 0.4419503 E" pathEditMode="relative" ptsTypes="">
                                      <p:cBhvr>
                                        <p:cTn id="106" dur="15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827504 0.4078383 E" pathEditMode="relative" ptsTypes="">
                                      <p:cBhvr>
                                        <p:cTn id="108" dur="15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512987 0.3737263 E" pathEditMode="relative" ptsTypes="">
                                      <p:cBhvr>
                                        <p:cTn id="110" dur="15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19188 0.3390329 E" pathEditMode="relative" ptsTypes="">
                                      <p:cBhvr>
                                        <p:cTn id="112" dur="15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870772 0.3043395 E" pathEditMode="relative" ptsTypes="">
                                      <p:cBhvr>
                                        <p:cTn id="114" dur="15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56256 0.2702275 E" pathEditMode="relative" ptsTypes="">
                                      <p:cBhvr>
                                        <p:cTn id="116" dur="15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236007 0.2361155 E" pathEditMode="relative" ptsTypes="">
                                      <p:cBhvr>
                                        <p:cTn id="118" dur="15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910026 0.2020035 E" pathEditMode="relative" ptsTypes="">
                                      <p:cBhvr>
                                        <p:cTn id="120" dur="15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584045 0.1678915 E" pathEditMode="relative" ptsTypes="">
                                      <p:cBhvr>
                                        <p:cTn id="122" dur="15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258064 0.1337796 E" pathEditMode="relative" ptsTypes="">
                                      <p:cBhvr>
                                        <p:cTn id="124" dur="15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9.378158E-02 9.966815E-02 E" pathEditMode="relative" ptsTypes="">
                                      <p:cBhvr>
                                        <p:cTn id="126" dur="15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9.289042E-02 -0.1137249 E" pathEditMode="relative" ptsTypes="">
                                      <p:cBhvr>
                                        <p:cTn id="128" dur="150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3573 -0.1485279 E" pathEditMode="relative" ptsTypes="">
                                      <p:cBhvr>
                                        <p:cTn id="130" dur="15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77378 -0.1827494 E" pathEditMode="relative" ptsTypes="">
                                      <p:cBhvr>
                                        <p:cTn id="132" dur="15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895451 -0.2169708 E" pathEditMode="relative" ptsTypes="">
                                      <p:cBhvr>
                                        <p:cTn id="134" dur="1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213523 -0.2511923 E" pathEditMode="relative" ptsTypes="">
                                      <p:cBhvr>
                                        <p:cTn id="136" dur="15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37328 -0.2854138 E" pathEditMode="relative" ptsTypes="">
                                      <p:cBhvr>
                                        <p:cTn id="138" dur="15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861133 -0.3196353 E" pathEditMode="relative" ptsTypes="">
                                      <p:cBhvr>
                                        <p:cTn id="140" dur="15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184938 -0.3538568 E" pathEditMode="relative" ptsTypes="">
                                      <p:cBhvr>
                                        <p:cTn id="142" dur="1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508743 -0.3880783 E" pathEditMode="relative" ptsTypes="">
                                      <p:cBhvr>
                                        <p:cTn id="144" dur="150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826816 -0.4222998 E" pathEditMode="relative" ptsTypes="">
                                      <p:cBhvr>
                                        <p:cTn id="146" dur="15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144888 -0.4565213 E" pathEditMode="relative" ptsTypes="">
                                      <p:cBhvr>
                                        <p:cTn id="148" dur="150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462961 -0.4907427 E" pathEditMode="relative" ptsTypes="">
                                      <p:cBhvr>
                                        <p:cTn id="150" dur="15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781033 -0.5249646 E" pathEditMode="relative" ptsTypes="">
                                      <p:cBhvr>
                                        <p:cTn id="152" dur="15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6" grpId="1"/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0 -0.03472 L 0 -3.33333E-6 " pathEditMode="relative" rAng="0" ptsTypes="AA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ER END"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3BE562-CC54-E713-F3C4-483C147FEFEF}"/>
              </a:ext>
            </a:extLst>
          </p:cNvPr>
          <p:cNvSpPr/>
          <p:nvPr userDrawn="1"/>
        </p:nvSpPr>
        <p:spPr>
          <a:xfrm>
            <a:off x="571501" y="571500"/>
            <a:ext cx="11049000" cy="571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8000" b="1">
                <a:solidFill>
                  <a:schemeClr val="tx1"/>
                </a:solidFill>
                <a:latin typeface="+mn-lt"/>
              </a:rPr>
              <a:t xml:space="preserve">MASTER END </a:t>
            </a:r>
            <a:br>
              <a:rPr lang="en-US" sz="8000">
                <a:solidFill>
                  <a:schemeClr val="tx1"/>
                </a:solidFill>
                <a:latin typeface="+mn-lt"/>
              </a:rPr>
            </a:br>
            <a:r>
              <a:rPr lang="en-US" sz="8000">
                <a:solidFill>
                  <a:schemeClr val="tx1"/>
                </a:solidFill>
                <a:latin typeface="+mn-lt"/>
              </a:rPr>
              <a:t>DELETE ANY MASTER LAYOUTS BEYOND THIS POINT</a:t>
            </a:r>
            <a:endParaRPr lang="en-US" sz="54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396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D9EDAB84-7CD5-33C6-2CD8-F5E79A4E634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352802" y="355600"/>
            <a:ext cx="2679700" cy="787400"/>
          </a:xfrm>
        </p:spPr>
        <p:txBody>
          <a:bodyPr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</a:t>
            </a:r>
            <a:br>
              <a:rPr lang="en-US"/>
            </a:br>
            <a:r>
              <a:rPr lang="en-US"/>
              <a:t>additional logo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2C2119-78F4-9184-FB31-A0593C55D7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6101" y="1524001"/>
            <a:ext cx="7023100" cy="2317750"/>
          </a:xfrm>
        </p:spPr>
        <p:txBody>
          <a:bodyPr vert="horz" lIns="0" tIns="0" rIns="72000" bIns="0" rtlCol="0" anchor="b" anchorCtr="0">
            <a:normAutofit/>
          </a:bodyPr>
          <a:lstStyle>
            <a:lvl1pPr>
              <a:defRPr lang="en-US" sz="3300" dirty="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 lvl="0">
              <a:spcAft>
                <a:spcPts val="0"/>
              </a:spcAft>
              <a:buClrTx/>
              <a:buSzTx/>
              <a:buFontTx/>
            </a:pPr>
            <a:r>
              <a:rPr lang="en-US"/>
              <a:t>Click to Add Title, Use Font Size 44, Title Case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E8C6115-E794-4726-A3EE-ED83C2ACA1A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6101" y="3967163"/>
            <a:ext cx="7023100" cy="1224466"/>
          </a:xfr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3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subtitle, use font size 18, sentence case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8EAADFB-8AFD-ED1B-5C80-B8AACDB6C1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0978" y="459740"/>
            <a:ext cx="2219325" cy="591820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D432749-49AB-9C13-2F55-5F493992C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636181" y="2608096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25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E47A993D-77DC-C92E-3FCF-969998697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243845" y="2846440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35000"/>
                  </a:schemeClr>
                </a:gs>
                <a:gs pos="85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C2584888-A83D-96D7-BBE7-1879FE364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851509" y="3084784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alpha val="56000"/>
                </a:srgbClr>
              </a:gs>
              <a:gs pos="100000">
                <a:srgbClr val="00B2A9">
                  <a:alpha val="35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>
                    <a:alpha val="27000"/>
                  </a:srgbClr>
                </a:gs>
                <a:gs pos="100000">
                  <a:srgbClr val="00B2A9">
                    <a:lumMod val="50000"/>
                    <a:alpha val="29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1999439" fontAlgn="auto">
              <a:lnSpc>
                <a:spcPct val="10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040E35AF-37D8-ED7F-48C8-855E6EBD9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459172" y="3323128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3">
                    <a:alpha val="24000"/>
                  </a:scheme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A27DE93E-0C04-D6AD-BDDD-135166323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066836" y="3551947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098">
                  <a:schemeClr val="tx2">
                    <a:alpha val="36000"/>
                  </a:schemeClr>
                </a:gs>
                <a:gs pos="26000">
                  <a:schemeClr val="accent2">
                    <a:alpha val="96000"/>
                  </a:schemeClr>
                </a:gs>
                <a:gs pos="85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77EB9C6-AF09-FD81-8FC1-D6EFDEAAD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674498" y="3799816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gradFill flip="none" rotWithShape="1">
            <a:gsLst>
              <a:gs pos="100000">
                <a:srgbClr val="2F2A95">
                  <a:alpha val="31000"/>
                </a:srgbClr>
              </a:gs>
              <a:gs pos="0">
                <a:srgbClr val="92C0E9">
                  <a:alpha val="77000"/>
                </a:srgbClr>
              </a:gs>
              <a:gs pos="64198">
                <a:srgbClr val="C5B4E2">
                  <a:alpha val="61000"/>
                </a:srgbClr>
              </a:gs>
              <a:gs pos="33000">
                <a:srgbClr val="92C0E9">
                  <a:alpha val="78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lumMod val="75000"/>
                    <a:alpha val="27000"/>
                  </a:srgbClr>
                </a:gs>
                <a:gs pos="100000">
                  <a:srgbClr val="2F2A95">
                    <a:alpha val="2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1999439" fontAlgn="auto">
              <a:lnSpc>
                <a:spcPct val="10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8658E627-937F-3F95-9BBB-2B6CCE073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282162" y="4038160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3">
                    <a:alpha val="23000"/>
                  </a:schemeClr>
                </a:gs>
                <a:gs pos="100000">
                  <a:srgbClr val="2F2A95">
                    <a:alpha val="11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A805227E-1BD9-ED14-BD3B-98CB4272C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889825" y="4276504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gradFill>
            <a:gsLst>
              <a:gs pos="49500">
                <a:srgbClr val="92C0E9">
                  <a:lumMod val="95000"/>
                  <a:alpha val="53000"/>
                </a:srgbClr>
              </a:gs>
              <a:gs pos="0">
                <a:srgbClr val="00B2A9">
                  <a:alpha val="25000"/>
                </a:srgbClr>
              </a:gs>
              <a:gs pos="100000">
                <a:srgbClr val="C5B4E2">
                  <a:alpha val="7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27000">
                  <a:srgbClr val="00B2A9">
                    <a:alpha val="63000"/>
                  </a:srgbClr>
                </a:gs>
                <a:gs pos="100000">
                  <a:srgbClr val="C5B4E2">
                    <a:alpha val="44000"/>
                  </a:srgbClr>
                </a:gs>
                <a:gs pos="0">
                  <a:srgbClr val="006990">
                    <a:alpha val="1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1999439" fontAlgn="auto">
              <a:lnSpc>
                <a:spcPct val="10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D61E46A-C93D-DE76-B052-2FE584D6F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497489" y="4514848"/>
            <a:ext cx="784673" cy="2986532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2098">
                  <a:schemeClr val="tx2">
                    <a:alpha val="36000"/>
                  </a:schemeClr>
                </a:gs>
                <a:gs pos="26000">
                  <a:schemeClr val="accent2">
                    <a:alpha val="96000"/>
                  </a:schemeClr>
                </a:gs>
                <a:gs pos="85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474F712E-83EE-46A5-0891-041C28DF1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21224" y="4753195"/>
            <a:ext cx="768600" cy="2978557"/>
          </a:xfrm>
          <a:custGeom>
            <a:avLst/>
            <a:gdLst>
              <a:gd name="connsiteX0" fmla="*/ 0 w 768600"/>
              <a:gd name="connsiteY0" fmla="*/ 0 h 2978557"/>
              <a:gd name="connsiteX1" fmla="*/ 768600 w 768600"/>
              <a:gd name="connsiteY1" fmla="*/ 381382 h 2978557"/>
              <a:gd name="connsiteX2" fmla="*/ 768600 w 768600"/>
              <a:gd name="connsiteY2" fmla="*/ 507334 h 2978557"/>
              <a:gd name="connsiteX3" fmla="*/ 768600 w 768600"/>
              <a:gd name="connsiteY3" fmla="*/ 2852605 h 2978557"/>
              <a:gd name="connsiteX4" fmla="*/ 768600 w 768600"/>
              <a:gd name="connsiteY4" fmla="*/ 2978557 h 2978557"/>
              <a:gd name="connsiteX5" fmla="*/ 0 w 768600"/>
              <a:gd name="connsiteY5" fmla="*/ 2597175 h 2978557"/>
              <a:gd name="connsiteX6" fmla="*/ 0 w 768600"/>
              <a:gd name="connsiteY6" fmla="*/ 2471223 h 2978557"/>
              <a:gd name="connsiteX7" fmla="*/ 0 w 768600"/>
              <a:gd name="connsiteY7" fmla="*/ 125952 h 2978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978557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852605"/>
                </a:lnTo>
                <a:lnTo>
                  <a:pt x="768600" y="2978557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48000"/>
                  </a:schemeClr>
                </a:gs>
                <a:gs pos="85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3B7E441C-51F1-7E00-07D5-4AC6B5695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714909" y="4987551"/>
            <a:ext cx="782579" cy="2978557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gradFill>
            <a:gsLst>
              <a:gs pos="100000">
                <a:srgbClr val="C5B4E2">
                  <a:lumMod val="75000"/>
                  <a:alpha val="62000"/>
                </a:srgbClr>
              </a:gs>
              <a:gs pos="0">
                <a:srgbClr val="92C0E9">
                  <a:alpha val="40000"/>
                </a:srgbClr>
              </a:gs>
              <a:gs pos="61000">
                <a:srgbClr val="2F2A95">
                  <a:alpha val="42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>
                    <a:alpha val="27000"/>
                  </a:srgbClr>
                </a:gs>
                <a:gs pos="100000">
                  <a:srgbClr val="C5B4E2">
                    <a:lumMod val="50000"/>
                    <a:alpha val="65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1999439" fontAlgn="auto">
              <a:lnSpc>
                <a:spcPct val="10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1EE2E1F7-5171-B1DF-459C-B0BCE535D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338645" y="5225896"/>
            <a:ext cx="782579" cy="2978557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48000"/>
                  </a:schemeClr>
                </a:gs>
                <a:gs pos="85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C40F6526-35CD-A5E9-72DC-F3E3AEA3A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932332" y="5464239"/>
            <a:ext cx="782579" cy="2978557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25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0865AB97-9EA3-83A9-935D-341808728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70045" y="5698597"/>
            <a:ext cx="768600" cy="2978557"/>
          </a:xfrm>
          <a:custGeom>
            <a:avLst/>
            <a:gdLst>
              <a:gd name="connsiteX0" fmla="*/ 0 w 768600"/>
              <a:gd name="connsiteY0" fmla="*/ 0 h 2978557"/>
              <a:gd name="connsiteX1" fmla="*/ 768600 w 768600"/>
              <a:gd name="connsiteY1" fmla="*/ 381382 h 2978557"/>
              <a:gd name="connsiteX2" fmla="*/ 768600 w 768600"/>
              <a:gd name="connsiteY2" fmla="*/ 507334 h 2978557"/>
              <a:gd name="connsiteX3" fmla="*/ 768600 w 768600"/>
              <a:gd name="connsiteY3" fmla="*/ 2852605 h 2978557"/>
              <a:gd name="connsiteX4" fmla="*/ 768600 w 768600"/>
              <a:gd name="connsiteY4" fmla="*/ 2978557 h 2978557"/>
              <a:gd name="connsiteX5" fmla="*/ 0 w 768600"/>
              <a:gd name="connsiteY5" fmla="*/ 2597175 h 2978557"/>
              <a:gd name="connsiteX6" fmla="*/ 0 w 768600"/>
              <a:gd name="connsiteY6" fmla="*/ 2471223 h 2978557"/>
              <a:gd name="connsiteX7" fmla="*/ 0 w 768600"/>
              <a:gd name="connsiteY7" fmla="*/ 125952 h 2978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978557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852605"/>
                </a:lnTo>
                <a:lnTo>
                  <a:pt x="768600" y="2978557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gradFill flip="none" rotWithShape="1">
            <a:gsLst>
              <a:gs pos="64000">
                <a:srgbClr val="92C0E9">
                  <a:lumMod val="75000"/>
                  <a:alpha val="56000"/>
                </a:srgbClr>
              </a:gs>
              <a:gs pos="0">
                <a:srgbClr val="92C0E9">
                  <a:alpha val="15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2000"/>
                  </a:srgbClr>
                </a:gs>
                <a:gs pos="100000">
                  <a:srgbClr val="92C0E9">
                    <a:lumMod val="50000"/>
                    <a:alpha val="25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defTabSz="1999439" eaLnBrk="1" fontAlgn="auto" latinLnBrk="0" hangingPunct="1">
              <a:lnSpc>
                <a:spcPct val="10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  <a:defRPr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7213E18-1E8E-A7D7-F5B1-E9FD1E3CE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149753" y="5932953"/>
            <a:ext cx="782579" cy="2978557"/>
          </a:xfrm>
          <a:custGeom>
            <a:avLst/>
            <a:gdLst>
              <a:gd name="connsiteX0" fmla="*/ 0 w 784673"/>
              <a:gd name="connsiteY0" fmla="*/ 0 h 2986532"/>
              <a:gd name="connsiteX1" fmla="*/ 784673 w 784673"/>
              <a:gd name="connsiteY1" fmla="*/ 389357 h 2986532"/>
              <a:gd name="connsiteX2" fmla="*/ 784673 w 784673"/>
              <a:gd name="connsiteY2" fmla="*/ 515309 h 2986532"/>
              <a:gd name="connsiteX3" fmla="*/ 784673 w 784673"/>
              <a:gd name="connsiteY3" fmla="*/ 2860580 h 2986532"/>
              <a:gd name="connsiteX4" fmla="*/ 784673 w 784673"/>
              <a:gd name="connsiteY4" fmla="*/ 2986532 h 2986532"/>
              <a:gd name="connsiteX5" fmla="*/ 0 w 784673"/>
              <a:gd name="connsiteY5" fmla="*/ 2597175 h 2986532"/>
              <a:gd name="connsiteX6" fmla="*/ 0 w 784673"/>
              <a:gd name="connsiteY6" fmla="*/ 2471223 h 2986532"/>
              <a:gd name="connsiteX7" fmla="*/ 0 w 784673"/>
              <a:gd name="connsiteY7" fmla="*/ 125952 h 298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4673" h="2986532">
                <a:moveTo>
                  <a:pt x="0" y="0"/>
                </a:moveTo>
                <a:lnTo>
                  <a:pt x="784673" y="389357"/>
                </a:lnTo>
                <a:lnTo>
                  <a:pt x="784673" y="515309"/>
                </a:lnTo>
                <a:lnTo>
                  <a:pt x="784673" y="2860580"/>
                </a:lnTo>
                <a:lnTo>
                  <a:pt x="784673" y="2986532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25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56595100-5D1E-6911-4DA6-CF07BE9C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88053" y="297670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25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64714D12-C61B-B3FB-E14B-E42AA862A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36185" y="431981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lumMod val="94000"/>
                  <a:alpha val="13000"/>
                </a:srgbClr>
              </a:gs>
              <a:gs pos="100000">
                <a:srgbClr val="2F2A95">
                  <a:alpha val="35000"/>
                </a:srgbClr>
              </a:gs>
              <a:gs pos="72000">
                <a:srgbClr val="00B2A9">
                  <a:alpha val="31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>
                    <a:alpha val="7000"/>
                  </a:srgbClr>
                </a:gs>
                <a:gs pos="100000">
                  <a:srgbClr val="2F2A95">
                    <a:alpha val="8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1999439" fontAlgn="auto">
              <a:lnSpc>
                <a:spcPct val="10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9EC375A1-BC13-0249-7E06-3EA920846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82557" y="583990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78E3DE">
                  <a:alpha val="34000"/>
                </a:srgbClr>
              </a:gs>
              <a:gs pos="99000">
                <a:srgbClr val="00B2A9">
                  <a:alpha val="23000"/>
                  <a:lumMod val="99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00B2A9">
                    <a:lumMod val="99000"/>
                    <a:alpha val="20000"/>
                  </a:srgbClr>
                </a:gs>
                <a:gs pos="100000">
                  <a:srgbClr val="00B2A9">
                    <a:lumMod val="50000"/>
                    <a:alpha val="16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1999439" fontAlgn="auto">
              <a:lnSpc>
                <a:spcPct val="10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6828F9B8-13EA-E4B2-D960-EDA8AAA61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30689" y="736000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100000">
                <a:srgbClr val="92C0E9">
                  <a:lumMod val="75000"/>
                  <a:alpha val="37000"/>
                </a:srgbClr>
              </a:gs>
              <a:gs pos="0">
                <a:srgbClr val="92C0E9">
                  <a:alpha val="14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0000"/>
                  </a:srgbClr>
                </a:gs>
                <a:gs pos="100000">
                  <a:srgbClr val="92C0E9">
                    <a:lumMod val="50000"/>
                    <a:alpha val="30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1999439" fontAlgn="auto">
              <a:lnSpc>
                <a:spcPct val="10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BC0A8A4F-DE49-627C-11D0-05B9FF27B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77060" y="888009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25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AA930432-3D92-263D-6B77-16502C12F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25192" y="1040016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25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0D97A97D-244B-DD2A-8D9B-66A4BF356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71562" y="1192026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000">
                  <a:schemeClr val="accent2">
                    <a:alpha val="84000"/>
                    <a:lumMod val="98000"/>
                  </a:schemeClr>
                </a:gs>
                <a:gs pos="0">
                  <a:schemeClr val="tx2">
                    <a:alpha val="30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FCC9441E-4477-4E9A-D1FA-9FFB082CB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19694" y="1344035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0">
                <a:srgbClr val="C5B4E2">
                  <a:alpha val="35000"/>
                </a:srgbClr>
              </a:gs>
              <a:gs pos="100000">
                <a:srgbClr val="2F2A95">
                  <a:alpha val="31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>
                    <a:alpha val="20000"/>
                  </a:srgbClr>
                </a:gs>
                <a:gs pos="99000">
                  <a:srgbClr val="2F2A95">
                    <a:alpha val="18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1999439" fontAlgn="auto">
              <a:lnSpc>
                <a:spcPct val="10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F044F45C-225C-CAEA-5680-945EF3685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66065" y="1496044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25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E44F283C-E07E-2435-0C49-2DB2F38DC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14197" y="1648054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0">
                  <a:schemeClr val="accent2">
                    <a:alpha val="25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EAC1BC38-CFA9-527C-8C31-1885BFA78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860569" y="1800063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 flip="none" rotWithShape="1">
            <a:gsLst>
              <a:gs pos="99083">
                <a:srgbClr val="006990">
                  <a:alpha val="25000"/>
                </a:srgbClr>
              </a:gs>
              <a:gs pos="41000">
                <a:srgbClr val="92C0E9">
                  <a:alpha val="42000"/>
                </a:srgbClr>
              </a:gs>
              <a:gs pos="59000">
                <a:srgbClr val="92C0E9">
                  <a:alpha val="63000"/>
                </a:srgbClr>
              </a:gs>
              <a:gs pos="0">
                <a:srgbClr val="C5B4E2">
                  <a:lumMod val="75000"/>
                  <a:alpha val="28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C5B4E2">
                    <a:alpha val="36000"/>
                  </a:srgbClr>
                </a:gs>
                <a:gs pos="100000">
                  <a:srgbClr val="92C0E9">
                    <a:alpha val="29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1999439" rtl="0" fontAlgn="auto">
              <a:lnSpc>
                <a:spcPct val="10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6" name="Graphic 10">
            <a:extLst>
              <a:ext uri="{FF2B5EF4-FFF2-40B4-BE49-F238E27FC236}">
                <a16:creationId xmlns:a16="http://schemas.microsoft.com/office/drawing/2014/main" id="{65CBE98D-B615-065A-B2B2-E4D4CDD5F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8598129" y="1952072"/>
            <a:ext cx="516068" cy="1881363"/>
          </a:xfrm>
          <a:custGeom>
            <a:avLst/>
            <a:gdLst>
              <a:gd name="connsiteX0" fmla="*/ 1245597 w 1245596"/>
              <a:gd name="connsiteY0" fmla="*/ 4540912 h 4540911"/>
              <a:gd name="connsiteX1" fmla="*/ 0 w 1245596"/>
              <a:gd name="connsiteY1" fmla="*/ 3922843 h 4540911"/>
              <a:gd name="connsiteX2" fmla="*/ 0 w 1245596"/>
              <a:gd name="connsiteY2" fmla="*/ 0 h 4540911"/>
              <a:gd name="connsiteX3" fmla="*/ 1245597 w 1245596"/>
              <a:gd name="connsiteY3" fmla="*/ 618069 h 4540911"/>
              <a:gd name="connsiteX4" fmla="*/ 1245597 w 1245596"/>
              <a:gd name="connsiteY4" fmla="*/ 4540912 h 4540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596" h="4540911">
                <a:moveTo>
                  <a:pt x="1245597" y="4540912"/>
                </a:moveTo>
                <a:lnTo>
                  <a:pt x="0" y="3922843"/>
                </a:lnTo>
                <a:lnTo>
                  <a:pt x="0" y="0"/>
                </a:lnTo>
                <a:lnTo>
                  <a:pt x="1245597" y="618069"/>
                </a:lnTo>
                <a:lnTo>
                  <a:pt x="1245597" y="4540912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5000">
                  <a:schemeClr val="accent2">
                    <a:alpha val="84000"/>
                    <a:lumMod val="98000"/>
                  </a:schemeClr>
                </a:gs>
                <a:gs pos="0">
                  <a:schemeClr val="tx2">
                    <a:alpha val="41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5F2DA4C3-FEE7-7C4B-A2DD-736153845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55072" y="2109325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gradFill>
            <a:gsLst>
              <a:gs pos="100000">
                <a:srgbClr val="2F2A95">
                  <a:lumMod val="96000"/>
                  <a:alpha val="32000"/>
                </a:srgbClr>
              </a:gs>
              <a:gs pos="0">
                <a:srgbClr val="92C0E9">
                  <a:alpha val="30000"/>
                </a:srgbClr>
              </a:gs>
            </a:gsLst>
            <a:lin ang="6900000" scaled="0"/>
          </a:gradFill>
          <a:ln w="19050" cap="flat">
            <a:gradFill flip="none" rotWithShape="1">
              <a:gsLst>
                <a:gs pos="0">
                  <a:srgbClr val="92C0E9">
                    <a:lumMod val="98000"/>
                    <a:alpha val="27000"/>
                  </a:srgbClr>
                </a:gs>
                <a:gs pos="100000">
                  <a:srgbClr val="2F2A95">
                    <a:alpha val="24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tlCol="0" anchor="ctr"/>
          <a:lstStyle/>
          <a:p>
            <a:pPr marR="0" lvl="0" indent="0" defTabSz="1999439" rtl="0" fontAlgn="auto">
              <a:lnSpc>
                <a:spcPct val="10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59B42061-0EB3-7FEA-7059-1562D269C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01445" y="6167314"/>
            <a:ext cx="768600" cy="2978557"/>
          </a:xfrm>
          <a:custGeom>
            <a:avLst/>
            <a:gdLst>
              <a:gd name="connsiteX0" fmla="*/ 0 w 768600"/>
              <a:gd name="connsiteY0" fmla="*/ 0 h 2978557"/>
              <a:gd name="connsiteX1" fmla="*/ 768600 w 768600"/>
              <a:gd name="connsiteY1" fmla="*/ 381382 h 2978557"/>
              <a:gd name="connsiteX2" fmla="*/ 768600 w 768600"/>
              <a:gd name="connsiteY2" fmla="*/ 507334 h 2978557"/>
              <a:gd name="connsiteX3" fmla="*/ 768600 w 768600"/>
              <a:gd name="connsiteY3" fmla="*/ 2852605 h 2978557"/>
              <a:gd name="connsiteX4" fmla="*/ 768600 w 768600"/>
              <a:gd name="connsiteY4" fmla="*/ 2978557 h 2978557"/>
              <a:gd name="connsiteX5" fmla="*/ 0 w 768600"/>
              <a:gd name="connsiteY5" fmla="*/ 2597175 h 2978557"/>
              <a:gd name="connsiteX6" fmla="*/ 0 w 768600"/>
              <a:gd name="connsiteY6" fmla="*/ 2471223 h 2978557"/>
              <a:gd name="connsiteX7" fmla="*/ 0 w 768600"/>
              <a:gd name="connsiteY7" fmla="*/ 125952 h 2978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8600" h="2978557">
                <a:moveTo>
                  <a:pt x="0" y="0"/>
                </a:moveTo>
                <a:lnTo>
                  <a:pt x="768600" y="381382"/>
                </a:lnTo>
                <a:lnTo>
                  <a:pt x="768600" y="507334"/>
                </a:lnTo>
                <a:lnTo>
                  <a:pt x="768600" y="2852605"/>
                </a:lnTo>
                <a:lnTo>
                  <a:pt x="768600" y="2978557"/>
                </a:lnTo>
                <a:lnTo>
                  <a:pt x="0" y="2597175"/>
                </a:lnTo>
                <a:lnTo>
                  <a:pt x="0" y="2471223"/>
                </a:lnTo>
                <a:lnTo>
                  <a:pt x="0" y="125952"/>
                </a:lnTo>
                <a:close/>
              </a:path>
            </a:pathLst>
          </a:custGeom>
          <a:gradFill flip="none" rotWithShape="1">
            <a:gsLst>
              <a:gs pos="100000">
                <a:srgbClr val="92C0E9">
                  <a:lumMod val="75000"/>
                  <a:alpha val="9000"/>
                </a:srgbClr>
              </a:gs>
              <a:gs pos="0">
                <a:srgbClr val="92C0E9">
                  <a:alpha val="18000"/>
                </a:srgbClr>
              </a:gs>
            </a:gsLst>
            <a:lin ang="6900000" scaled="0"/>
            <a:tileRect/>
          </a:gradFill>
          <a:ln w="19050" cap="flat">
            <a:gradFill>
              <a:gsLst>
                <a:gs pos="0">
                  <a:srgbClr val="92C0E9">
                    <a:alpha val="2000"/>
                  </a:srgbClr>
                </a:gs>
                <a:gs pos="100000">
                  <a:srgbClr val="92C0E9">
                    <a:lumMod val="50000"/>
                    <a:alpha val="27000"/>
                  </a:srgbClr>
                </a:gs>
              </a:gsLst>
              <a:lin ang="5400000" scaled="1"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R="0" lvl="0" indent="0" defTabSz="1999439" fontAlgn="auto">
              <a:lnSpc>
                <a:spcPct val="10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Tx/>
              <a:buFontTx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AF4E5AD4-D55B-4C43-211A-C77B0558D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2633" y="2261333"/>
            <a:ext cx="505497" cy="1876119"/>
          </a:xfrm>
          <a:custGeom>
            <a:avLst/>
            <a:gdLst>
              <a:gd name="connsiteX0" fmla="*/ 0 w 846259"/>
              <a:gd name="connsiteY0" fmla="*/ 0 h 3140827"/>
              <a:gd name="connsiteX1" fmla="*/ 846259 w 846259"/>
              <a:gd name="connsiteY1" fmla="*/ 419916 h 3140827"/>
              <a:gd name="connsiteX2" fmla="*/ 846259 w 846259"/>
              <a:gd name="connsiteY2" fmla="*/ 3140827 h 3140827"/>
              <a:gd name="connsiteX3" fmla="*/ 0 w 846259"/>
              <a:gd name="connsiteY3" fmla="*/ 2720911 h 31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6259" h="3140827">
                <a:moveTo>
                  <a:pt x="0" y="0"/>
                </a:moveTo>
                <a:lnTo>
                  <a:pt x="846259" y="419916"/>
                </a:lnTo>
                <a:lnTo>
                  <a:pt x="846259" y="3140827"/>
                </a:lnTo>
                <a:lnTo>
                  <a:pt x="0" y="2720911"/>
                </a:lnTo>
                <a:close/>
              </a:path>
            </a:pathLst>
          </a:custGeom>
          <a:noFill/>
          <a:ln w="19050" cap="flat">
            <a:gradFill flip="none" rotWithShape="1">
              <a:gsLst>
                <a:gs pos="13000">
                  <a:schemeClr val="accent2">
                    <a:alpha val="84000"/>
                    <a:lumMod val="98000"/>
                  </a:schemeClr>
                </a:gs>
                <a:gs pos="0">
                  <a:schemeClr val="tx2">
                    <a:alpha val="41000"/>
                  </a:schemeClr>
                </a:gs>
                <a:gs pos="59600">
                  <a:srgbClr val="92C0E9">
                    <a:alpha val="28000"/>
                  </a:srgbClr>
                </a:gs>
                <a:gs pos="100000">
                  <a:srgbClr val="2F2A95">
                    <a:alpha val="30000"/>
                  </a:srgbClr>
                </a:gs>
              </a:gsLst>
              <a:lin ang="5400000" scaled="1"/>
              <a:tileRect/>
            </a:gradFill>
            <a:prstDash val="solid"/>
            <a:miter/>
          </a:ln>
          <a:effectLst>
            <a:outerShdw blurRad="190500" algn="ctr" rotWithShape="0">
              <a:prstClr val="black">
                <a:alpha val="25000"/>
              </a:prstClr>
            </a:outerShdw>
          </a:effectLst>
        </p:spPr>
        <p:txBody>
          <a:bodyPr rot="0" spcFirstLastPara="0" vertOverflow="overflow" horzOverflow="overflow" vert="horz" wrap="square" lIns="111157" tIns="55579" rIns="111157" bIns="55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1999439" fontAlgn="auto">
              <a:lnSpc>
                <a:spcPct val="90000"/>
              </a:lnSpc>
              <a:spcBef>
                <a:spcPts val="2189"/>
              </a:spcBef>
              <a:spcAft>
                <a:spcPts val="0"/>
              </a:spcAft>
              <a:buClr>
                <a:srgbClr val="F2F2F2"/>
              </a:buClr>
              <a:buSzPct val="120000"/>
              <a:buFont typeface="Verdana" panose="020F0502020204030204" pitchFamily="34" charset="0"/>
              <a:buNone/>
              <a:tabLst/>
            </a:pPr>
            <a:endParaRPr kumimoji="0" lang="en-US" sz="709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anose="020B060403050404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EFE08-00A6-55F9-5732-FD5336FE36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A3245-AD40-EEBE-F50E-1413AF197F9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US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1/14/2026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11603-80E8-510B-6678-4A3F6BEE5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610600" y="6567588"/>
            <a:ext cx="2743200" cy="153888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mtClean="0"/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292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2.5E-6 0.03889 L -2.5E-6 -3.7037E-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2.5E-6 -0.03472 L -2.5E-6 -2.59259E-6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" presetClass="entr" presetSubtype="1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6.435947E-02 -6.976991E-02 E" pathEditMode="relative" ptsTypes="">
                                      <p:cBhvr>
                                        <p:cTn id="114" dur="15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9.653924E-02 -0.1045241 E" pathEditMode="relative" ptsTypes="">
                                      <p:cBhvr>
                                        <p:cTn id="116" dur="150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8719 -0.1392782 E" pathEditMode="relative" ptsTypes="">
                                      <p:cBhvr>
                                        <p:cTn id="118" dur="1500" spd="-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08988 -0.1740324 E" pathEditMode="relative" ptsTypes="">
                                      <p:cBhvr>
                                        <p:cTn id="120" dur="15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252584 -0.2435407 E" pathEditMode="relative" ptsTypes="">
                                      <p:cBhvr>
                                        <p:cTn id="122" dur="15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74382 -0.2782948 E" pathEditMode="relative" ptsTypes="">
                                      <p:cBhvr>
                                        <p:cTn id="124" dur="1500" spd="-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89618 -0.313049 E" pathEditMode="relative" ptsTypes="">
                                      <p:cBhvr>
                                        <p:cTn id="126" dur="1500" spd="-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217978 -0.3478031 E" pathEditMode="relative" ptsTypes="">
                                      <p:cBhvr>
                                        <p:cTn id="128" dur="15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533185 -0.381976 E" pathEditMode="relative" ptsTypes="">
                                      <p:cBhvr>
                                        <p:cTn id="130" dur="1500" spd="-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4.44444E-6 L 0.3849 -0.4162 " pathEditMode="relative" rAng="0" ptsTypes="AA">
                                      <p:cBhvr>
                                        <p:cTn id="132" dur="1500" spd="-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45" y="-20810"/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1.11111E-6 L 0.44922 -0.48565 " pathEditMode="relative" rAng="0" ptsTypes="AA">
                                      <p:cBhvr>
                                        <p:cTn id="134" dur="1500" spd="-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61" y="-24282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1.85185E-6 L 0.48073 -0.51991 " pathEditMode="relative" rAng="0" ptsTypes="AA">
                                      <p:cBhvr>
                                        <p:cTn id="136" dur="1500" spd="-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036" y="-25995"/>
                                    </p:animMotion>
                                  </p:childTnLst>
                                </p:cTn>
                              </p:par>
                              <p:par>
                                <p:cTn id="13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4.81481E-6 L 0.54375 -0.5882 " pathEditMode="relative" rAng="0" ptsTypes="AA">
                                      <p:cBhvr>
                                        <p:cTn id="138" dur="1500" spd="-100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187" y="-29421"/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85185E-6 L 0.1931 -0.2088 " pathEditMode="relative" rAng="0" ptsTypes="AA">
                                      <p:cBhvr>
                                        <p:cTn id="140" dur="15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48" y="-10440"/>
                                    </p:animMotion>
                                  </p:childTnLst>
                                </p:cTn>
                              </p:par>
                              <p:par>
                                <p:cTn id="14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3.33333E-6 L 0.41706 -0.45093 " pathEditMode="relative" rAng="0" ptsTypes="AA">
                                      <p:cBhvr>
                                        <p:cTn id="142" dur="1500" spd="-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46" y="-22546"/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07407E-6 L 0.51224 -0.55394 " pathEditMode="relative" rAng="0" ptsTypes="AA">
                                      <p:cBhvr>
                                        <p:cTn id="144" dur="1500" spd="-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612" y="-27708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2.59259E-6 L 0.08034 -0.07824 " pathEditMode="relative" rAng="0" ptsTypes="AA">
                                      <p:cBhvr>
                                        <p:cTn id="146" dur="1500" spd="-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10" y="-3912"/>
                                    </p:animMotion>
                                  </p:childTnLst>
                                </p:cTn>
                              </p:par>
                              <p:par>
                                <p:cTn id="14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1.48148E-6 L 0.10066 -0.09792 " pathEditMode="relative" rAng="0" ptsTypes="AA">
                                      <p:cBhvr>
                                        <p:cTn id="148" dur="1500" spd="-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26" y="-4907"/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7.40741E-7 L 0.12136 -0.12014 " pathEditMode="relative" rAng="0" ptsTypes="AA">
                                      <p:cBhvr>
                                        <p:cTn id="150" dur="1500" spd="-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68" y="-6019"/>
                                    </p:animMotion>
                                  </p:childTnLst>
                                </p:cTn>
                              </p:par>
                              <p:par>
                                <p:cTn id="15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1.48148E-6 L 0.14193 -0.14236 " pathEditMode="relative" rAng="0" ptsTypes="AA">
                                      <p:cBhvr>
                                        <p:cTn id="152" dur="1500" spd="-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96" y="-7130"/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1.85185E-6 L 0.2039 -0.2088 " pathEditMode="relative" rAng="0" ptsTypes="AA">
                                      <p:cBhvr>
                                        <p:cTn id="154" dur="1500" spd="-100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95" y="-10440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4.07407E-6 L 0.18334 -0.18658 " pathEditMode="relative" rAng="0" ptsTypes="AA">
                                      <p:cBhvr>
                                        <p:cTn id="156" dur="1500" spd="-100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67" y="-9329"/>
                                    </p:animMotion>
                                  </p:childTnLst>
                                </p:cTn>
                              </p:par>
                              <p:par>
                                <p:cTn id="15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3.7037E-6 L 0.16264 -0.16435 " pathEditMode="relative" rAng="0" ptsTypes="AA">
                                      <p:cBhvr>
                                        <p:cTn id="158" dur="1500" spd="-10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25" y="-8218"/>
                                    </p:animMotion>
                                  </p:childTnLst>
                                </p:cTn>
                              </p:par>
                              <p:par>
                                <p:cTn id="15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1.11111E-6 L 0.22461 -0.23102 " pathEditMode="relative" rAng="0" ptsTypes="AA">
                                      <p:cBhvr>
                                        <p:cTn id="160" dur="1500" spd="-100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24" y="-11551"/>
                                    </p:animMotion>
                                  </p:childTnLst>
                                </p:cTn>
                              </p:par>
                              <p:par>
                                <p:cTn id="16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1.11111E-6 L 0.24531 -0.25301 " pathEditMode="relative" rAng="0" ptsTypes="AA">
                                      <p:cBhvr>
                                        <p:cTn id="162" dur="1500" spd="-100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66" y="-12662"/>
                                    </p:animMotion>
                                  </p:childTnLst>
                                </p:cTn>
                              </p:par>
                              <p:par>
                                <p:cTn id="16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33333E-6 L 0.26588 -0.27523 " pathEditMode="relative" rAng="0" ptsTypes="AA">
                                      <p:cBhvr>
                                        <p:cTn id="164" dur="1500" spd="-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94" y="-13773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44444E-6 L 0.28658 -0.29746 " pathEditMode="relative" rAng="0" ptsTypes="AA">
                                      <p:cBhvr>
                                        <p:cTn id="166" dur="1500" spd="-100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23" y="-14884"/>
                                    </p:animMotion>
                                  </p:childTnLst>
                                </p:cTn>
                              </p:par>
                              <p:par>
                                <p:cTn id="16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7.40741E-7 L 0.30768 -0.31991 " pathEditMode="relative" rAng="0" ptsTypes="AA">
                                      <p:cBhvr>
                                        <p:cTn id="168" dur="1500" spd="-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378" y="-15995"/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4.44444E-6 L 0.32878 -0.34259 " pathEditMode="relative" rAng="0" ptsTypes="AA">
                                      <p:cBhvr>
                                        <p:cTn id="170" dur="1500" spd="-100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32" y="-17130"/>
                                    </p:animMotion>
                                  </p:childTnLst>
                                </p:cTn>
                              </p:par>
                              <p:par>
                                <p:cTn id="17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4.81481E-6 L 0.34947 -0.36459 " pathEditMode="relative" rAng="0" ptsTypes="AA">
                                      <p:cBhvr>
                                        <p:cTn id="172" dur="1500" spd="-100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74" y="-182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2" grpId="1"/>
      <p:bldP spid="8" grpId="0">
        <p:tmplLst>
          <p:tmpl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800"/>
                  </p:stCondLst>
                  <p:childTnLst>
                    <p:animMotion origin="layout" path="M -2.5E-6 -0.03472 L -2.5E-6 -2.59259E-6 " pathEditMode="relative" rAng="0" ptsTypes="AA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1736"/>
                    </p:animMotion>
                  </p:childTnLst>
                </p:cTn>
              </p:par>
            </p:tnLst>
          </p:tmpl>
        </p:tmplLst>
      </p:bldP>
      <p:bldP spid="12" grpId="0" animBg="1"/>
      <p:bldP spid="12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69" grpId="0" animBg="1"/>
      <p:bldP spid="69" grpId="1" animBg="1"/>
    </p:bld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100000">
              <a:srgbClr val="0C0B26"/>
            </a:gs>
            <a:gs pos="0">
              <a:schemeClr val="bg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0CAED-5146-95B5-AA0C-82EB84FED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365125"/>
            <a:ext cx="10495943" cy="777875"/>
          </a:xfrm>
          <a:prstGeom prst="rect">
            <a:avLst/>
          </a:prstGeom>
        </p:spPr>
        <p:txBody>
          <a:bodyPr vert="horz" lIns="0" tIns="17640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50FF8-80F4-FB91-EED3-2B95EB592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6100" y="1524000"/>
            <a:ext cx="11104562" cy="47577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F1224-4265-9B42-372F-30A22B4AF2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9749" y="6492925"/>
            <a:ext cx="8302626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1000" dirty="0">
                <a:latin typeface="+mn-lt"/>
              </a:defRPr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E8E69-9E7A-79AE-DEF5-19C280737A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75900" y="6492925"/>
            <a:ext cx="1270000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1000" smtClean="0">
                <a:latin typeface="+mn-lt"/>
              </a:defRPr>
            </a:lvl1pPr>
          </a:lstStyle>
          <a:p>
            <a:pPr algn="r"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7E41EA80-3ECC-4E9E-BDED-596FA76E9088}" type="datetimeFigureOut">
              <a:rPr lang="en-GB" smtClean="0"/>
              <a:pPr algn="r"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14/01/2026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1BAD8-5B8C-5850-0601-3F05CC6FE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9074" y="6492925"/>
            <a:ext cx="542925" cy="1538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ctr">
              <a:defRPr lang="en-US" sz="1000" b="0" smtClean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buClr>
                <a:schemeClr val="tx2"/>
              </a:buClr>
              <a:buSzPct val="120000"/>
              <a:buFont typeface="Verdana" panose="020F0502020204030204" pitchFamily="34" charset="0"/>
              <a:buNone/>
            </a:pPr>
            <a:fld id="{68C08D16-C227-489D-8B10-B6EE065660A6}" type="slidenum">
              <a:rPr lang="en-GB" smtClean="0"/>
              <a:pPr>
                <a:buClr>
                  <a:schemeClr val="tx2"/>
                </a:buClr>
                <a:buSzPct val="120000"/>
                <a:buFont typeface="Verdana" panose="020F0502020204030204" pitchFamily="34" charset="0"/>
                <a:buNone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6502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50" r:id="rId2"/>
    <p:sldLayoutId id="2147483678" r:id="rId3"/>
    <p:sldLayoutId id="2147483652" r:id="rId4"/>
    <p:sldLayoutId id="2147483653" r:id="rId5"/>
    <p:sldLayoutId id="2147483654" r:id="rId6"/>
    <p:sldLayoutId id="2147483655" r:id="rId7"/>
    <p:sldLayoutId id="2147483685" r:id="rId8"/>
    <p:sldLayoutId id="2147483687" r:id="rId9"/>
    <p:sldLayoutId id="2147483656" r:id="rId10"/>
    <p:sldLayoutId id="2147483657" r:id="rId11"/>
    <p:sldLayoutId id="2147483683" r:id="rId12"/>
    <p:sldLayoutId id="2147483680" r:id="rId13"/>
    <p:sldLayoutId id="2147483684" r:id="rId14"/>
    <p:sldLayoutId id="2147483679" r:id="rId15"/>
    <p:sldLayoutId id="2147483667" r:id="rId16"/>
    <p:sldLayoutId id="2147483660" r:id="rId17"/>
    <p:sldLayoutId id="2147483668" r:id="rId18"/>
    <p:sldLayoutId id="2147483674" r:id="rId19"/>
    <p:sldLayoutId id="2147483662" r:id="rId20"/>
    <p:sldLayoutId id="2147483663" r:id="rId21"/>
    <p:sldLayoutId id="2147483688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100000"/>
        </a:lnSpc>
        <a:spcBef>
          <a:spcPts val="0"/>
        </a:spcBef>
        <a:buNone/>
        <a:defRPr sz="2800" b="1" i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2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2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11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Verdana" panose="020B0604020202020204" pitchFamily="34" charset="0"/>
        <a:buChar char="•"/>
        <a:defRPr sz="90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FA489"/>
          </p15:clr>
        </p15:guide>
        <p15:guide id="2" pos="7680" userDrawn="1">
          <p15:clr>
            <a:srgbClr val="FFA489"/>
          </p15:clr>
        </p15:guide>
        <p15:guide id="3" pos="344" userDrawn="1">
          <p15:clr>
            <a:srgbClr val="FFA489"/>
          </p15:clr>
        </p15:guide>
        <p15:guide id="4" pos="1144" userDrawn="1">
          <p15:clr>
            <a:srgbClr val="FFA489"/>
          </p15:clr>
        </p15:guide>
        <p15:guide id="5" pos="1224" userDrawn="1">
          <p15:clr>
            <a:srgbClr val="FFA489"/>
          </p15:clr>
        </p15:guide>
        <p15:guide id="6" pos="2032" userDrawn="1">
          <p15:clr>
            <a:srgbClr val="FFA489"/>
          </p15:clr>
        </p15:guide>
        <p15:guide id="7" pos="2112" userDrawn="1">
          <p15:clr>
            <a:srgbClr val="FFA489"/>
          </p15:clr>
        </p15:guide>
        <p15:guide id="8" pos="2912" userDrawn="1">
          <p15:clr>
            <a:srgbClr val="FFA489"/>
          </p15:clr>
        </p15:guide>
        <p15:guide id="9" pos="2992" userDrawn="1">
          <p15:clr>
            <a:srgbClr val="FFA489"/>
          </p15:clr>
        </p15:guide>
        <p15:guide id="10" pos="3800" userDrawn="1">
          <p15:clr>
            <a:srgbClr val="FFA489"/>
          </p15:clr>
        </p15:guide>
        <p15:guide id="11" pos="3880" userDrawn="1">
          <p15:clr>
            <a:srgbClr val="FFA489"/>
          </p15:clr>
        </p15:guide>
        <p15:guide id="12" pos="4688" userDrawn="1">
          <p15:clr>
            <a:srgbClr val="FFA489"/>
          </p15:clr>
        </p15:guide>
        <p15:guide id="13" pos="4768" userDrawn="1">
          <p15:clr>
            <a:srgbClr val="FFA489"/>
          </p15:clr>
        </p15:guide>
        <p15:guide id="14" pos="5568" userDrawn="1">
          <p15:clr>
            <a:srgbClr val="FFA489"/>
          </p15:clr>
        </p15:guide>
        <p15:guide id="15" pos="5648" userDrawn="1">
          <p15:clr>
            <a:srgbClr val="FFA489"/>
          </p15:clr>
        </p15:guide>
        <p15:guide id="16" pos="6456" userDrawn="1">
          <p15:clr>
            <a:srgbClr val="FFA489"/>
          </p15:clr>
        </p15:guide>
        <p15:guide id="17" pos="6536" userDrawn="1">
          <p15:clr>
            <a:srgbClr val="FFA489"/>
          </p15:clr>
        </p15:guide>
        <p15:guide id="18" pos="7336" userDrawn="1">
          <p15:clr>
            <a:srgbClr val="FFA489"/>
          </p15:clr>
        </p15:guide>
        <p15:guide id="19" orient="horz" userDrawn="1">
          <p15:clr>
            <a:srgbClr val="FFA489"/>
          </p15:clr>
        </p15:guide>
        <p15:guide id="20" orient="horz" pos="4320" userDrawn="1">
          <p15:clr>
            <a:srgbClr val="FFA489"/>
          </p15:clr>
        </p15:guide>
        <p15:guide id="21" orient="horz" pos="224" userDrawn="1">
          <p15:clr>
            <a:srgbClr val="FFA489"/>
          </p15:clr>
        </p15:guide>
        <p15:guide id="22" orient="horz" pos="3960" userDrawn="1">
          <p15:clr>
            <a:srgbClr val="FFA489"/>
          </p15:clr>
        </p15:guide>
        <p15:guide id="23" orient="horz" pos="720" userDrawn="1">
          <p15:clr>
            <a:srgbClr val="FFA489"/>
          </p15:clr>
        </p15:guide>
        <p15:guide id="24" orient="horz" pos="960" userDrawn="1">
          <p15:clr>
            <a:srgbClr val="FFA489"/>
          </p15:clr>
        </p15:guide>
        <p15:guide id="25" orient="horz" pos="1650" userDrawn="1">
          <p15:clr>
            <a:srgbClr val="FFA489"/>
          </p15:clr>
        </p15:guide>
        <p15:guide id="26" orient="horz" pos="1729" userDrawn="1">
          <p15:clr>
            <a:srgbClr val="FFA489"/>
          </p15:clr>
        </p15:guide>
        <p15:guide id="27" orient="horz" pos="2420" userDrawn="1">
          <p15:clr>
            <a:srgbClr val="FFA489"/>
          </p15:clr>
        </p15:guide>
        <p15:guide id="28" orient="horz" pos="2499" userDrawn="1">
          <p15:clr>
            <a:srgbClr val="FFA489"/>
          </p15:clr>
        </p15:guide>
        <p15:guide id="29" orient="horz" pos="3190" userDrawn="1">
          <p15:clr>
            <a:srgbClr val="FFA489"/>
          </p15:clr>
        </p15:guide>
        <p15:guide id="30" orient="horz" pos="3269" userDrawn="1">
          <p15:clr>
            <a:srgbClr val="FFA489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600">
                <a:solidFill>
                  <a:srgbClr val="FFFFFF"/>
                </a:solidFill>
                <a:latin typeface="Verdana"/>
              </a:rPr>
              <a:t>Building a Production</a:t>
            </a:r>
          </a:p>
          <a:p>
            <a:r>
              <a:rPr b="0" sz="1800">
                <a:solidFill>
                  <a:srgbClr val="A0A0B0"/>
                </a:solidFill>
                <a:latin typeface="Verdana"/>
              </a:rPr>
              <a:t>Step by step: how the copilot turns a natural-language</a:t>
            </a:r>
          </a:p>
          <a:p>
            <a:r>
              <a:rPr b="0" sz="1800">
                <a:solidFill>
                  <a:srgbClr val="A0A0B0"/>
                </a:solidFill>
                <a:latin typeface="Verdana"/>
              </a:rPr>
              <a:t>request into a running HL7 ADT-to-ORU file production.</a:t>
            </a:r>
          </a:p>
          <a:p>
            <a:pPr>
              <a:spcBef>
                <a:spcPts val="1200"/>
              </a:spcBef>
            </a:pPr>
            <a:r>
              <a:rPr b="0" sz="1400">
                <a:solidFill>
                  <a:srgbClr val="00B2A9"/>
                </a:solidFill>
                <a:latin typeface="Verdana"/>
              </a:rPr>
              <a:t>5 hosts  |  1 DTL  |  1 routing rule  |  7 approval gates  |  end-to-end test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00000"/>
            <a:ext cx="11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FFFFF"/>
                </a:solidFill>
                <a:latin typeface="Verdana"/>
              </a:rPr>
              <a:t>Phase 1: Research + Plan</a:t>
            </a:r>
          </a:p>
          <a:p>
            <a:r>
              <a:rPr b="0" sz="1300">
                <a:solidFill>
                  <a:srgbClr val="A0A0B0"/>
                </a:solidFill>
                <a:latin typeface="Verdana"/>
              </a:rPr>
              <a:t>The agent reads catalogs and skills before proposing anything. No guessing.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000" y="780000"/>
            <a:ext cx="11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58A6FF"/>
                </a:solidFill>
                <a:latin typeface="Verdana"/>
              </a:rPr>
              <a:t>RAG </a:t>
            </a:r>
            <a:r>
              <a:rPr b="0" sz="1000">
                <a:solidFill>
                  <a:srgbClr val="A0A0B0"/>
                </a:solidFill>
                <a:latin typeface="Verdana"/>
              </a:rPr>
              <a:t>Vector catalog search    </a:t>
            </a:r>
            <a:r>
              <a:rPr b="1" sz="1000">
                <a:solidFill>
                  <a:srgbClr val="7BE0A4"/>
                </a:solidFill>
                <a:latin typeface="Verdana"/>
              </a:rPr>
              <a:t>TOOL </a:t>
            </a:r>
            <a:r>
              <a:rPr b="0" sz="1000">
                <a:solidFill>
                  <a:srgbClr val="A0A0B0"/>
                </a:solidFill>
                <a:latin typeface="Verdana"/>
              </a:rPr>
              <a:t>Tool call (%AI.Tool)    </a:t>
            </a:r>
            <a:r>
              <a:rPr b="1" sz="1000">
                <a:solidFill>
                  <a:srgbClr val="FF7B72"/>
                </a:solidFill>
                <a:latin typeface="Verdana"/>
              </a:rPr>
              <a:t>SKILL </a:t>
            </a:r>
            <a:r>
              <a:rPr b="0" sz="1000">
                <a:solidFill>
                  <a:srgbClr val="A0A0B0"/>
                </a:solidFill>
                <a:latin typeface="Verdana"/>
              </a:rPr>
              <a:t>%AI.Agent.Skill invocation    </a:t>
            </a:r>
            <a:r>
              <a:rPr b="1" sz="1000">
                <a:solidFill>
                  <a:srgbClr val="58A6FF"/>
                </a:solidFill>
                <a:latin typeface="Verdana"/>
              </a:rPr>
              <a:t>Catalog </a:t>
            </a:r>
            <a:r>
              <a:rPr b="1" sz="1000">
                <a:solidFill>
                  <a:srgbClr val="7BE0A4"/>
                </a:solidFill>
                <a:latin typeface="Verdana"/>
              </a:rPr>
              <a:t> Production </a:t>
            </a:r>
            <a:r>
              <a:rPr b="1" sz="1000">
                <a:solidFill>
                  <a:srgbClr val="D2A8FF"/>
                </a:solidFill>
                <a:latin typeface="Verdana"/>
              </a:rPr>
              <a:t> Transform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1150000"/>
            <a:ext cx="114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300">
                <a:solidFill>
                  <a:srgbClr val="00B2A9"/>
                </a:solidFill>
                <a:latin typeface="Verdana"/>
              </a:rPr>
              <a:t>RESEARCH  —  "What classes exist for this job?"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b="1" sz="1100">
                <a:solidFill>
                  <a:srgbClr val="A0A0B0"/>
                </a:solidFill>
                <a:latin typeface="Verdana"/>
              </a:rPr>
              <a:t> 1  </a:t>
            </a:r>
            <a:r>
              <a:rPr b="1" sz="1000">
                <a:solidFill>
                  <a:srgbClr val="58A6FF"/>
                </a:solidFill>
                <a:latin typeface="Verdana"/>
              </a:rPr>
              <a:t>RAG</a:t>
            </a:r>
            <a:r>
              <a:rPr b="0" sz="1000">
                <a:solidFill>
                  <a:srgbClr val="A0A0B0"/>
                </a:solidFill>
                <a:latin typeface="Verdana"/>
              </a:rPr>
              <a:t>  KnowledgeBase </a:t>
            </a:r>
            <a:r>
              <a:rPr b="1" sz="1100">
                <a:solidFill>
                  <a:srgbClr val="FFFFFF"/>
                </a:solidFill>
                <a:latin typeface="Verdana"/>
              </a:rPr>
              <a:t>search_ens                      </a:t>
            </a:r>
            <a:r>
              <a:rPr b="0" sz="1100">
                <a:solidFill>
                  <a:srgbClr val="C0C0D0"/>
                </a:solidFill>
                <a:latin typeface="Verdana"/>
              </a:rPr>
              <a:t>"HL7 file inbound service" -&gt; EnsLib.HL7.Service.FileService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b="1" sz="1100">
                <a:solidFill>
                  <a:srgbClr val="A0A0B0"/>
                </a:solidFill>
                <a:latin typeface="Verdana"/>
              </a:rPr>
              <a:t> 2  </a:t>
            </a:r>
            <a:r>
              <a:rPr b="1" sz="1000">
                <a:solidFill>
                  <a:srgbClr val="58A6FF"/>
                </a:solidFill>
                <a:latin typeface="Verdana"/>
              </a:rPr>
              <a:t>RAG</a:t>
            </a:r>
            <a:r>
              <a:rPr b="0" sz="1000">
                <a:solidFill>
                  <a:srgbClr val="A0A0B0"/>
                </a:solidFill>
                <a:latin typeface="Verdana"/>
              </a:rPr>
              <a:t>  KnowledgeBase </a:t>
            </a:r>
            <a:r>
              <a:rPr b="1" sz="1100">
                <a:solidFill>
                  <a:srgbClr val="FFFFFF"/>
                </a:solidFill>
                <a:latin typeface="Verdana"/>
              </a:rPr>
              <a:t>search_ens                      </a:t>
            </a:r>
            <a:r>
              <a:rPr b="0" sz="1100">
                <a:solidFill>
                  <a:srgbClr val="C0C0D0"/>
                </a:solidFill>
                <a:latin typeface="Verdana"/>
              </a:rPr>
              <a:t>"HL7 message router" -&gt; EnsLib.HL7.MsgRouter.RoutingEngine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b="1" sz="1100">
                <a:solidFill>
                  <a:srgbClr val="A0A0B0"/>
                </a:solidFill>
                <a:latin typeface="Verdana"/>
              </a:rPr>
              <a:t> 3  </a:t>
            </a:r>
            <a:r>
              <a:rPr b="1" sz="1000">
                <a:solidFill>
                  <a:srgbClr val="58A6FF"/>
                </a:solidFill>
                <a:latin typeface="Verdana"/>
              </a:rPr>
              <a:t>RAG</a:t>
            </a:r>
            <a:r>
              <a:rPr b="0" sz="1000">
                <a:solidFill>
                  <a:srgbClr val="A0A0B0"/>
                </a:solidFill>
                <a:latin typeface="Verdana"/>
              </a:rPr>
              <a:t>  KnowledgeBase </a:t>
            </a:r>
            <a:r>
              <a:rPr b="1" sz="1100">
                <a:solidFill>
                  <a:srgbClr val="FFFFFF"/>
                </a:solidFill>
                <a:latin typeface="Verdana"/>
              </a:rPr>
              <a:t>search_ens                      </a:t>
            </a:r>
            <a:r>
              <a:rPr b="0" sz="1100">
                <a:solidFill>
                  <a:srgbClr val="C0C0D0"/>
                </a:solidFill>
                <a:latin typeface="Verdana"/>
              </a:rPr>
              <a:t>"HL7 file outbound operation" -&gt; EnsLib.HL7.Operation.FileOperation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b="1" sz="1100">
                <a:solidFill>
                  <a:srgbClr val="A0A0B0"/>
                </a:solidFill>
                <a:latin typeface="Verdana"/>
              </a:rPr>
              <a:t> 4  </a:t>
            </a:r>
            <a:r>
              <a:rPr b="1" sz="1000">
                <a:solidFill>
                  <a:srgbClr val="7BE0A4"/>
                </a:solidFill>
                <a:latin typeface="Verdana"/>
              </a:rPr>
              <a:t>TOOL</a:t>
            </a:r>
            <a:r>
              <a:rPr b="0" sz="1000">
                <a:solidFill>
                  <a:srgbClr val="A0A0B0"/>
                </a:solidFill>
                <a:latin typeface="Verdana"/>
              </a:rPr>
              <a:t>  Catalog       </a:t>
            </a:r>
            <a:r>
              <a:rPr b="1" sz="1100">
                <a:solidFill>
                  <a:srgbClr val="FFFFFF"/>
                </a:solidFill>
                <a:latin typeface="Verdana"/>
              </a:rPr>
              <a:t>DescribeClass                   </a:t>
            </a:r>
            <a:r>
              <a:rPr b="0" sz="1100">
                <a:solidFill>
                  <a:srgbClr val="C0C0D0"/>
                </a:solidFill>
                <a:latin typeface="Verdana"/>
              </a:rPr>
              <a:t>Full parameter list for FileService (FilePath, FileSpec, ArchivePath)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b="1" sz="1100">
                <a:solidFill>
                  <a:srgbClr val="A0A0B0"/>
                </a:solidFill>
                <a:latin typeface="Verdana"/>
              </a:rPr>
              <a:t> 5  </a:t>
            </a:r>
            <a:r>
              <a:rPr b="1" sz="1000">
                <a:solidFill>
                  <a:srgbClr val="FF7B72"/>
                </a:solidFill>
                <a:latin typeface="Verdana"/>
              </a:rPr>
              <a:t>SKILL</a:t>
            </a:r>
            <a:r>
              <a:rPr b="0" sz="1000">
                <a:solidFill>
                  <a:srgbClr val="A0A0B0"/>
                </a:solidFill>
                <a:latin typeface="Verdana"/>
              </a:rPr>
              <a:t>  Agent.Skill   </a:t>
            </a:r>
            <a:r>
              <a:rPr b="1" sz="1100">
                <a:solidFill>
                  <a:srgbClr val="FFFFFF"/>
                </a:solidFill>
                <a:latin typeface="Verdana"/>
              </a:rPr>
              <a:t>Productions                     </a:t>
            </a:r>
            <a:r>
              <a:rPr b="0" sz="1100">
                <a:solidFill>
                  <a:srgbClr val="C0C0D0"/>
                </a:solidFill>
                <a:latin typeface="Verdana"/>
              </a:rPr>
              <a:t>BS/BP/BO patterns, adapter wiring, pool size defaults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b="1" sz="1100">
                <a:solidFill>
                  <a:srgbClr val="A0A0B0"/>
                </a:solidFill>
                <a:latin typeface="Verdana"/>
              </a:rPr>
              <a:t> 6  </a:t>
            </a:r>
            <a:r>
              <a:rPr b="1" sz="1000">
                <a:solidFill>
                  <a:srgbClr val="FF7B72"/>
                </a:solidFill>
                <a:latin typeface="Verdana"/>
              </a:rPr>
              <a:t>SKILL</a:t>
            </a:r>
            <a:r>
              <a:rPr b="0" sz="1000">
                <a:solidFill>
                  <a:srgbClr val="A0A0B0"/>
                </a:solidFill>
                <a:latin typeface="Verdana"/>
              </a:rPr>
              <a:t>  Agent.Skill   </a:t>
            </a:r>
            <a:r>
              <a:rPr b="1" sz="1100">
                <a:solidFill>
                  <a:srgbClr val="FFFFFF"/>
                </a:solidFill>
                <a:latin typeface="Verdana"/>
              </a:rPr>
              <a:t>HL7v2                           </a:t>
            </a:r>
            <a:r>
              <a:rPr b="0" sz="1100">
                <a:solidFill>
                  <a:srgbClr val="C0C0D0"/>
                </a:solidFill>
                <a:latin typeface="Verdana"/>
              </a:rPr>
              <a:t>ADT message types, ACK semantics, schema version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00" y="3850000"/>
            <a:ext cx="114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300">
                <a:solidFill>
                  <a:srgbClr val="00B2A9"/>
                </a:solidFill>
                <a:latin typeface="Verdana"/>
              </a:rPr>
              <a:t>PLAN  —  "What does the schema look like? How do I transform it?"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b="1" sz="1100">
                <a:solidFill>
                  <a:srgbClr val="A0A0B0"/>
                </a:solidFill>
                <a:latin typeface="Verdana"/>
              </a:rPr>
              <a:t> 7  </a:t>
            </a:r>
            <a:r>
              <a:rPr b="1" sz="1000">
                <a:solidFill>
                  <a:srgbClr val="D2A8FF"/>
                </a:solidFill>
                <a:latin typeface="Verdana"/>
              </a:rPr>
              <a:t>TOOL</a:t>
            </a:r>
            <a:r>
              <a:rPr b="0" sz="1000">
                <a:solidFill>
                  <a:srgbClr val="A0A0B0"/>
                </a:solidFill>
                <a:latin typeface="Verdana"/>
              </a:rPr>
              <a:t>  Transform     </a:t>
            </a:r>
            <a:r>
              <a:rPr b="1" sz="1100">
                <a:solidFill>
                  <a:srgbClr val="FFFFFF"/>
                </a:solidFill>
                <a:latin typeface="Verdana"/>
              </a:rPr>
              <a:t>GetHL7SchemaMap                 </a:t>
            </a:r>
            <a:r>
              <a:rPr b="0" sz="1100">
                <a:solidFill>
                  <a:srgbClr val="C0C0D0"/>
                </a:solidFill>
                <a:latin typeface="Verdana"/>
              </a:rPr>
              <a:t>ADT_A01 segment structure (MSH, EVN, PID, PV1, NK1, AL1, DG1, IN1, GT1)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b="1" sz="1100">
                <a:solidFill>
                  <a:srgbClr val="A0A0B0"/>
                </a:solidFill>
                <a:latin typeface="Verdana"/>
              </a:rPr>
              <a:t> 8  </a:t>
            </a:r>
            <a:r>
              <a:rPr b="1" sz="1000">
                <a:solidFill>
                  <a:srgbClr val="D2A8FF"/>
                </a:solidFill>
                <a:latin typeface="Verdana"/>
              </a:rPr>
              <a:t>TOOL</a:t>
            </a:r>
            <a:r>
              <a:rPr b="0" sz="1000">
                <a:solidFill>
                  <a:srgbClr val="A0A0B0"/>
                </a:solidFill>
                <a:latin typeface="Verdana"/>
              </a:rPr>
              <a:t>  Transform     </a:t>
            </a:r>
            <a:r>
              <a:rPr b="1" sz="1100">
                <a:solidFill>
                  <a:srgbClr val="FFFFFF"/>
                </a:solidFill>
                <a:latin typeface="Verdana"/>
              </a:rPr>
              <a:t>GetHL7SchemaMap                 </a:t>
            </a:r>
            <a:r>
              <a:rPr b="0" sz="1100">
                <a:solidFill>
                  <a:srgbClr val="C0C0D0"/>
                </a:solidFill>
                <a:latin typeface="Verdana"/>
              </a:rPr>
              <a:t>ORU_R01 segment structure (MSH, PID, OBR, OBX) + VDoc group paths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b="1" sz="1100">
                <a:solidFill>
                  <a:srgbClr val="A0A0B0"/>
                </a:solidFill>
                <a:latin typeface="Verdana"/>
              </a:rPr>
              <a:t> 9  </a:t>
            </a:r>
            <a:r>
              <a:rPr b="1" sz="1000">
                <a:solidFill>
                  <a:srgbClr val="FF7B72"/>
                </a:solidFill>
                <a:latin typeface="Verdana"/>
              </a:rPr>
              <a:t>SKILL</a:t>
            </a:r>
            <a:r>
              <a:rPr b="0" sz="1000">
                <a:solidFill>
                  <a:srgbClr val="A0A0B0"/>
                </a:solidFill>
                <a:latin typeface="Verdana"/>
              </a:rPr>
              <a:t>  Agent.Skill   </a:t>
            </a:r>
            <a:r>
              <a:rPr b="1" sz="1100">
                <a:solidFill>
                  <a:srgbClr val="FFFFFF"/>
                </a:solidFill>
                <a:latin typeface="Verdana"/>
              </a:rPr>
              <a:t>DTL                             </a:t>
            </a:r>
            <a:r>
              <a:rPr b="0" sz="1100">
                <a:solidFill>
                  <a:srgbClr val="C0C0D0"/>
                </a:solidFill>
                <a:latin typeface="Verdana"/>
              </a:rPr>
              <a:t>DTL syntax, source/target class, BuildDTLXml action types, VDoc paths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b="1" sz="1100">
                <a:solidFill>
                  <a:srgbClr val="A0A0B0"/>
                </a:solidFill>
                <a:latin typeface="Verdana"/>
              </a:rPr>
              <a:t>10  </a:t>
            </a:r>
            <a:r>
              <a:rPr b="1" sz="1000">
                <a:solidFill>
                  <a:srgbClr val="FF7B72"/>
                </a:solidFill>
                <a:latin typeface="Verdana"/>
              </a:rPr>
              <a:t>SKILL</a:t>
            </a:r>
            <a:r>
              <a:rPr b="0" sz="1000">
                <a:solidFill>
                  <a:srgbClr val="A0A0B0"/>
                </a:solidFill>
                <a:latin typeface="Verdana"/>
              </a:rPr>
              <a:t>  Agent.Skill   </a:t>
            </a:r>
            <a:r>
              <a:rPr b="1" sz="1100">
                <a:solidFill>
                  <a:srgbClr val="FFFFFF"/>
                </a:solidFill>
                <a:latin typeface="Verdana"/>
              </a:rPr>
              <a:t>RoutingRules                    </a:t>
            </a:r>
            <a:r>
              <a:rPr b="0" sz="1100">
                <a:solidFill>
                  <a:srgbClr val="C0C0D0"/>
                </a:solidFill>
                <a:latin typeface="Verdana"/>
              </a:rPr>
              <a:t>Transform-on-send: constraints match INCOMING type, DTL on &lt;send&gt;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6400000"/>
            <a:ext cx="114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200">
                <a:solidFill>
                  <a:srgbClr val="A0A0B0"/>
                </a:solidFill>
                <a:latin typeface="Verdana"/>
              </a:rPr>
              <a:t>After Phase 2, the agent presents a complete plan and waits for explicit approval before building anything.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00000"/>
            <a:ext cx="11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FFFFF"/>
                </a:solidFill>
                <a:latin typeface="Verdana"/>
              </a:rPr>
              <a:t>Phase 2: Build + Test + Report</a:t>
            </a:r>
          </a:p>
          <a:p>
            <a:r>
              <a:rPr b="0" sz="1300">
                <a:solidFill>
                  <a:srgbClr val="A0A0B0"/>
                </a:solidFill>
                <a:latin typeface="Verdana"/>
              </a:rPr>
              <a:t>Every mutation requires explicit engineer approval. The agent never builds silently.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000" y="780000"/>
            <a:ext cx="11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7BE0A4"/>
                </a:solidFill>
                <a:latin typeface="Verdana"/>
              </a:rPr>
              <a:t>Production </a:t>
            </a:r>
            <a:r>
              <a:rPr b="1" sz="1000">
                <a:solidFill>
                  <a:srgbClr val="D2A8FF"/>
                </a:solidFill>
                <a:latin typeface="Verdana"/>
              </a:rPr>
              <a:t>  Transform </a:t>
            </a:r>
            <a:r>
              <a:rPr b="1" sz="1000">
                <a:solidFill>
                  <a:srgbClr val="FFD866"/>
                </a:solidFill>
                <a:latin typeface="Verdana"/>
              </a:rPr>
              <a:t>  Testing </a:t>
            </a:r>
            <a:r>
              <a:rPr b="1" sz="1000">
                <a:solidFill>
                  <a:srgbClr val="FFA489"/>
                </a:solidFill>
                <a:latin typeface="Verdana"/>
              </a:rPr>
              <a:t>  Monitoring </a:t>
            </a:r>
            <a:r>
              <a:rPr b="1" sz="1000">
                <a:solidFill>
                  <a:srgbClr val="FF4444"/>
                </a:solidFill>
                <a:latin typeface="Verdana"/>
              </a:rPr>
              <a:t>     APPROVE </a:t>
            </a:r>
            <a:r>
              <a:rPr b="0" sz="1000">
                <a:solidFill>
                  <a:srgbClr val="A0A0B0"/>
                </a:solidFill>
                <a:latin typeface="Verdana"/>
              </a:rPr>
              <a:t>= engineer approval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1100000"/>
            <a:ext cx="114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300">
                <a:solidFill>
                  <a:srgbClr val="00B2A9"/>
                </a:solidFill>
                <a:latin typeface="Verdana"/>
              </a:rPr>
              <a:t>BUILD  —  7 approval gates, 14 tool calls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b="1" sz="1100">
                <a:solidFill>
                  <a:srgbClr val="A0A0B0"/>
                </a:solidFill>
                <a:latin typeface="Verdana"/>
              </a:rPr>
              <a:t>11  </a:t>
            </a:r>
            <a:r>
              <a:rPr b="1" sz="1000">
                <a:solidFill>
                  <a:srgbClr val="7BE0A4"/>
                </a:solidFill>
                <a:latin typeface="Verdana"/>
              </a:rPr>
              <a:t>TOOL</a:t>
            </a:r>
            <a:r>
              <a:rPr b="0" sz="1000">
                <a:solidFill>
                  <a:srgbClr val="A0A0B0"/>
                </a:solidFill>
                <a:latin typeface="Verdana"/>
              </a:rPr>
              <a:t>  Production    </a:t>
            </a:r>
            <a:r>
              <a:rPr b="1" sz="1100">
                <a:solidFill>
                  <a:srgbClr val="FFFFFF"/>
                </a:solidFill>
                <a:latin typeface="Verdana"/>
              </a:rPr>
              <a:t>CreateProduction                </a:t>
            </a:r>
            <a:r>
              <a:rPr b="0" sz="1100">
                <a:solidFill>
                  <a:srgbClr val="C0C0D0"/>
                </a:solidFill>
                <a:latin typeface="Verdana"/>
              </a:rPr>
              <a:t>ADT.ToORU.FileProduction              APPROVE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b="1" sz="1100">
                <a:solidFill>
                  <a:srgbClr val="A0A0B0"/>
                </a:solidFill>
                <a:latin typeface="Verdana"/>
              </a:rPr>
              <a:t>12  </a:t>
            </a:r>
            <a:r>
              <a:rPr b="1" sz="1000">
                <a:solidFill>
                  <a:srgbClr val="7BE0A4"/>
                </a:solidFill>
                <a:latin typeface="Verdana"/>
              </a:rPr>
              <a:t>TOOL</a:t>
            </a:r>
            <a:r>
              <a:rPr b="0" sz="1000">
                <a:solidFill>
                  <a:srgbClr val="A0A0B0"/>
                </a:solidFill>
                <a:latin typeface="Verdana"/>
              </a:rPr>
              <a:t>  Production    </a:t>
            </a:r>
            <a:r>
              <a:rPr b="1" sz="1100">
                <a:solidFill>
                  <a:srgbClr val="FFFFFF"/>
                </a:solidFill>
                <a:latin typeface="Verdana"/>
              </a:rPr>
              <a:t>AddBusinessHost x4              </a:t>
            </a:r>
            <a:r>
              <a:rPr b="0" sz="1100">
                <a:solidFill>
                  <a:srgbClr val="C0C0D0"/>
                </a:solidFill>
                <a:latin typeface="Verdana"/>
              </a:rPr>
              <a:t>FileIn, Router, FileOut, DeadLetter     APPROVE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b="1" sz="1100">
                <a:solidFill>
                  <a:srgbClr val="A0A0B0"/>
                </a:solidFill>
                <a:latin typeface="Verdana"/>
              </a:rPr>
              <a:t>13  </a:t>
            </a:r>
            <a:r>
              <a:rPr b="1" sz="1000">
                <a:solidFill>
                  <a:srgbClr val="D2A8FF"/>
                </a:solidFill>
                <a:latin typeface="Verdana"/>
              </a:rPr>
              <a:t>TOOL</a:t>
            </a:r>
            <a:r>
              <a:rPr b="0" sz="1000">
                <a:solidFill>
                  <a:srgbClr val="A0A0B0"/>
                </a:solidFill>
                <a:latin typeface="Verdana"/>
              </a:rPr>
              <a:t>  Transform     </a:t>
            </a:r>
            <a:r>
              <a:rPr b="1" sz="1100">
                <a:solidFill>
                  <a:srgbClr val="FFFFFF"/>
                </a:solidFill>
                <a:latin typeface="Verdana"/>
              </a:rPr>
              <a:t>BuildDTLXml                     </a:t>
            </a:r>
            <a:r>
              <a:rPr b="0" sz="1100">
                <a:solidFill>
                  <a:srgbClr val="C0C0D0"/>
                </a:solidFill>
                <a:latin typeface="Verdana"/>
              </a:rPr>
              <a:t>13 mappings: copy-segment, set, copy-field, concat, copy-all-components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b="1" sz="1100">
                <a:solidFill>
                  <a:srgbClr val="A0A0B0"/>
                </a:solidFill>
                <a:latin typeface="Verdana"/>
              </a:rPr>
              <a:t>14  </a:t>
            </a:r>
            <a:r>
              <a:rPr b="1" sz="1000">
                <a:solidFill>
                  <a:srgbClr val="D2A8FF"/>
                </a:solidFill>
                <a:latin typeface="Verdana"/>
              </a:rPr>
              <a:t>TOOL</a:t>
            </a:r>
            <a:r>
              <a:rPr b="0" sz="1000">
                <a:solidFill>
                  <a:srgbClr val="A0A0B0"/>
                </a:solidFill>
                <a:latin typeface="Verdana"/>
              </a:rPr>
              <a:t>  Transform     </a:t>
            </a:r>
            <a:r>
              <a:rPr b="1" sz="1100">
                <a:solidFill>
                  <a:srgbClr val="FFFFFF"/>
                </a:solidFill>
                <a:latin typeface="Verdana"/>
              </a:rPr>
              <a:t>CreateDTL                       </a:t>
            </a:r>
            <a:r>
              <a:rPr b="0" sz="1100">
                <a:solidFill>
                  <a:srgbClr val="C0C0D0"/>
                </a:solidFill>
                <a:latin typeface="Verdana"/>
              </a:rPr>
              <a:t>ADT.ToORU.Transform (2.5:ADT_A01 -&gt; 2.5:ORU_R01)  APPROVE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b="1" sz="1100">
                <a:solidFill>
                  <a:srgbClr val="A0A0B0"/>
                </a:solidFill>
                <a:latin typeface="Verdana"/>
              </a:rPr>
              <a:t>15  </a:t>
            </a:r>
            <a:r>
              <a:rPr b="1" sz="1000">
                <a:solidFill>
                  <a:srgbClr val="D2A8FF"/>
                </a:solidFill>
                <a:latin typeface="Verdana"/>
              </a:rPr>
              <a:t>TOOL</a:t>
            </a:r>
            <a:r>
              <a:rPr b="0" sz="1000">
                <a:solidFill>
                  <a:srgbClr val="A0A0B0"/>
                </a:solidFill>
                <a:latin typeface="Verdana"/>
              </a:rPr>
              <a:t>  Transform     </a:t>
            </a:r>
            <a:r>
              <a:rPr b="1" sz="1100">
                <a:solidFill>
                  <a:srgbClr val="FFFFFF"/>
                </a:solidFill>
                <a:latin typeface="Verdana"/>
              </a:rPr>
              <a:t>CreateRoutingRule               </a:t>
            </a:r>
            <a:r>
              <a:rPr b="0" sz="1100">
                <a:solidFill>
                  <a:srgbClr val="C0C0D0"/>
                </a:solidFill>
                <a:latin typeface="Verdana"/>
              </a:rPr>
              <a:t>ADT.ToORU.RoutingRule (auto-corrects docName)      APPROVE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b="1" sz="1100">
                <a:solidFill>
                  <a:srgbClr val="A0A0B0"/>
                </a:solidFill>
                <a:latin typeface="Verdana"/>
              </a:rPr>
              <a:t>16  </a:t>
            </a:r>
            <a:r>
              <a:rPr b="1" sz="1000">
                <a:solidFill>
                  <a:srgbClr val="7BE0A4"/>
                </a:solidFill>
                <a:latin typeface="Verdana"/>
              </a:rPr>
              <a:t>TOOL</a:t>
            </a:r>
            <a:r>
              <a:rPr b="0" sz="1000">
                <a:solidFill>
                  <a:srgbClr val="A0A0B0"/>
                </a:solidFill>
                <a:latin typeface="Verdana"/>
              </a:rPr>
              <a:t>  Production    </a:t>
            </a:r>
            <a:r>
              <a:rPr b="1" sz="1100">
                <a:solidFill>
                  <a:srgbClr val="FFFFFF"/>
                </a:solidFill>
                <a:latin typeface="Verdana"/>
              </a:rPr>
              <a:t>UpdateBusinessHostSettings      </a:t>
            </a:r>
            <a:r>
              <a:rPr b="0" sz="1100">
                <a:solidFill>
                  <a:srgbClr val="C0C0D0"/>
                </a:solidFill>
                <a:latin typeface="Verdana"/>
              </a:rPr>
              <a:t>x4: FilePath, FileSpec, ArchivePath, BusinessRuleName, schema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b="1" sz="1100">
                <a:solidFill>
                  <a:srgbClr val="A0A0B0"/>
                </a:solidFill>
                <a:latin typeface="Verdana"/>
              </a:rPr>
              <a:t>17  </a:t>
            </a:r>
            <a:r>
              <a:rPr b="1" sz="1000">
                <a:solidFill>
                  <a:srgbClr val="7BE0A4"/>
                </a:solidFill>
                <a:latin typeface="Verdana"/>
              </a:rPr>
              <a:t>TOOL</a:t>
            </a:r>
            <a:r>
              <a:rPr b="0" sz="1000">
                <a:solidFill>
                  <a:srgbClr val="A0A0B0"/>
                </a:solidFill>
                <a:latin typeface="Verdana"/>
              </a:rPr>
              <a:t>  Production    </a:t>
            </a:r>
            <a:r>
              <a:rPr b="1" sz="1100">
                <a:solidFill>
                  <a:srgbClr val="FFFFFF"/>
                </a:solidFill>
                <a:latin typeface="Verdana"/>
              </a:rPr>
              <a:t>EnsureDirectory x3              </a:t>
            </a:r>
            <a:r>
              <a:rPr b="0" sz="1100">
                <a:solidFill>
                  <a:srgbClr val="C0C0D0"/>
                </a:solidFill>
                <a:latin typeface="Verdana"/>
              </a:rPr>
              <a:t>/tmp/hl7-in/, /tmp/hl7-out/, /tmp/dead-letter/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b="1" sz="1100">
                <a:solidFill>
                  <a:srgbClr val="A0A0B0"/>
                </a:solidFill>
                <a:latin typeface="Verdana"/>
              </a:rPr>
              <a:t>18  </a:t>
            </a:r>
            <a:r>
              <a:rPr b="1" sz="1000">
                <a:solidFill>
                  <a:srgbClr val="7BE0A4"/>
                </a:solidFill>
                <a:latin typeface="Verdana"/>
              </a:rPr>
              <a:t>TOOL</a:t>
            </a:r>
            <a:r>
              <a:rPr b="0" sz="1000">
                <a:solidFill>
                  <a:srgbClr val="A0A0B0"/>
                </a:solidFill>
                <a:latin typeface="Verdana"/>
              </a:rPr>
              <a:t>  Production    </a:t>
            </a:r>
            <a:r>
              <a:rPr b="1" sz="1100">
                <a:solidFill>
                  <a:srgbClr val="FFFFFF"/>
                </a:solidFill>
                <a:latin typeface="Verdana"/>
              </a:rPr>
              <a:t>StartProduction                 </a:t>
            </a:r>
            <a:r>
              <a:rPr b="0" sz="1100">
                <a:solidFill>
                  <a:srgbClr val="C0C0D0"/>
                </a:solidFill>
                <a:latin typeface="Verdana"/>
              </a:rPr>
              <a:t>All 5 hosts enabled                    APPROVE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00" y="4400000"/>
            <a:ext cx="114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300">
                <a:solidFill>
                  <a:srgbClr val="00B2A9"/>
                </a:solidFill>
                <a:latin typeface="Verdana"/>
              </a:rPr>
              <a:t>TEST  —  send message, validate end-to-end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b="1" sz="1100">
                <a:solidFill>
                  <a:srgbClr val="A0A0B0"/>
                </a:solidFill>
                <a:latin typeface="Verdana"/>
              </a:rPr>
              <a:t>19  </a:t>
            </a:r>
            <a:r>
              <a:rPr b="1" sz="1000">
                <a:solidFill>
                  <a:srgbClr val="FFD866"/>
                </a:solidFill>
                <a:latin typeface="Verdana"/>
              </a:rPr>
              <a:t>TOOL</a:t>
            </a:r>
            <a:r>
              <a:rPr b="0" sz="1000">
                <a:solidFill>
                  <a:srgbClr val="A0A0B0"/>
                </a:solidFill>
                <a:latin typeface="Verdana"/>
              </a:rPr>
              <a:t>  Testing       </a:t>
            </a:r>
            <a:r>
              <a:rPr b="1" sz="1100">
                <a:solidFill>
                  <a:srgbClr val="FFFFFF"/>
                </a:solidFill>
                <a:latin typeface="Verdana"/>
              </a:rPr>
              <a:t>BuildAndSendHL7TestMessage      </a:t>
            </a:r>
            <a:r>
              <a:rPr b="0" sz="1100">
                <a:solidFill>
                  <a:srgbClr val="C0C0D0"/>
                </a:solidFill>
                <a:latin typeface="Verdana"/>
              </a:rPr>
              <a:t>ADT^A01 with all fields, sent to FileIn  APPROVE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b="1" sz="1100">
                <a:solidFill>
                  <a:srgbClr val="A0A0B0"/>
                </a:solidFill>
                <a:latin typeface="Verdana"/>
              </a:rPr>
              <a:t>20  </a:t>
            </a:r>
            <a:r>
              <a:rPr b="1" sz="1000">
                <a:solidFill>
                  <a:srgbClr val="FFD866"/>
                </a:solidFill>
                <a:latin typeface="Verdana"/>
              </a:rPr>
              <a:t>TOOL</a:t>
            </a:r>
            <a:r>
              <a:rPr b="0" sz="1000">
                <a:solidFill>
                  <a:srgbClr val="A0A0B0"/>
                </a:solidFill>
                <a:latin typeface="Verdana"/>
              </a:rPr>
              <a:t>  Testing       </a:t>
            </a:r>
            <a:r>
              <a:rPr b="1" sz="1100">
                <a:solidFill>
                  <a:srgbClr val="FFFFFF"/>
                </a:solidFill>
                <a:latin typeface="Verdana"/>
              </a:rPr>
              <a:t>ValidateHL7Structure            </a:t>
            </a:r>
            <a:r>
              <a:rPr b="0" sz="1100">
                <a:solidFill>
                  <a:srgbClr val="C0C0D0"/>
                </a:solidFill>
                <a:latin typeface="Verdana"/>
              </a:rPr>
              <a:t>Verify ACK received, no schema violations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b="1" sz="1100">
                <a:solidFill>
                  <a:srgbClr val="A0A0B0"/>
                </a:solidFill>
                <a:latin typeface="Verdana"/>
              </a:rPr>
              <a:t>21  </a:t>
            </a:r>
            <a:r>
              <a:rPr b="1" sz="1000">
                <a:solidFill>
                  <a:srgbClr val="7BE0A4"/>
                </a:solidFill>
                <a:latin typeface="Verdana"/>
              </a:rPr>
              <a:t>TOOL</a:t>
            </a:r>
            <a:r>
              <a:rPr b="0" sz="1000">
                <a:solidFill>
                  <a:srgbClr val="A0A0B0"/>
                </a:solidFill>
                <a:latin typeface="Verdana"/>
              </a:rPr>
              <a:t>  Production    </a:t>
            </a:r>
            <a:r>
              <a:rPr b="1" sz="1100">
                <a:solidFill>
                  <a:srgbClr val="FFFFFF"/>
                </a:solidFill>
                <a:latin typeface="Verdana"/>
              </a:rPr>
              <a:t>PostBuildValidation             </a:t>
            </a:r>
            <a:r>
              <a:rPr b="0" sz="1100">
                <a:solidFill>
                  <a:srgbClr val="C0C0D0"/>
                </a:solidFill>
                <a:latin typeface="Verdana"/>
              </a:rPr>
              <a:t>7-point checklist: running, healthy, no errors, messages routed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5700000"/>
            <a:ext cx="11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300">
                <a:solidFill>
                  <a:srgbClr val="00B2A9"/>
                </a:solidFill>
                <a:latin typeface="Verdana"/>
              </a:rPr>
              <a:t>REPORT  —  confirm clean event log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b="1" sz="1100">
                <a:solidFill>
                  <a:srgbClr val="A0A0B0"/>
                </a:solidFill>
                <a:latin typeface="Verdana"/>
              </a:rPr>
              <a:t>22  </a:t>
            </a:r>
            <a:r>
              <a:rPr b="1" sz="1000">
                <a:solidFill>
                  <a:srgbClr val="FFA489"/>
                </a:solidFill>
                <a:latin typeface="Verdana"/>
              </a:rPr>
              <a:t>TOOL</a:t>
            </a:r>
            <a:r>
              <a:rPr b="0" sz="1000">
                <a:solidFill>
                  <a:srgbClr val="A0A0B0"/>
                </a:solidFill>
                <a:latin typeface="Verdana"/>
              </a:rPr>
              <a:t>  Monitoring    </a:t>
            </a:r>
            <a:r>
              <a:rPr b="1" sz="1100">
                <a:solidFill>
                  <a:srgbClr val="FFFFFF"/>
                </a:solidFill>
                <a:latin typeface="Verdana"/>
              </a:rPr>
              <a:t>QueryEventLog                   </a:t>
            </a:r>
            <a:r>
              <a:rPr b="0" sz="1100">
                <a:solidFill>
                  <a:srgbClr val="C0C0D0"/>
                </a:solidFill>
                <a:latin typeface="Verdana"/>
              </a:rPr>
              <a:t>Check for errors in the last 60 seconds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b="1" sz="1100">
                <a:solidFill>
                  <a:srgbClr val="A0A0B0"/>
                </a:solidFill>
                <a:latin typeface="Verdana"/>
              </a:rPr>
              <a:t>23  </a:t>
            </a:r>
            <a:r>
              <a:rPr b="1" sz="1000">
                <a:solidFill>
                  <a:srgbClr val="FFA489"/>
                </a:solidFill>
                <a:latin typeface="Verdana"/>
              </a:rPr>
              <a:t>TOOL</a:t>
            </a:r>
            <a:r>
              <a:rPr b="0" sz="1000">
                <a:solidFill>
                  <a:srgbClr val="A0A0B0"/>
                </a:solidFill>
                <a:latin typeface="Verdana"/>
              </a:rPr>
              <a:t>  Monitoring    </a:t>
            </a:r>
            <a:r>
              <a:rPr b="1" sz="1100">
                <a:solidFill>
                  <a:srgbClr val="FFFFFF"/>
                </a:solidFill>
                <a:latin typeface="Verdana"/>
              </a:rPr>
              <a:t>MessageSummary                  </a:t>
            </a:r>
            <a:r>
              <a:rPr b="0" sz="1100">
                <a:solidFill>
                  <a:srgbClr val="C0C0D0"/>
                </a:solidFill>
                <a:latin typeface="Verdana"/>
              </a:rPr>
              <a:t>Confirm message counts across all hosts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FFFFFF"/>
                </a:solidFill>
                <a:latin typeface="Verdana"/>
              </a:rPr>
              <a:t>What powers this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b="1" sz="1700">
                <a:solidFill>
                  <a:srgbClr val="00B2A9"/>
                </a:solidFill>
                <a:latin typeface="Verdana"/>
              </a:rPr>
              <a:t>%AI.Agent</a:t>
            </a:r>
            <a:r>
              <a:rPr b="0" sz="1500">
                <a:solidFill>
                  <a:srgbClr val="FFFFFF"/>
                </a:solidFill>
                <a:latin typeface="Verdana"/>
              </a:rPr>
              <a:t>  —  Orchestrates the full conversation. Decides which tools to call, manages context, enforces iteration limits. One agent class, 25 max iterations, configured through the admin UI.</a:t>
            </a:r>
          </a:p>
          <a:p>
            <a:pPr>
              <a:spcBef>
                <a:spcPts val="1000"/>
              </a:spcBef>
            </a:pPr>
            <a:r>
              <a:rPr b="1" sz="1700">
                <a:solidFill>
                  <a:srgbClr val="00B2A9"/>
                </a:solidFill>
                <a:latin typeface="Verdana"/>
              </a:rPr>
              <a:t>Data Catalogs</a:t>
            </a:r>
            <a:r>
              <a:rPr b="0" sz="1500">
                <a:solidFill>
                  <a:srgbClr val="FFFFFF"/>
                </a:solidFill>
                <a:latin typeface="Verdana"/>
              </a:rPr>
              <a:t>  —  search_ens (164 classes) and search_hs (58 classes) indexed with FastEmbed 384-dim embeddings. The agent searches "HL7 file inbound" and gets EnsLib.HL7.Service.FileService with adapter parameters. No memorized class names.</a:t>
            </a:r>
          </a:p>
          <a:p>
            <a:pPr>
              <a:spcBef>
                <a:spcPts val="1000"/>
              </a:spcBef>
            </a:pPr>
            <a:r>
              <a:rPr b="1" sz="1700">
                <a:solidFill>
                  <a:srgbClr val="00B2A9"/>
                </a:solidFill>
                <a:latin typeface="Verdana"/>
              </a:rPr>
              <a:t>Skills</a:t>
            </a:r>
            <a:r>
              <a:rPr b="0" sz="1500">
                <a:solidFill>
                  <a:srgbClr val="FFFFFF"/>
                </a:solidFill>
                <a:latin typeface="Verdana"/>
              </a:rPr>
              <a:t>  —  12 specialist skills distilled from InterSystems documentation. For this build: Productions taught BS/BP/BO patterns. DTL taught syntax and BuildDTLXml actions. RoutingRules taught transform-on-send semantics. HL7v2 taught ACK handling.</a:t>
            </a:r>
          </a:p>
          <a:p>
            <a:pPr>
              <a:spcBef>
                <a:spcPts val="1000"/>
              </a:spcBef>
            </a:pPr>
            <a:r>
              <a:rPr b="1" sz="1700">
                <a:solidFill>
                  <a:srgbClr val="00B2A9"/>
                </a:solidFill>
                <a:latin typeface="Verdana"/>
              </a:rPr>
              <a:t>Tools</a:t>
            </a:r>
            <a:r>
              <a:rPr b="0" sz="1500">
                <a:solidFill>
                  <a:srgbClr val="FFFFFF"/>
                </a:solidFill>
                <a:latin typeface="Verdana"/>
              </a:rPr>
              <a:t>  —  47 methods across 5 %AI.Tool classes. BuildDTLXml resolves VDoc paths from the HL7 schema. CreateRoutingRule auto-corrects docName when the LLM matches the output type instead of the input. PostBuildValidation runs 7 automated checks.</a:t>
            </a:r>
          </a:p>
          <a:p>
            <a:pPr>
              <a:spcBef>
                <a:spcPts val="1000"/>
              </a:spcBef>
            </a:pPr>
            <a:r>
              <a:rPr b="1" sz="1700">
                <a:solidFill>
                  <a:srgbClr val="00B2A9"/>
                </a:solidFill>
                <a:latin typeface="Verdana"/>
              </a:rPr>
              <a:t>Confirmation Gate</a:t>
            </a:r>
            <a:r>
              <a:rPr b="0" sz="1500">
                <a:solidFill>
                  <a:srgbClr val="FFFFFF"/>
                </a:solidFill>
                <a:latin typeface="Verdana"/>
              </a:rPr>
              <a:t>  —  Every mutation pauses for explicit engineer approval. Create, delete, compile, start, stop, send. 7 gates in this build. The engineer reviews exactly what the agent proposes before it executes.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b="0" sz="1200">
                <a:solidFill>
                  <a:srgbClr val="A0A0B0"/>
                </a:solidFill>
                <a:latin typeface="Verdana"/>
              </a:rPr>
              <a:t>The LLM provides language understanding. Everything else — class selection, path resolution, constraint correction, validation — comes from the layers above.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FFFFFF"/>
                </a:solidFill>
                <a:latin typeface="Verdana"/>
              </a:rPr>
              <a:t>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b="1" sz="1700">
                <a:solidFill>
                  <a:srgbClr val="00B2A9"/>
                </a:solidFill>
                <a:latin typeface="Verdana"/>
              </a:rPr>
              <a:t>What was built</a:t>
            </a:r>
          </a:p>
          <a:p>
            <a:pPr>
              <a:spcBef>
                <a:spcPts val="300"/>
              </a:spcBef>
            </a:pPr>
            <a:r>
              <a:rPr b="0" sz="1300">
                <a:solidFill>
                  <a:srgbClr val="FFFFFF"/>
                </a:solidFill>
                <a:latin typeface="Verdana"/>
              </a:rPr>
              <a:t>    ADT.ToORU.FileProduction  —  5 hosts, all enabled, running</a:t>
            </a:r>
          </a:p>
          <a:p>
            <a:pPr>
              <a:spcBef>
                <a:spcPts val="300"/>
              </a:spcBef>
            </a:pPr>
            <a:r>
              <a:rPr b="0" sz="1300">
                <a:solidFill>
                  <a:srgbClr val="FFFFFF"/>
                </a:solidFill>
                <a:latin typeface="Verdana"/>
              </a:rPr>
              <a:t>    ADT.ToORU.FileIn  —  EnsLib.HL7.Service.FileService watching /tmp/hl7-in/*.hl7, archive after processing</a:t>
            </a:r>
          </a:p>
          <a:p>
            <a:pPr>
              <a:spcBef>
                <a:spcPts val="300"/>
              </a:spcBef>
            </a:pPr>
            <a:r>
              <a:rPr b="0" sz="1300">
                <a:solidFill>
                  <a:srgbClr val="FFFFFF"/>
                </a:solidFill>
                <a:latin typeface="Verdana"/>
              </a:rPr>
              <a:t>    ADT.ToORU.Router  —  EnsLib.HL7.MsgRouter.RoutingEngine with ADT.ToORU.RoutingRule</a:t>
            </a:r>
          </a:p>
          <a:p>
            <a:pPr>
              <a:spcBef>
                <a:spcPts val="300"/>
              </a:spcBef>
            </a:pPr>
            <a:r>
              <a:rPr b="0" sz="1300">
                <a:solidFill>
                  <a:srgbClr val="FFFFFF"/>
                </a:solidFill>
                <a:latin typeface="Verdana"/>
              </a:rPr>
              <a:t>    ADT.ToORU.Transform  —  DTL converting ADT_A01 to ORU_R01 (13 mappings, schema-resolved VDoc paths)</a:t>
            </a:r>
          </a:p>
          <a:p>
            <a:pPr>
              <a:spcBef>
                <a:spcPts val="300"/>
              </a:spcBef>
            </a:pPr>
            <a:r>
              <a:rPr b="0" sz="1300">
                <a:solidFill>
                  <a:srgbClr val="FFFFFF"/>
                </a:solidFill>
                <a:latin typeface="Verdana"/>
              </a:rPr>
              <a:t>    ADT.ToORU.FileOut  —  EnsLib.HL7.Operation.FileOperation writing to /tmp/hl7-out/</a:t>
            </a:r>
          </a:p>
          <a:p>
            <a:pPr>
              <a:spcBef>
                <a:spcPts val="300"/>
              </a:spcBef>
            </a:pPr>
            <a:r>
              <a:rPr b="0" sz="1300">
                <a:solidFill>
                  <a:srgbClr val="FFFFFF"/>
                </a:solidFill>
                <a:latin typeface="Verdana"/>
              </a:rPr>
              <a:t>    ADT.ToORU.DeadLetter  —  EnsLib.HL7.Operation.FileOperation writing to /tmp/dead-letter/</a:t>
            </a:r>
          </a:p>
          <a:p>
            <a:pPr>
              <a:spcBef>
                <a:spcPts val="1400"/>
              </a:spcBef>
            </a:pPr>
            <a:r>
              <a:rPr b="1" sz="1700">
                <a:solidFill>
                  <a:srgbClr val="00B2A9"/>
                </a:solidFill>
                <a:latin typeface="Verdana"/>
              </a:rPr>
              <a:t>What was tested</a:t>
            </a:r>
          </a:p>
          <a:p>
            <a:pPr>
              <a:spcBef>
                <a:spcPts val="300"/>
              </a:spcBef>
            </a:pPr>
            <a:r>
              <a:rPr b="0" sz="1300">
                <a:solidFill>
                  <a:srgbClr val="FFFFFF"/>
                </a:solidFill>
                <a:latin typeface="Verdana"/>
              </a:rPr>
              <a:t>    ADT^A01 test message sent  —  all segments populated including NK1, AL1, DG1, IN1, GT1</a:t>
            </a:r>
          </a:p>
          <a:p>
            <a:pPr>
              <a:spcBef>
                <a:spcPts val="300"/>
              </a:spcBef>
            </a:pPr>
            <a:r>
              <a:rPr b="0" sz="1300">
                <a:solidFill>
                  <a:srgbClr val="FFFFFF"/>
                </a:solidFill>
                <a:latin typeface="Verdana"/>
              </a:rPr>
              <a:t>    ORU^R01 output verified  —  OBR:3 = MRN-88402, OBX:5 = "Nakamura Kenji Takeshi", OBX:11 = F</a:t>
            </a:r>
          </a:p>
          <a:p>
            <a:pPr>
              <a:spcBef>
                <a:spcPts val="300"/>
              </a:spcBef>
            </a:pPr>
            <a:r>
              <a:rPr b="0" sz="1300">
                <a:solidFill>
                  <a:srgbClr val="FFFFFF"/>
                </a:solidFill>
                <a:latin typeface="Verdana"/>
              </a:rPr>
              <a:t>    Leakage check  —  NK1, AL1, DG1, IN1, GT1 do NOT appear in the ORU output</a:t>
            </a:r>
          </a:p>
          <a:p>
            <a:pPr>
              <a:spcBef>
                <a:spcPts val="300"/>
              </a:spcBef>
            </a:pPr>
            <a:r>
              <a:rPr b="0" sz="1300">
                <a:solidFill>
                  <a:srgbClr val="FFFFFF"/>
                </a:solidFill>
                <a:latin typeface="Verdana"/>
              </a:rPr>
              <a:t>    PostBuildValidation  —  7/7 checks passed: running, healthy, no errors, messages routed</a:t>
            </a:r>
          </a:p>
          <a:p>
            <a:pPr>
              <a:spcBef>
                <a:spcPts val="300"/>
              </a:spcBef>
            </a:pPr>
            <a:r>
              <a:rPr b="0" sz="1300">
                <a:solidFill>
                  <a:srgbClr val="FFFFFF"/>
                </a:solidFill>
                <a:latin typeface="Verdana"/>
              </a:rPr>
              <a:t>    Event log clean  —  zero errors, zero warnings in the last 60 seconds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b="0" sz="1200">
                <a:solidFill>
                  <a:srgbClr val="A0A0B0"/>
                </a:solidFill>
                <a:latin typeface="Verdana"/>
              </a:rPr>
              <a:t>23 tool calls. 4 MCP domains. 4 skills consulted. 3 RAG searches. 7 approval gates. One conversation.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0,12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0,1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0,12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450,120"/>
</p:tagLst>
</file>

<file path=ppt/theme/theme1.xml><?xml version="1.0" encoding="utf-8"?>
<a:theme xmlns:a="http://schemas.openxmlformats.org/drawingml/2006/main" name="InterSystems Dark">
  <a:themeElements>
    <a:clrScheme name="Office">
      <a:dk1>
        <a:srgbClr val="000000"/>
      </a:dk1>
      <a:lt1>
        <a:srgbClr val="FFFFFF"/>
      </a:lt1>
      <a:dk2>
        <a:srgbClr val="2F2A95"/>
      </a:dk2>
      <a:lt2>
        <a:srgbClr val="F2F2F2"/>
      </a:lt2>
      <a:accent1>
        <a:srgbClr val="C5B4E2"/>
      </a:accent1>
      <a:accent2>
        <a:srgbClr val="92C0E9"/>
      </a:accent2>
      <a:accent3>
        <a:srgbClr val="006990"/>
      </a:accent3>
      <a:accent4>
        <a:srgbClr val="00B2A9"/>
      </a:accent4>
      <a:accent5>
        <a:srgbClr val="D0BAA9"/>
      </a:accent5>
      <a:accent6>
        <a:srgbClr val="FFA489"/>
      </a:accent6>
      <a:hlink>
        <a:srgbClr val="54C8E8"/>
      </a:hlink>
      <a:folHlink>
        <a:srgbClr val="C5B4E2"/>
      </a:folHlink>
    </a:clrScheme>
    <a:fontScheme name="InterSystem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lIns="0" tIns="0" rIns="0" bIns="0" rtlCol="0" anchor="ctr"/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InterSystems PPT Template_Dark" id="{0CC42E48-614D-4388-B38B-AE71E8292A2B}" vid="{568C4C43-41A3-429B-BB1A-65C310E40F28}"/>
    </a:ext>
  </a:extLst>
</a:theme>
</file>

<file path=ppt/theme/theme2.xml><?xml version="1.0" encoding="utf-8"?>
<a:theme xmlns:a="http://schemas.openxmlformats.org/drawingml/2006/main" name="Office Theme">
  <a:themeElements>
    <a:clrScheme name="InterSystems">
      <a:dk1>
        <a:srgbClr val="000000"/>
      </a:dk1>
      <a:lt1>
        <a:srgbClr val="FFFFFF"/>
      </a:lt1>
      <a:dk2>
        <a:srgbClr val="2F2A95"/>
      </a:dk2>
      <a:lt2>
        <a:srgbClr val="F2F2F2"/>
      </a:lt2>
      <a:accent1>
        <a:srgbClr val="C5B4E2"/>
      </a:accent1>
      <a:accent2>
        <a:srgbClr val="92C0E9"/>
      </a:accent2>
      <a:accent3>
        <a:srgbClr val="006990"/>
      </a:accent3>
      <a:accent4>
        <a:srgbClr val="00B2A9"/>
      </a:accent4>
      <a:accent5>
        <a:srgbClr val="D0BAA9"/>
      </a:accent5>
      <a:accent6>
        <a:srgbClr val="FFA489"/>
      </a:accent6>
      <a:hlink>
        <a:srgbClr val="54C8E8"/>
      </a:hlink>
      <a:folHlink>
        <a:srgbClr val="C5B4E2"/>
      </a:folHlink>
    </a:clrScheme>
    <a:fontScheme name="Custom 17">
      <a:majorFont>
        <a:latin typeface="Verdana bold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InterSystems">
      <a:dk1>
        <a:srgbClr val="000000"/>
      </a:dk1>
      <a:lt1>
        <a:srgbClr val="FFFFFF"/>
      </a:lt1>
      <a:dk2>
        <a:srgbClr val="2F2A95"/>
      </a:dk2>
      <a:lt2>
        <a:srgbClr val="F2F2F2"/>
      </a:lt2>
      <a:accent1>
        <a:srgbClr val="C5B4E2"/>
      </a:accent1>
      <a:accent2>
        <a:srgbClr val="92C0E9"/>
      </a:accent2>
      <a:accent3>
        <a:srgbClr val="006990"/>
      </a:accent3>
      <a:accent4>
        <a:srgbClr val="00B2A9"/>
      </a:accent4>
      <a:accent5>
        <a:srgbClr val="D0BAA9"/>
      </a:accent5>
      <a:accent6>
        <a:srgbClr val="FFA489"/>
      </a:accent6>
      <a:hlink>
        <a:srgbClr val="54C8E8"/>
      </a:hlink>
      <a:folHlink>
        <a:srgbClr val="C5B4E2"/>
      </a:folHlink>
    </a:clrScheme>
    <a:fontScheme name="Custom 17">
      <a:majorFont>
        <a:latin typeface="Verdana bold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BB45D81-FD79-49BE-A9DE-9724009E3F5F}">
  <we:reference id="wa200000729" version="3.19.222.0" store="en-US" storeType="OMEX"/>
  <we:alternateReferences>
    <we:reference id="WA200000729" version="3.19.222.0" store="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E9BF6998317144AF47127AF18109CA" ma:contentTypeVersion="13" ma:contentTypeDescription="Create a new document." ma:contentTypeScope="" ma:versionID="71dfbdf2df40ce2146948bc45c06b980">
  <xsd:schema xmlns:xsd="http://www.w3.org/2001/XMLSchema" xmlns:xs="http://www.w3.org/2001/XMLSchema" xmlns:p="http://schemas.microsoft.com/office/2006/metadata/properties" xmlns:ns2="e3999576-b3b2-46fa-a77f-dec5f93eec99" xmlns:ns3="22b8d48c-4ad3-4faf-9cf5-2c9b07c622e1" targetNamespace="http://schemas.microsoft.com/office/2006/metadata/properties" ma:root="true" ma:fieldsID="cecbec9456e2932efa06971395283388" ns2:_="" ns3:_="">
    <xsd:import namespace="e3999576-b3b2-46fa-a77f-dec5f93eec99"/>
    <xsd:import namespace="22b8d48c-4ad3-4faf-9cf5-2c9b07c622e1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999576-b3b2-46fa-a77f-dec5f93eec99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6cea16c5-c436-4058-8559-87f07f0ae7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b8d48c-4ad3-4faf-9cf5-2c9b07c622e1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0c3cc3dc-0514-43a1-980d-06c3d7c42ce0}" ma:internalName="TaxCatchAll" ma:showField="CatchAllData" ma:web="22b8d48c-4ad3-4faf-9cf5-2c9b07c622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999576-b3b2-46fa-a77f-dec5f93eec99">
      <Terms xmlns="http://schemas.microsoft.com/office/infopath/2007/PartnerControls"/>
    </lcf76f155ced4ddcb4097134ff3c332f>
    <TaxCatchAll xmlns="22b8d48c-4ad3-4faf-9cf5-2c9b07c622e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A7A06D7-C58C-4FEE-8841-61E88F2271DE}"/>
</file>

<file path=customXml/itemProps2.xml><?xml version="1.0" encoding="utf-8"?>
<ds:datastoreItem xmlns:ds="http://schemas.openxmlformats.org/officeDocument/2006/customXml" ds:itemID="{66729C12-CBA5-4FB4-B252-3FB8A06021FC}">
  <ds:schemaRefs>
    <ds:schemaRef ds:uri="http://purl.org/dc/elements/1.1/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e3999576-b3b2-46fa-a77f-dec5f93eec99"/>
    <ds:schemaRef ds:uri="http://schemas.microsoft.com/office/infopath/2007/PartnerControls"/>
    <ds:schemaRef ds:uri="http://purl.org/dc/terms/"/>
    <ds:schemaRef ds:uri="22b8d48c-4ad3-4faf-9cf5-2c9b07c622e1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271F3A7-8AA1-4FC7-B82E-7D0D5D59BD8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13</Words>
  <Application>Microsoft Office PowerPoint</Application>
  <PresentationFormat>Widescreen</PresentationFormat>
  <Paragraphs>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Verdana</vt:lpstr>
      <vt:lpstr>Verdana Bold</vt:lpstr>
      <vt:lpstr>InterSystems Dark</vt:lpstr>
      <vt:lpstr>Comparative Messaging Snapshot  11/21/25</vt:lpstr>
      <vt:lpstr>New Advert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Lloyd</dc:creator>
  <cp:lastModifiedBy>Maureen Flaherty</cp:lastModifiedBy>
  <cp:revision>2</cp:revision>
  <dcterms:created xsi:type="dcterms:W3CDTF">2024-10-17T12:43:26Z</dcterms:created>
  <dcterms:modified xsi:type="dcterms:W3CDTF">2026-01-14T15:54:34Z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0x0101001EE9BF6998317144AF47127AF18109CA</vt:lpwstr>
  </property>
  <property fmtid="{D5CDD505-2E9C-101B-9397-08002B2CF9AE}" pid="3" name="MediaServiceImageTags">
    <vt:lpwstr/>
  </property>
</Properties>
</file>